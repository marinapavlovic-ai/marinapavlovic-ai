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72" r:id="rId1"/>
  </p:sldMasterIdLst>
  <p:notesMasterIdLst>
    <p:notesMasterId r:id="rId21"/>
  </p:notesMasterIdLst>
  <p:sldIdLst>
    <p:sldId id="256" r:id="rId2"/>
    <p:sldId id="259" r:id="rId3"/>
    <p:sldId id="273" r:id="rId4"/>
    <p:sldId id="264" r:id="rId5"/>
    <p:sldId id="274" r:id="rId6"/>
    <p:sldId id="257" r:id="rId7"/>
    <p:sldId id="258" r:id="rId8"/>
    <p:sldId id="260" r:id="rId9"/>
    <p:sldId id="261" r:id="rId10"/>
    <p:sldId id="270" r:id="rId11"/>
    <p:sldId id="262" r:id="rId12"/>
    <p:sldId id="265" r:id="rId13"/>
    <p:sldId id="277" r:id="rId14"/>
    <p:sldId id="267" r:id="rId15"/>
    <p:sldId id="268" r:id="rId16"/>
    <p:sldId id="269" r:id="rId17"/>
    <p:sldId id="271" r:id="rId18"/>
    <p:sldId id="276" r:id="rId19"/>
    <p:sldId id="26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7" autoAdjust="0"/>
    <p:restoredTop sz="94938" autoAdjust="0"/>
  </p:normalViewPr>
  <p:slideViewPr>
    <p:cSldViewPr snapToGrid="0">
      <p:cViewPr varScale="1">
        <p:scale>
          <a:sx n="61" d="100"/>
          <a:sy n="61" d="100"/>
        </p:scale>
        <p:origin x="485" y="48"/>
      </p:cViewPr>
      <p:guideLst/>
    </p:cSldViewPr>
  </p:slideViewPr>
  <p:outlineViewPr>
    <p:cViewPr>
      <p:scale>
        <a:sx n="20" d="100"/>
        <a:sy n="20" d="100"/>
      </p:scale>
      <p:origin x="0" y="-1728"/>
    </p:cViewPr>
  </p:outlin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na Pavlovic" userId="0d7f52ac4825222f" providerId="LiveId" clId="{9326465F-D829-4604-A50D-C0696CF0F862}"/>
    <pc:docChg chg="custSel modSld">
      <pc:chgData name="Marina Pavlovic" userId="0d7f52ac4825222f" providerId="LiveId" clId="{9326465F-D829-4604-A50D-C0696CF0F862}" dt="2024-05-05T10:03:10.506" v="18" actId="478"/>
      <pc:docMkLst>
        <pc:docMk/>
      </pc:docMkLst>
      <pc:sldChg chg="delSp mod delAnim">
        <pc:chgData name="Marina Pavlovic" userId="0d7f52ac4825222f" providerId="LiveId" clId="{9326465F-D829-4604-A50D-C0696CF0F862}" dt="2024-05-05T10:02:18.503" v="0" actId="478"/>
        <pc:sldMkLst>
          <pc:docMk/>
          <pc:sldMk cId="4037457129" sldId="256"/>
        </pc:sldMkLst>
        <pc:picChg chg="del">
          <ac:chgData name="Marina Pavlovic" userId="0d7f52ac4825222f" providerId="LiveId" clId="{9326465F-D829-4604-A50D-C0696CF0F862}" dt="2024-05-05T10:02:18.503" v="0" actId="478"/>
          <ac:picMkLst>
            <pc:docMk/>
            <pc:sldMk cId="4037457129" sldId="256"/>
            <ac:picMk id="349" creationId="{CBA3B7B5-B82E-1B5C-B25F-38E1642B948B}"/>
          </ac:picMkLst>
        </pc:picChg>
      </pc:sldChg>
      <pc:sldChg chg="delSp mod delAnim">
        <pc:chgData name="Marina Pavlovic" userId="0d7f52ac4825222f" providerId="LiveId" clId="{9326465F-D829-4604-A50D-C0696CF0F862}" dt="2024-05-05T10:02:36.248" v="5" actId="478"/>
        <pc:sldMkLst>
          <pc:docMk/>
          <pc:sldMk cId="333247149" sldId="257"/>
        </pc:sldMkLst>
        <pc:picChg chg="del">
          <ac:chgData name="Marina Pavlovic" userId="0d7f52ac4825222f" providerId="LiveId" clId="{9326465F-D829-4604-A50D-C0696CF0F862}" dt="2024-05-05T10:02:36.248" v="5" actId="478"/>
          <ac:picMkLst>
            <pc:docMk/>
            <pc:sldMk cId="333247149" sldId="257"/>
            <ac:picMk id="45" creationId="{96A4BD59-9B40-08F1-4702-1C0E694399DC}"/>
          </ac:picMkLst>
        </pc:picChg>
      </pc:sldChg>
      <pc:sldChg chg="delSp mod delAnim">
        <pc:chgData name="Marina Pavlovic" userId="0d7f52ac4825222f" providerId="LiveId" clId="{9326465F-D829-4604-A50D-C0696CF0F862}" dt="2024-05-05T10:02:39.479" v="6" actId="478"/>
        <pc:sldMkLst>
          <pc:docMk/>
          <pc:sldMk cId="3884339709" sldId="258"/>
        </pc:sldMkLst>
        <pc:picChg chg="del">
          <ac:chgData name="Marina Pavlovic" userId="0d7f52ac4825222f" providerId="LiveId" clId="{9326465F-D829-4604-A50D-C0696CF0F862}" dt="2024-05-05T10:02:39.479" v="6" actId="478"/>
          <ac:picMkLst>
            <pc:docMk/>
            <pc:sldMk cId="3884339709" sldId="258"/>
            <ac:picMk id="26" creationId="{AEAA65FA-A066-0B52-67D4-FB00B9181392}"/>
          </ac:picMkLst>
        </pc:picChg>
      </pc:sldChg>
      <pc:sldChg chg="delSp mod delAnim">
        <pc:chgData name="Marina Pavlovic" userId="0d7f52ac4825222f" providerId="LiveId" clId="{9326465F-D829-4604-A50D-C0696CF0F862}" dt="2024-05-05T10:02:26.666" v="1" actId="478"/>
        <pc:sldMkLst>
          <pc:docMk/>
          <pc:sldMk cId="1745092315" sldId="259"/>
        </pc:sldMkLst>
        <pc:picChg chg="del">
          <ac:chgData name="Marina Pavlovic" userId="0d7f52ac4825222f" providerId="LiveId" clId="{9326465F-D829-4604-A50D-C0696CF0F862}" dt="2024-05-05T10:02:26.666" v="1" actId="478"/>
          <ac:picMkLst>
            <pc:docMk/>
            <pc:sldMk cId="1745092315" sldId="259"/>
            <ac:picMk id="25" creationId="{19D14774-4266-80EE-062B-462E77F70DE4}"/>
          </ac:picMkLst>
        </pc:picChg>
      </pc:sldChg>
      <pc:sldChg chg="delSp mod delAnim">
        <pc:chgData name="Marina Pavlovic" userId="0d7f52ac4825222f" providerId="LiveId" clId="{9326465F-D829-4604-A50D-C0696CF0F862}" dt="2024-05-05T10:02:48.664" v="7" actId="478"/>
        <pc:sldMkLst>
          <pc:docMk/>
          <pc:sldMk cId="3265850075" sldId="260"/>
        </pc:sldMkLst>
        <pc:picChg chg="del">
          <ac:chgData name="Marina Pavlovic" userId="0d7f52ac4825222f" providerId="LiveId" clId="{9326465F-D829-4604-A50D-C0696CF0F862}" dt="2024-05-05T10:02:48.664" v="7" actId="478"/>
          <ac:picMkLst>
            <pc:docMk/>
            <pc:sldMk cId="3265850075" sldId="260"/>
            <ac:picMk id="8" creationId="{3C38E3BF-EE1E-99D8-F14F-12E740AFF53A}"/>
          </ac:picMkLst>
        </pc:picChg>
      </pc:sldChg>
      <pc:sldChg chg="delSp mod delAnim">
        <pc:chgData name="Marina Pavlovic" userId="0d7f52ac4825222f" providerId="LiveId" clId="{9326465F-D829-4604-A50D-C0696CF0F862}" dt="2024-05-05T10:02:50.321" v="8" actId="478"/>
        <pc:sldMkLst>
          <pc:docMk/>
          <pc:sldMk cId="935093452" sldId="261"/>
        </pc:sldMkLst>
        <pc:picChg chg="del">
          <ac:chgData name="Marina Pavlovic" userId="0d7f52ac4825222f" providerId="LiveId" clId="{9326465F-D829-4604-A50D-C0696CF0F862}" dt="2024-05-05T10:02:50.321" v="8" actId="478"/>
          <ac:picMkLst>
            <pc:docMk/>
            <pc:sldMk cId="935093452" sldId="261"/>
            <ac:picMk id="95" creationId="{3846CCBC-4E7B-843E-D531-495071B01A8E}"/>
          </ac:picMkLst>
        </pc:picChg>
      </pc:sldChg>
      <pc:sldChg chg="delSp mod delAnim">
        <pc:chgData name="Marina Pavlovic" userId="0d7f52ac4825222f" providerId="LiveId" clId="{9326465F-D829-4604-A50D-C0696CF0F862}" dt="2024-05-05T10:02:53.688" v="10" actId="478"/>
        <pc:sldMkLst>
          <pc:docMk/>
          <pc:sldMk cId="4256981862" sldId="262"/>
        </pc:sldMkLst>
        <pc:picChg chg="del">
          <ac:chgData name="Marina Pavlovic" userId="0d7f52ac4825222f" providerId="LiveId" clId="{9326465F-D829-4604-A50D-C0696CF0F862}" dt="2024-05-05T10:02:53.688" v="10" actId="478"/>
          <ac:picMkLst>
            <pc:docMk/>
            <pc:sldMk cId="4256981862" sldId="262"/>
            <ac:picMk id="31" creationId="{9F24CCAF-80C9-9AF6-2F5F-8B74A2165232}"/>
          </ac:picMkLst>
        </pc:picChg>
      </pc:sldChg>
      <pc:sldChg chg="delSp mod delAnim">
        <pc:chgData name="Marina Pavlovic" userId="0d7f52ac4825222f" providerId="LiveId" clId="{9326465F-D829-4604-A50D-C0696CF0F862}" dt="2024-05-05T10:03:10.506" v="18" actId="478"/>
        <pc:sldMkLst>
          <pc:docMk/>
          <pc:sldMk cId="618549433" sldId="263"/>
        </pc:sldMkLst>
        <pc:picChg chg="del">
          <ac:chgData name="Marina Pavlovic" userId="0d7f52ac4825222f" providerId="LiveId" clId="{9326465F-D829-4604-A50D-C0696CF0F862}" dt="2024-05-05T10:03:10.506" v="18" actId="478"/>
          <ac:picMkLst>
            <pc:docMk/>
            <pc:sldMk cId="618549433" sldId="263"/>
            <ac:picMk id="32" creationId="{22DA3C86-52C1-76A8-D228-1053C732600D}"/>
          </ac:picMkLst>
        </pc:picChg>
      </pc:sldChg>
      <pc:sldChg chg="delSp mod delAnim">
        <pc:chgData name="Marina Pavlovic" userId="0d7f52ac4825222f" providerId="LiveId" clId="{9326465F-D829-4604-A50D-C0696CF0F862}" dt="2024-05-05T10:02:32.344" v="3" actId="478"/>
        <pc:sldMkLst>
          <pc:docMk/>
          <pc:sldMk cId="2707001167" sldId="264"/>
        </pc:sldMkLst>
        <pc:picChg chg="del">
          <ac:chgData name="Marina Pavlovic" userId="0d7f52ac4825222f" providerId="LiveId" clId="{9326465F-D829-4604-A50D-C0696CF0F862}" dt="2024-05-05T10:02:32.344" v="3" actId="478"/>
          <ac:picMkLst>
            <pc:docMk/>
            <pc:sldMk cId="2707001167" sldId="264"/>
            <ac:picMk id="8" creationId="{3F9B099E-99F5-D237-3AE9-C53EC79696C5}"/>
          </ac:picMkLst>
        </pc:picChg>
      </pc:sldChg>
      <pc:sldChg chg="delSp mod delAnim">
        <pc:chgData name="Marina Pavlovic" userId="0d7f52ac4825222f" providerId="LiveId" clId="{9326465F-D829-4604-A50D-C0696CF0F862}" dt="2024-05-05T10:02:56.115" v="11" actId="478"/>
        <pc:sldMkLst>
          <pc:docMk/>
          <pc:sldMk cId="1785943576" sldId="265"/>
        </pc:sldMkLst>
        <pc:picChg chg="del">
          <ac:chgData name="Marina Pavlovic" userId="0d7f52ac4825222f" providerId="LiveId" clId="{9326465F-D829-4604-A50D-C0696CF0F862}" dt="2024-05-05T10:02:56.115" v="11" actId="478"/>
          <ac:picMkLst>
            <pc:docMk/>
            <pc:sldMk cId="1785943576" sldId="265"/>
            <ac:picMk id="65" creationId="{44169F87-7691-76EE-9924-486B9FC152D6}"/>
          </ac:picMkLst>
        </pc:picChg>
      </pc:sldChg>
      <pc:sldChg chg="delSp mod delAnim">
        <pc:chgData name="Marina Pavlovic" userId="0d7f52ac4825222f" providerId="LiveId" clId="{9326465F-D829-4604-A50D-C0696CF0F862}" dt="2024-05-05T10:03:00.885" v="13" actId="478"/>
        <pc:sldMkLst>
          <pc:docMk/>
          <pc:sldMk cId="378717829" sldId="267"/>
        </pc:sldMkLst>
        <pc:picChg chg="del">
          <ac:chgData name="Marina Pavlovic" userId="0d7f52ac4825222f" providerId="LiveId" clId="{9326465F-D829-4604-A50D-C0696CF0F862}" dt="2024-05-05T10:03:00.885" v="13" actId="478"/>
          <ac:picMkLst>
            <pc:docMk/>
            <pc:sldMk cId="378717829" sldId="267"/>
            <ac:picMk id="69" creationId="{8CABA079-6708-EAB0-A4ED-AF3461FFD6AA}"/>
          </ac:picMkLst>
        </pc:picChg>
      </pc:sldChg>
      <pc:sldChg chg="delSp mod delAnim">
        <pc:chgData name="Marina Pavlovic" userId="0d7f52ac4825222f" providerId="LiveId" clId="{9326465F-D829-4604-A50D-C0696CF0F862}" dt="2024-05-05T10:03:02.822" v="14" actId="478"/>
        <pc:sldMkLst>
          <pc:docMk/>
          <pc:sldMk cId="3856675272" sldId="268"/>
        </pc:sldMkLst>
        <pc:picChg chg="del">
          <ac:chgData name="Marina Pavlovic" userId="0d7f52ac4825222f" providerId="LiveId" clId="{9326465F-D829-4604-A50D-C0696CF0F862}" dt="2024-05-05T10:03:02.822" v="14" actId="478"/>
          <ac:picMkLst>
            <pc:docMk/>
            <pc:sldMk cId="3856675272" sldId="268"/>
            <ac:picMk id="83" creationId="{1D0A66AC-D8D2-5201-76DB-FAF830C19A9E}"/>
          </ac:picMkLst>
        </pc:picChg>
      </pc:sldChg>
      <pc:sldChg chg="delSp mod delAnim">
        <pc:chgData name="Marina Pavlovic" userId="0d7f52ac4825222f" providerId="LiveId" clId="{9326465F-D829-4604-A50D-C0696CF0F862}" dt="2024-05-05T10:03:04.897" v="15" actId="478"/>
        <pc:sldMkLst>
          <pc:docMk/>
          <pc:sldMk cId="1351114592" sldId="269"/>
        </pc:sldMkLst>
        <pc:picChg chg="del">
          <ac:chgData name="Marina Pavlovic" userId="0d7f52ac4825222f" providerId="LiveId" clId="{9326465F-D829-4604-A50D-C0696CF0F862}" dt="2024-05-05T10:03:04.897" v="15" actId="478"/>
          <ac:picMkLst>
            <pc:docMk/>
            <pc:sldMk cId="1351114592" sldId="269"/>
            <ac:picMk id="56" creationId="{C6E57C53-2E82-0AFE-61BC-0C2EE70A13B0}"/>
          </ac:picMkLst>
        </pc:picChg>
      </pc:sldChg>
      <pc:sldChg chg="delSp mod delAnim">
        <pc:chgData name="Marina Pavlovic" userId="0d7f52ac4825222f" providerId="LiveId" clId="{9326465F-D829-4604-A50D-C0696CF0F862}" dt="2024-05-05T10:02:51.872" v="9" actId="478"/>
        <pc:sldMkLst>
          <pc:docMk/>
          <pc:sldMk cId="4198150073" sldId="270"/>
        </pc:sldMkLst>
        <pc:picChg chg="del">
          <ac:chgData name="Marina Pavlovic" userId="0d7f52ac4825222f" providerId="LiveId" clId="{9326465F-D829-4604-A50D-C0696CF0F862}" dt="2024-05-05T10:02:51.872" v="9" actId="478"/>
          <ac:picMkLst>
            <pc:docMk/>
            <pc:sldMk cId="4198150073" sldId="270"/>
            <ac:picMk id="6" creationId="{9904A6E6-3FD9-85F4-EFAF-4FEAEF533AD7}"/>
          </ac:picMkLst>
        </pc:picChg>
      </pc:sldChg>
      <pc:sldChg chg="delSp mod delAnim">
        <pc:chgData name="Marina Pavlovic" userId="0d7f52ac4825222f" providerId="LiveId" clId="{9326465F-D829-4604-A50D-C0696CF0F862}" dt="2024-05-05T10:03:06.806" v="16" actId="478"/>
        <pc:sldMkLst>
          <pc:docMk/>
          <pc:sldMk cId="2850446174" sldId="271"/>
        </pc:sldMkLst>
        <pc:picChg chg="del">
          <ac:chgData name="Marina Pavlovic" userId="0d7f52ac4825222f" providerId="LiveId" clId="{9326465F-D829-4604-A50D-C0696CF0F862}" dt="2024-05-05T10:03:06.806" v="16" actId="478"/>
          <ac:picMkLst>
            <pc:docMk/>
            <pc:sldMk cId="2850446174" sldId="271"/>
            <ac:picMk id="49" creationId="{50A86EE1-28CD-E5E1-514A-54D6D5283A4D}"/>
          </ac:picMkLst>
        </pc:picChg>
      </pc:sldChg>
      <pc:sldChg chg="delSp mod delAnim">
        <pc:chgData name="Marina Pavlovic" userId="0d7f52ac4825222f" providerId="LiveId" clId="{9326465F-D829-4604-A50D-C0696CF0F862}" dt="2024-05-05T10:02:30.259" v="2" actId="478"/>
        <pc:sldMkLst>
          <pc:docMk/>
          <pc:sldMk cId="1051001887" sldId="273"/>
        </pc:sldMkLst>
        <pc:picChg chg="del">
          <ac:chgData name="Marina Pavlovic" userId="0d7f52ac4825222f" providerId="LiveId" clId="{9326465F-D829-4604-A50D-C0696CF0F862}" dt="2024-05-05T10:02:30.259" v="2" actId="478"/>
          <ac:picMkLst>
            <pc:docMk/>
            <pc:sldMk cId="1051001887" sldId="273"/>
            <ac:picMk id="26" creationId="{26E80F73-A194-ACBE-18F1-2BF299C1CE12}"/>
          </ac:picMkLst>
        </pc:picChg>
      </pc:sldChg>
      <pc:sldChg chg="delSp mod delAnim">
        <pc:chgData name="Marina Pavlovic" userId="0d7f52ac4825222f" providerId="LiveId" clId="{9326465F-D829-4604-A50D-C0696CF0F862}" dt="2024-05-05T10:02:34.395" v="4" actId="478"/>
        <pc:sldMkLst>
          <pc:docMk/>
          <pc:sldMk cId="1463669181" sldId="274"/>
        </pc:sldMkLst>
        <pc:picChg chg="del">
          <ac:chgData name="Marina Pavlovic" userId="0d7f52ac4825222f" providerId="LiveId" clId="{9326465F-D829-4604-A50D-C0696CF0F862}" dt="2024-05-05T10:02:34.395" v="4" actId="478"/>
          <ac:picMkLst>
            <pc:docMk/>
            <pc:sldMk cId="1463669181" sldId="274"/>
            <ac:picMk id="23" creationId="{7F507612-4EFF-0F4F-B122-00CA9ABB2E6A}"/>
          </ac:picMkLst>
        </pc:picChg>
      </pc:sldChg>
      <pc:sldChg chg="delSp mod delAnim">
        <pc:chgData name="Marina Pavlovic" userId="0d7f52ac4825222f" providerId="LiveId" clId="{9326465F-D829-4604-A50D-C0696CF0F862}" dt="2024-05-05T10:03:08.541" v="17" actId="478"/>
        <pc:sldMkLst>
          <pc:docMk/>
          <pc:sldMk cId="2678293498" sldId="276"/>
        </pc:sldMkLst>
        <pc:picChg chg="del">
          <ac:chgData name="Marina Pavlovic" userId="0d7f52ac4825222f" providerId="LiveId" clId="{9326465F-D829-4604-A50D-C0696CF0F862}" dt="2024-05-05T10:03:08.541" v="17" actId="478"/>
          <ac:picMkLst>
            <pc:docMk/>
            <pc:sldMk cId="2678293498" sldId="276"/>
            <ac:picMk id="180" creationId="{A2FD75B2-C126-A9CB-2648-2A52AF3F6D52}"/>
          </ac:picMkLst>
        </pc:picChg>
      </pc:sldChg>
      <pc:sldChg chg="delSp mod delAnim">
        <pc:chgData name="Marina Pavlovic" userId="0d7f52ac4825222f" providerId="LiveId" clId="{9326465F-D829-4604-A50D-C0696CF0F862}" dt="2024-05-05T10:02:58.452" v="12" actId="478"/>
        <pc:sldMkLst>
          <pc:docMk/>
          <pc:sldMk cId="315828409" sldId="277"/>
        </pc:sldMkLst>
        <pc:picChg chg="del">
          <ac:chgData name="Marina Pavlovic" userId="0d7f52ac4825222f" providerId="LiveId" clId="{9326465F-D829-4604-A50D-C0696CF0F862}" dt="2024-05-05T10:02:58.452" v="12" actId="478"/>
          <ac:picMkLst>
            <pc:docMk/>
            <pc:sldMk cId="315828409" sldId="277"/>
            <ac:picMk id="58" creationId="{54C779BE-51BC-C293-9833-32FB4607C65F}"/>
          </ac:picMkLst>
        </pc:picChg>
      </pc:sldChg>
    </pc:docChg>
  </pc:docChgLst>
  <pc:docChgLst>
    <pc:chgData name="Marina Pavlovic" userId="0d7f52ac4825222f" providerId="LiveId" clId="{86856DD6-54C3-4E61-8FFA-C5C59C744505}"/>
    <pc:docChg chg="undo redo custSel addSld delSld modSld sldOrd addMainMaster delMainMaster">
      <pc:chgData name="Marina Pavlovic" userId="0d7f52ac4825222f" providerId="LiveId" clId="{86856DD6-54C3-4E61-8FFA-C5C59C744505}" dt="2024-02-17T15:48:44.958" v="16018"/>
      <pc:docMkLst>
        <pc:docMk/>
      </pc:docMkLst>
      <pc:sldChg chg="addSp delSp modSp mod modTransition modMedia setBg modClrScheme addAnim delAnim modAnim setClrOvrMap chgLayout modNotesTx">
        <pc:chgData name="Marina Pavlovic" userId="0d7f52ac4825222f" providerId="LiveId" clId="{86856DD6-54C3-4E61-8FFA-C5C59C744505}" dt="2024-02-17T12:33:39.224" v="15299"/>
        <pc:sldMkLst>
          <pc:docMk/>
          <pc:sldMk cId="4037457129" sldId="256"/>
        </pc:sldMkLst>
        <pc:spChg chg="mod">
          <ac:chgData name="Marina Pavlovic" userId="0d7f52ac4825222f" providerId="LiveId" clId="{86856DD6-54C3-4E61-8FFA-C5C59C744505}" dt="2024-01-24T12:52:51.400" v="153" actId="26606"/>
          <ac:spMkLst>
            <pc:docMk/>
            <pc:sldMk cId="4037457129" sldId="256"/>
            <ac:spMk id="2" creationId="{CCFAA431-6247-BF03-D626-0C6CB8A76864}"/>
          </ac:spMkLst>
        </pc:spChg>
        <pc:spChg chg="mod">
          <ac:chgData name="Marina Pavlovic" userId="0d7f52ac4825222f" providerId="LiveId" clId="{86856DD6-54C3-4E61-8FFA-C5C59C744505}" dt="2024-01-24T13:45:04.839" v="295" actId="20577"/>
          <ac:spMkLst>
            <pc:docMk/>
            <pc:sldMk cId="4037457129" sldId="256"/>
            <ac:spMk id="3" creationId="{76CD1B17-E8C4-7F5D-2DC9-224E52A8AB0F}"/>
          </ac:spMkLst>
        </pc:spChg>
        <pc:spChg chg="add del">
          <ac:chgData name="Marina Pavlovic" userId="0d7f52ac4825222f" providerId="LiveId" clId="{86856DD6-54C3-4E61-8FFA-C5C59C744505}" dt="2024-01-24T12:48:04.210" v="113" actId="26606"/>
          <ac:spMkLst>
            <pc:docMk/>
            <pc:sldMk cId="4037457129" sldId="256"/>
            <ac:spMk id="5" creationId="{9B7AD9F6-8CE7-4299-8FC6-328F4DCD3FF9}"/>
          </ac:spMkLst>
        </pc:spChg>
        <pc:spChg chg="add del">
          <ac:chgData name="Marina Pavlovic" userId="0d7f52ac4825222f" providerId="LiveId" clId="{86856DD6-54C3-4E61-8FFA-C5C59C744505}" dt="2024-01-24T12:48:04.210" v="113" actId="26606"/>
          <ac:spMkLst>
            <pc:docMk/>
            <pc:sldMk cId="4037457129" sldId="256"/>
            <ac:spMk id="7" creationId="{59D1047C-7BE7-47BE-ABA7-DE6801D1C442}"/>
          </ac:spMkLst>
        </pc:spChg>
        <pc:spChg chg="add del">
          <ac:chgData name="Marina Pavlovic" userId="0d7f52ac4825222f" providerId="LiveId" clId="{86856DD6-54C3-4E61-8FFA-C5C59C744505}" dt="2024-01-24T12:48:04.210" v="113" actId="26606"/>
          <ac:spMkLst>
            <pc:docMk/>
            <pc:sldMk cId="4037457129" sldId="256"/>
            <ac:spMk id="8" creationId="{F49775AF-8896-43EE-92C6-83497D6DC56F}"/>
          </ac:spMkLst>
        </pc:spChg>
        <pc:spChg chg="add del">
          <ac:chgData name="Marina Pavlovic" userId="0d7f52ac4825222f" providerId="LiveId" clId="{86856DD6-54C3-4E61-8FFA-C5C59C744505}" dt="2024-01-24T12:46:58.270" v="97" actId="26606"/>
          <ac:spMkLst>
            <pc:docMk/>
            <pc:sldMk cId="4037457129" sldId="256"/>
            <ac:spMk id="9" creationId="{007891EC-4501-44ED-A8C8-B11B6DB767AB}"/>
          </ac:spMkLst>
        </pc:spChg>
        <pc:spChg chg="add del">
          <ac:chgData name="Marina Pavlovic" userId="0d7f52ac4825222f" providerId="LiveId" clId="{86856DD6-54C3-4E61-8FFA-C5C59C744505}" dt="2024-01-24T12:48:22.112" v="117" actId="26606"/>
          <ac:spMkLst>
            <pc:docMk/>
            <pc:sldMk cId="4037457129" sldId="256"/>
            <ac:spMk id="10" creationId="{55B419A7-F817-4767-8CCB-FB0E189C4ACD}"/>
          </ac:spMkLst>
        </pc:spChg>
        <pc:spChg chg="add del">
          <ac:chgData name="Marina Pavlovic" userId="0d7f52ac4825222f" providerId="LiveId" clId="{86856DD6-54C3-4E61-8FFA-C5C59C744505}" dt="2024-01-24T12:47:05.281" v="101" actId="26606"/>
          <ac:spMkLst>
            <pc:docMk/>
            <pc:sldMk cId="4037457129" sldId="256"/>
            <ac:spMk id="13" creationId="{ADA271CD-3011-4A05-B4A3-80F1794684F2}"/>
          </ac:spMkLst>
        </pc:spChg>
        <pc:spChg chg="add del">
          <ac:chgData name="Marina Pavlovic" userId="0d7f52ac4825222f" providerId="LiveId" clId="{86856DD6-54C3-4E61-8FFA-C5C59C744505}" dt="2024-01-24T12:47:05.281" v="101" actId="26606"/>
          <ac:spMkLst>
            <pc:docMk/>
            <pc:sldMk cId="4037457129" sldId="256"/>
            <ac:spMk id="14" creationId="{55B419A7-F817-4767-8CCB-FB0E189C4ACD}"/>
          </ac:spMkLst>
        </pc:spChg>
        <pc:spChg chg="add del">
          <ac:chgData name="Marina Pavlovic" userId="0d7f52ac4825222f" providerId="LiveId" clId="{86856DD6-54C3-4E61-8FFA-C5C59C744505}" dt="2024-01-24T12:48:22.112" v="117" actId="26606"/>
          <ac:spMkLst>
            <pc:docMk/>
            <pc:sldMk cId="4037457129" sldId="256"/>
            <ac:spMk id="17" creationId="{ADA271CD-3011-4A05-B4A3-80F1794684F2}"/>
          </ac:spMkLst>
        </pc:spChg>
        <pc:spChg chg="add del">
          <ac:chgData name="Marina Pavlovic" userId="0d7f52ac4825222f" providerId="LiveId" clId="{86856DD6-54C3-4E61-8FFA-C5C59C744505}" dt="2024-01-24T12:47:14.787" v="105" actId="26606"/>
          <ac:spMkLst>
            <pc:docMk/>
            <pc:sldMk cId="4037457129" sldId="256"/>
            <ac:spMk id="18" creationId="{BE229233-9672-4675-99B7-6CBCEF1CD415}"/>
          </ac:spMkLst>
        </pc:spChg>
        <pc:spChg chg="add del">
          <ac:chgData name="Marina Pavlovic" userId="0d7f52ac4825222f" providerId="LiveId" clId="{86856DD6-54C3-4E61-8FFA-C5C59C744505}" dt="2024-01-24T12:47:14.787" v="105" actId="26606"/>
          <ac:spMkLst>
            <pc:docMk/>
            <pc:sldMk cId="4037457129" sldId="256"/>
            <ac:spMk id="19" creationId="{EC5FF010-B53C-46BE-BEEF-AF926A00F67F}"/>
          </ac:spMkLst>
        </pc:spChg>
        <pc:spChg chg="add del">
          <ac:chgData name="Marina Pavlovic" userId="0d7f52ac4825222f" providerId="LiveId" clId="{86856DD6-54C3-4E61-8FFA-C5C59C744505}" dt="2024-01-24T12:47:14.787" v="105" actId="26606"/>
          <ac:spMkLst>
            <pc:docMk/>
            <pc:sldMk cId="4037457129" sldId="256"/>
            <ac:spMk id="21" creationId="{8509AD9C-1F43-4138-A72B-8CA988EDD475}"/>
          </ac:spMkLst>
        </pc:spChg>
        <pc:spChg chg="add del">
          <ac:chgData name="Marina Pavlovic" userId="0d7f52ac4825222f" providerId="LiveId" clId="{86856DD6-54C3-4E61-8FFA-C5C59C744505}" dt="2024-01-24T12:49:35.394" v="134" actId="26606"/>
          <ac:spMkLst>
            <pc:docMk/>
            <pc:sldMk cId="4037457129" sldId="256"/>
            <ac:spMk id="22" creationId="{9B7AD9F6-8CE7-4299-8FC6-328F4DCD3FF9}"/>
          </ac:spMkLst>
        </pc:spChg>
        <pc:spChg chg="add del">
          <ac:chgData name="Marina Pavlovic" userId="0d7f52ac4825222f" providerId="LiveId" clId="{86856DD6-54C3-4E61-8FFA-C5C59C744505}" dt="2024-01-24T12:47:21.906" v="107" actId="26606"/>
          <ac:spMkLst>
            <pc:docMk/>
            <pc:sldMk cId="4037457129" sldId="256"/>
            <ac:spMk id="23" creationId="{C56AE383-06A1-42D3-B1AF-CE22194F54B7}"/>
          </ac:spMkLst>
        </pc:spChg>
        <pc:spChg chg="add del">
          <ac:chgData name="Marina Pavlovic" userId="0d7f52ac4825222f" providerId="LiveId" clId="{86856DD6-54C3-4E61-8FFA-C5C59C744505}" dt="2024-01-24T12:47:21.906" v="107" actId="26606"/>
          <ac:spMkLst>
            <pc:docMk/>
            <pc:sldMk cId="4037457129" sldId="256"/>
            <ac:spMk id="24" creationId="{3D70B90B-BED1-4715-9BFE-9622C47A2B2F}"/>
          </ac:spMkLst>
        </pc:spChg>
        <pc:spChg chg="add del">
          <ac:chgData name="Marina Pavlovic" userId="0d7f52ac4825222f" providerId="LiveId" clId="{86856DD6-54C3-4E61-8FFA-C5C59C744505}" dt="2024-01-24T12:47:43.292" v="109" actId="26606"/>
          <ac:spMkLst>
            <pc:docMk/>
            <pc:sldMk cId="4037457129" sldId="256"/>
            <ac:spMk id="27" creationId="{5CC50F2E-EF04-4D7A-A09C-5AEF6E5EAD67}"/>
          </ac:spMkLst>
        </pc:spChg>
        <pc:spChg chg="add del">
          <ac:chgData name="Marina Pavlovic" userId="0d7f52ac4825222f" providerId="LiveId" clId="{86856DD6-54C3-4E61-8FFA-C5C59C744505}" dt="2024-01-24T12:47:43.292" v="109" actId="26606"/>
          <ac:spMkLst>
            <pc:docMk/>
            <pc:sldMk cId="4037457129" sldId="256"/>
            <ac:spMk id="28" creationId="{F489C2E0-4895-4B72-85EA-7EE9FAFFDC7E}"/>
          </ac:spMkLst>
        </pc:spChg>
        <pc:spChg chg="add del">
          <ac:chgData name="Marina Pavlovic" userId="0d7f52ac4825222f" providerId="LiveId" clId="{86856DD6-54C3-4E61-8FFA-C5C59C744505}" dt="2024-01-24T12:49:35.394" v="134" actId="26606"/>
          <ac:spMkLst>
            <pc:docMk/>
            <pc:sldMk cId="4037457129" sldId="256"/>
            <ac:spMk id="31" creationId="{59D1047C-7BE7-47BE-ABA7-DE6801D1C442}"/>
          </ac:spMkLst>
        </pc:spChg>
        <pc:spChg chg="add del">
          <ac:chgData name="Marina Pavlovic" userId="0d7f52ac4825222f" providerId="LiveId" clId="{86856DD6-54C3-4E61-8FFA-C5C59C744505}" dt="2024-01-24T12:49:35.394" v="134" actId="26606"/>
          <ac:spMkLst>
            <pc:docMk/>
            <pc:sldMk cId="4037457129" sldId="256"/>
            <ac:spMk id="32" creationId="{F49775AF-8896-43EE-92C6-83497D6DC56F}"/>
          </ac:spMkLst>
        </pc:spChg>
        <pc:spChg chg="add del">
          <ac:chgData name="Marina Pavlovic" userId="0d7f52ac4825222f" providerId="LiveId" clId="{86856DD6-54C3-4E61-8FFA-C5C59C744505}" dt="2024-01-24T12:51:41.330" v="146" actId="26606"/>
          <ac:spMkLst>
            <pc:docMk/>
            <pc:sldMk cId="4037457129" sldId="256"/>
            <ac:spMk id="33" creationId="{798FE0E0-D95D-46EF-A375-475D4DB0ED45}"/>
          </ac:spMkLst>
        </pc:spChg>
        <pc:spChg chg="add del">
          <ac:chgData name="Marina Pavlovic" userId="0d7f52ac4825222f" providerId="LiveId" clId="{86856DD6-54C3-4E61-8FFA-C5C59C744505}" dt="2024-01-24T12:51:07.529" v="142" actId="26606"/>
          <ac:spMkLst>
            <pc:docMk/>
            <pc:sldMk cId="4037457129" sldId="256"/>
            <ac:spMk id="34" creationId="{55B419A7-F817-4767-8CCB-FB0E189C4ACD}"/>
          </ac:spMkLst>
        </pc:spChg>
        <pc:spChg chg="add del">
          <ac:chgData name="Marina Pavlovic" userId="0d7f52ac4825222f" providerId="LiveId" clId="{86856DD6-54C3-4E61-8FFA-C5C59C744505}" dt="2024-01-24T12:51:07.529" v="142" actId="26606"/>
          <ac:spMkLst>
            <pc:docMk/>
            <pc:sldMk cId="4037457129" sldId="256"/>
            <ac:spMk id="36" creationId="{9FBB9AF1-CE92-475C-A47B-5FC32922B3E9}"/>
          </ac:spMkLst>
        </pc:spChg>
        <pc:spChg chg="add del">
          <ac:chgData name="Marina Pavlovic" userId="0d7f52ac4825222f" providerId="LiveId" clId="{86856DD6-54C3-4E61-8FFA-C5C59C744505}" dt="2024-01-24T12:51:07.529" v="142" actId="26606"/>
          <ac:spMkLst>
            <pc:docMk/>
            <pc:sldMk cId="4037457129" sldId="256"/>
            <ac:spMk id="38" creationId="{7021D92D-08FF-45A6-9109-AC9462C7E8E3}"/>
          </ac:spMkLst>
        </pc:spChg>
        <pc:spChg chg="add del">
          <ac:chgData name="Marina Pavlovic" userId="0d7f52ac4825222f" providerId="LiveId" clId="{86856DD6-54C3-4E61-8FFA-C5C59C744505}" dt="2024-01-24T12:51:41.330" v="146" actId="26606"/>
          <ac:spMkLst>
            <pc:docMk/>
            <pc:sldMk cId="4037457129" sldId="256"/>
            <ac:spMk id="40" creationId="{D503E11D-D7FB-44ED-80F1-8CDAD7A9A4BE}"/>
          </ac:spMkLst>
        </pc:spChg>
        <pc:spChg chg="add del">
          <ac:chgData name="Marina Pavlovic" userId="0d7f52ac4825222f" providerId="LiveId" clId="{86856DD6-54C3-4E61-8FFA-C5C59C744505}" dt="2024-01-24T12:51:41.330" v="146" actId="26606"/>
          <ac:spMkLst>
            <pc:docMk/>
            <pc:sldMk cId="4037457129" sldId="256"/>
            <ac:spMk id="41" creationId="{2D82A42F-AEBE-4065-9792-036A904D8564}"/>
          </ac:spMkLst>
        </pc:spChg>
        <pc:spChg chg="add del">
          <ac:chgData name="Marina Pavlovic" userId="0d7f52ac4825222f" providerId="LiveId" clId="{86856DD6-54C3-4E61-8FFA-C5C59C744505}" dt="2024-01-24T12:50:50.313" v="139" actId="26606"/>
          <ac:spMkLst>
            <pc:docMk/>
            <pc:sldMk cId="4037457129" sldId="256"/>
            <ac:spMk id="43" creationId="{C63AB9E1-499E-41EB-A74E-905920CCDF67}"/>
          </ac:spMkLst>
        </pc:spChg>
        <pc:spChg chg="add del">
          <ac:chgData name="Marina Pavlovic" userId="0d7f52ac4825222f" providerId="LiveId" clId="{86856DD6-54C3-4E61-8FFA-C5C59C744505}" dt="2024-01-24T12:52:51.400" v="153" actId="26606"/>
          <ac:spMkLst>
            <pc:docMk/>
            <pc:sldMk cId="4037457129" sldId="256"/>
            <ac:spMk id="44" creationId="{55B419A7-F817-4767-8CCB-FB0E189C4ACD}"/>
          </ac:spMkLst>
        </pc:spChg>
        <pc:spChg chg="add del">
          <ac:chgData name="Marina Pavlovic" userId="0d7f52ac4825222f" providerId="LiveId" clId="{86856DD6-54C3-4E61-8FFA-C5C59C744505}" dt="2024-01-24T12:52:51.400" v="153" actId="26606"/>
          <ac:spMkLst>
            <pc:docMk/>
            <pc:sldMk cId="4037457129" sldId="256"/>
            <ac:spMk id="48" creationId="{ADA271CD-3011-4A05-B4A3-80F1794684F2}"/>
          </ac:spMkLst>
        </pc:spChg>
        <pc:spChg chg="add del">
          <ac:chgData name="Marina Pavlovic" userId="0d7f52ac4825222f" providerId="LiveId" clId="{86856DD6-54C3-4E61-8FFA-C5C59C744505}" dt="2024-01-24T12:51:06.372" v="141" actId="26606"/>
          <ac:spMkLst>
            <pc:docMk/>
            <pc:sldMk cId="4037457129" sldId="256"/>
            <ac:spMk id="51" creationId="{7A18C9FB-EC4C-4DAE-8F7D-C6E5AF607958}"/>
          </ac:spMkLst>
        </pc:spChg>
        <pc:spChg chg="add del">
          <ac:chgData name="Marina Pavlovic" userId="0d7f52ac4825222f" providerId="LiveId" clId="{86856DD6-54C3-4E61-8FFA-C5C59C744505}" dt="2024-01-24T12:51:06.372" v="141" actId="26606"/>
          <ac:spMkLst>
            <pc:docMk/>
            <pc:sldMk cId="4037457129" sldId="256"/>
            <ac:spMk id="52" creationId="{B47A9921-6509-49C2-BEBF-924F28066091}"/>
          </ac:spMkLst>
        </pc:spChg>
        <pc:spChg chg="add">
          <ac:chgData name="Marina Pavlovic" userId="0d7f52ac4825222f" providerId="LiveId" clId="{86856DD6-54C3-4E61-8FFA-C5C59C744505}" dt="2024-01-24T12:52:51.400" v="153" actId="26606"/>
          <ac:spMkLst>
            <pc:docMk/>
            <pc:sldMk cId="4037457129" sldId="256"/>
            <ac:spMk id="53" creationId="{0671A8AE-40A1-4631-A6B8-581AFF065482}"/>
          </ac:spMkLst>
        </pc:spChg>
        <pc:spChg chg="add">
          <ac:chgData name="Marina Pavlovic" userId="0d7f52ac4825222f" providerId="LiveId" clId="{86856DD6-54C3-4E61-8FFA-C5C59C744505}" dt="2024-01-24T12:52:51.400" v="153" actId="26606"/>
          <ac:spMkLst>
            <pc:docMk/>
            <pc:sldMk cId="4037457129" sldId="256"/>
            <ac:spMk id="55" creationId="{A44CD100-6267-4E62-AA64-2182A3A6A1C0}"/>
          </ac:spMkLst>
        </pc:spChg>
        <pc:spChg chg="add">
          <ac:chgData name="Marina Pavlovic" userId="0d7f52ac4825222f" providerId="LiveId" clId="{86856DD6-54C3-4E61-8FFA-C5C59C744505}" dt="2024-01-24T12:52:51.400" v="153" actId="26606"/>
          <ac:spMkLst>
            <pc:docMk/>
            <pc:sldMk cId="4037457129" sldId="256"/>
            <ac:spMk id="57" creationId="{AF2F604E-43BE-4DC3-B983-E071523364F8}"/>
          </ac:spMkLst>
        </pc:spChg>
        <pc:spChg chg="add">
          <ac:chgData name="Marina Pavlovic" userId="0d7f52ac4825222f" providerId="LiveId" clId="{86856DD6-54C3-4E61-8FFA-C5C59C744505}" dt="2024-01-24T12:52:51.400" v="153" actId="26606"/>
          <ac:spMkLst>
            <pc:docMk/>
            <pc:sldMk cId="4037457129" sldId="256"/>
            <ac:spMk id="59" creationId="{08C9B587-E65E-4B52-B37C-ABEBB6E87928}"/>
          </ac:spMkLst>
        </pc:spChg>
        <pc:spChg chg="add del">
          <ac:chgData name="Marina Pavlovic" userId="0d7f52ac4825222f" providerId="LiveId" clId="{86856DD6-54C3-4E61-8FFA-C5C59C744505}" dt="2024-01-24T12:48:27.119" v="119" actId="26606"/>
          <ac:spMkLst>
            <pc:docMk/>
            <pc:sldMk cId="4037457129" sldId="256"/>
            <ac:spMk id="94" creationId="{D6F5F07B-A917-442C-82D5-5719737E9E68}"/>
          </ac:spMkLst>
        </pc:spChg>
        <pc:spChg chg="add del">
          <ac:chgData name="Marina Pavlovic" userId="0d7f52ac4825222f" providerId="LiveId" clId="{86856DD6-54C3-4E61-8FFA-C5C59C744505}" dt="2024-01-24T12:48:27.119" v="119" actId="26606"/>
          <ac:spMkLst>
            <pc:docMk/>
            <pc:sldMk cId="4037457129" sldId="256"/>
            <ac:spMk id="96" creationId="{B7E0C296-2B1B-4589-84EA-239D878496D5}"/>
          </ac:spMkLst>
        </pc:spChg>
        <pc:spChg chg="add del">
          <ac:chgData name="Marina Pavlovic" userId="0d7f52ac4825222f" providerId="LiveId" clId="{86856DD6-54C3-4E61-8FFA-C5C59C744505}" dt="2024-01-24T12:49:25.474" v="130" actId="26606"/>
          <ac:spMkLst>
            <pc:docMk/>
            <pc:sldMk cId="4037457129" sldId="256"/>
            <ac:spMk id="114" creationId="{55B419A7-F817-4767-8CCB-FB0E189C4ACD}"/>
          </ac:spMkLst>
        </pc:spChg>
        <pc:spChg chg="add del">
          <ac:chgData name="Marina Pavlovic" userId="0d7f52ac4825222f" providerId="LiveId" clId="{86856DD6-54C3-4E61-8FFA-C5C59C744505}" dt="2024-01-24T12:49:25.474" v="130" actId="26606"/>
          <ac:spMkLst>
            <pc:docMk/>
            <pc:sldMk cId="4037457129" sldId="256"/>
            <ac:spMk id="116" creationId="{ADA271CD-3011-4A05-B4A3-80F1794684F2}"/>
          </ac:spMkLst>
        </pc:spChg>
        <pc:spChg chg="add del">
          <ac:chgData name="Marina Pavlovic" userId="0d7f52ac4825222f" providerId="LiveId" clId="{86856DD6-54C3-4E61-8FFA-C5C59C744505}" dt="2024-01-24T12:49:03.960" v="125" actId="26606"/>
          <ac:spMkLst>
            <pc:docMk/>
            <pc:sldMk cId="4037457129" sldId="256"/>
            <ac:spMk id="121" creationId="{489B7BFD-8F45-4093-AD9C-91B15B0503D9}"/>
          </ac:spMkLst>
        </pc:spChg>
        <pc:spChg chg="add del">
          <ac:chgData name="Marina Pavlovic" userId="0d7f52ac4825222f" providerId="LiveId" clId="{86856DD6-54C3-4E61-8FFA-C5C59C744505}" dt="2024-01-24T12:49:03.960" v="125" actId="26606"/>
          <ac:spMkLst>
            <pc:docMk/>
            <pc:sldMk cId="4037457129" sldId="256"/>
            <ac:spMk id="123" creationId="{D9DFE8A5-DCEC-4A43-B613-D62AC8C5734F}"/>
          </ac:spMkLst>
        </pc:spChg>
        <pc:spChg chg="add del">
          <ac:chgData name="Marina Pavlovic" userId="0d7f52ac4825222f" providerId="LiveId" clId="{86856DD6-54C3-4E61-8FFA-C5C59C744505}" dt="2024-01-24T12:49:03.960" v="125" actId="26606"/>
          <ac:spMkLst>
            <pc:docMk/>
            <pc:sldMk cId="4037457129" sldId="256"/>
            <ac:spMk id="125" creationId="{2B369A2E-99B1-4A2B-9343-957A6C165FD9}"/>
          </ac:spMkLst>
        </pc:spChg>
        <pc:spChg chg="add del">
          <ac:chgData name="Marina Pavlovic" userId="0d7f52ac4825222f" providerId="LiveId" clId="{86856DD6-54C3-4E61-8FFA-C5C59C744505}" dt="2024-01-24T12:49:03.960" v="125" actId="26606"/>
          <ac:spMkLst>
            <pc:docMk/>
            <pc:sldMk cId="4037457129" sldId="256"/>
            <ac:spMk id="127" creationId="{26B7664A-BE61-4A65-B937-A31E08B8B9AD}"/>
          </ac:spMkLst>
        </pc:spChg>
        <pc:spChg chg="add del">
          <ac:chgData name="Marina Pavlovic" userId="0d7f52ac4825222f" providerId="LiveId" clId="{86856DD6-54C3-4E61-8FFA-C5C59C744505}" dt="2024-01-24T12:49:03.960" v="125" actId="26606"/>
          <ac:spMkLst>
            <pc:docMk/>
            <pc:sldMk cId="4037457129" sldId="256"/>
            <ac:spMk id="129" creationId="{279CAF82-0ECF-42BE-8F37-F71941E5D410}"/>
          </ac:spMkLst>
        </pc:spChg>
        <pc:spChg chg="add del">
          <ac:chgData name="Marina Pavlovic" userId="0d7f52ac4825222f" providerId="LiveId" clId="{86856DD6-54C3-4E61-8FFA-C5C59C744505}" dt="2024-01-24T12:49:03.960" v="125" actId="26606"/>
          <ac:spMkLst>
            <pc:docMk/>
            <pc:sldMk cId="4037457129" sldId="256"/>
            <ac:spMk id="131" creationId="{B3D7D008-0B6D-4161-BEDA-6AF6A03BCB67}"/>
          </ac:spMkLst>
        </pc:spChg>
        <pc:spChg chg="add del">
          <ac:chgData name="Marina Pavlovic" userId="0d7f52ac4825222f" providerId="LiveId" clId="{86856DD6-54C3-4E61-8FFA-C5C59C744505}" dt="2024-01-24T12:49:03.960" v="125" actId="26606"/>
          <ac:spMkLst>
            <pc:docMk/>
            <pc:sldMk cId="4037457129" sldId="256"/>
            <ac:spMk id="148" creationId="{033BC44A-0661-43B4-9C14-FD5963C226AE}"/>
          </ac:spMkLst>
        </pc:spChg>
        <pc:spChg chg="add del">
          <ac:chgData name="Marina Pavlovic" userId="0d7f52ac4825222f" providerId="LiveId" clId="{86856DD6-54C3-4E61-8FFA-C5C59C744505}" dt="2024-01-24T12:49:03.960" v="125" actId="26606"/>
          <ac:spMkLst>
            <pc:docMk/>
            <pc:sldMk cId="4037457129" sldId="256"/>
            <ac:spMk id="150" creationId="{6AA707BA-98B0-47C5-B34A-63D60A0108EF}"/>
          </ac:spMkLst>
        </pc:spChg>
        <pc:spChg chg="add del">
          <ac:chgData name="Marina Pavlovic" userId="0d7f52ac4825222f" providerId="LiveId" clId="{86856DD6-54C3-4E61-8FFA-C5C59C744505}" dt="2024-01-24T12:49:09.698" v="127" actId="26606"/>
          <ac:spMkLst>
            <pc:docMk/>
            <pc:sldMk cId="4037457129" sldId="256"/>
            <ac:spMk id="152" creationId="{EA164D6B-6878-4B9F-A2D0-985D39B17B46}"/>
          </ac:spMkLst>
        </pc:spChg>
        <pc:spChg chg="add del">
          <ac:chgData name="Marina Pavlovic" userId="0d7f52ac4825222f" providerId="LiveId" clId="{86856DD6-54C3-4E61-8FFA-C5C59C744505}" dt="2024-01-24T12:49:09.698" v="127" actId="26606"/>
          <ac:spMkLst>
            <pc:docMk/>
            <pc:sldMk cId="4037457129" sldId="256"/>
            <ac:spMk id="153" creationId="{362F176A-9349-4CD7-8042-59C0200C8CE9}"/>
          </ac:spMkLst>
        </pc:spChg>
        <pc:spChg chg="add del">
          <ac:chgData name="Marina Pavlovic" userId="0d7f52ac4825222f" providerId="LiveId" clId="{86856DD6-54C3-4E61-8FFA-C5C59C744505}" dt="2024-01-24T12:49:09.698" v="127" actId="26606"/>
          <ac:spMkLst>
            <pc:docMk/>
            <pc:sldMk cId="4037457129" sldId="256"/>
            <ac:spMk id="154" creationId="{4E9A171F-91A7-42F8-B25C-E38B244E757C}"/>
          </ac:spMkLst>
        </pc:spChg>
        <pc:spChg chg="add del">
          <ac:chgData name="Marina Pavlovic" userId="0d7f52ac4825222f" providerId="LiveId" clId="{86856DD6-54C3-4E61-8FFA-C5C59C744505}" dt="2024-01-24T12:49:09.698" v="127" actId="26606"/>
          <ac:spMkLst>
            <pc:docMk/>
            <pc:sldMk cId="4037457129" sldId="256"/>
            <ac:spMk id="155" creationId="{064738AB-B6BE-4867-889A-52CE4AC8DBD0}"/>
          </ac:spMkLst>
        </pc:spChg>
        <pc:spChg chg="add del">
          <ac:chgData name="Marina Pavlovic" userId="0d7f52ac4825222f" providerId="LiveId" clId="{86856DD6-54C3-4E61-8FFA-C5C59C744505}" dt="2024-01-24T12:49:09.698" v="127" actId="26606"/>
          <ac:spMkLst>
            <pc:docMk/>
            <pc:sldMk cId="4037457129" sldId="256"/>
            <ac:spMk id="156" creationId="{57851D67-7085-40E2-B146-F91433A28E08}"/>
          </ac:spMkLst>
        </pc:spChg>
        <pc:spChg chg="add del">
          <ac:chgData name="Marina Pavlovic" userId="0d7f52ac4825222f" providerId="LiveId" clId="{86856DD6-54C3-4E61-8FFA-C5C59C744505}" dt="2024-01-24T12:49:09.698" v="127" actId="26606"/>
          <ac:spMkLst>
            <pc:docMk/>
            <pc:sldMk cId="4037457129" sldId="256"/>
            <ac:spMk id="157" creationId="{985AAE23-FCB6-4663-907C-0110B0FDC58E}"/>
          </ac:spMkLst>
        </pc:spChg>
        <pc:spChg chg="add del">
          <ac:chgData name="Marina Pavlovic" userId="0d7f52ac4825222f" providerId="LiveId" clId="{86856DD6-54C3-4E61-8FFA-C5C59C744505}" dt="2024-01-24T12:49:09.698" v="127" actId="26606"/>
          <ac:spMkLst>
            <pc:docMk/>
            <pc:sldMk cId="4037457129" sldId="256"/>
            <ac:spMk id="158" creationId="{9C969C2C-E7E3-4052-87D4-61E733EC1BBD}"/>
          </ac:spMkLst>
        </pc:spChg>
        <pc:spChg chg="add del">
          <ac:chgData name="Marina Pavlovic" userId="0d7f52ac4825222f" providerId="LiveId" clId="{86856DD6-54C3-4E61-8FFA-C5C59C744505}" dt="2024-01-24T12:49:09.698" v="127" actId="26606"/>
          <ac:spMkLst>
            <pc:docMk/>
            <pc:sldMk cId="4037457129" sldId="256"/>
            <ac:spMk id="159" creationId="{7C60369F-A41B-4D6E-8990-30E2715C5730}"/>
          </ac:spMkLst>
        </pc:spChg>
        <pc:spChg chg="add del">
          <ac:chgData name="Marina Pavlovic" userId="0d7f52ac4825222f" providerId="LiveId" clId="{86856DD6-54C3-4E61-8FFA-C5C59C744505}" dt="2024-01-24T12:49:20.807" v="129" actId="26606"/>
          <ac:spMkLst>
            <pc:docMk/>
            <pc:sldMk cId="4037457129" sldId="256"/>
            <ac:spMk id="161" creationId="{6DA65B90-7B06-4499-91BA-CDDD36132481}"/>
          </ac:spMkLst>
        </pc:spChg>
        <pc:spChg chg="add del">
          <ac:chgData name="Marina Pavlovic" userId="0d7f52ac4825222f" providerId="LiveId" clId="{86856DD6-54C3-4E61-8FFA-C5C59C744505}" dt="2024-01-24T12:49:20.807" v="129" actId="26606"/>
          <ac:spMkLst>
            <pc:docMk/>
            <pc:sldMk cId="4037457129" sldId="256"/>
            <ac:spMk id="162" creationId="{E99D7AAF-4170-4D21-AB6C-605F6F100C2E}"/>
          </ac:spMkLst>
        </pc:spChg>
        <pc:spChg chg="add del">
          <ac:chgData name="Marina Pavlovic" userId="0d7f52ac4825222f" providerId="LiveId" clId="{86856DD6-54C3-4E61-8FFA-C5C59C744505}" dt="2024-01-24T12:49:20.807" v="129" actId="26606"/>
          <ac:spMkLst>
            <pc:docMk/>
            <pc:sldMk cId="4037457129" sldId="256"/>
            <ac:spMk id="163" creationId="{9502469D-C562-48E3-ABA2-3CFA55C52684}"/>
          </ac:spMkLst>
        </pc:spChg>
        <pc:grpChg chg="add del">
          <ac:chgData name="Marina Pavlovic" userId="0d7f52ac4825222f" providerId="LiveId" clId="{86856DD6-54C3-4E61-8FFA-C5C59C744505}" dt="2024-01-24T12:48:27.119" v="119" actId="26606"/>
          <ac:grpSpMkLst>
            <pc:docMk/>
            <pc:sldMk cId="4037457129" sldId="256"/>
            <ac:grpSpMk id="97" creationId="{3CDD339A-0D5C-435F-B70C-6498DB974BEE}"/>
          </ac:grpSpMkLst>
        </pc:grpChg>
        <pc:grpChg chg="add del">
          <ac:chgData name="Marina Pavlovic" userId="0d7f52ac4825222f" providerId="LiveId" clId="{86856DD6-54C3-4E61-8FFA-C5C59C744505}" dt="2024-01-24T12:49:03.960" v="125" actId="26606"/>
          <ac:grpSpMkLst>
            <pc:docMk/>
            <pc:sldMk cId="4037457129" sldId="256"/>
            <ac:grpSpMk id="133" creationId="{E0339FE9-6931-4B68-8E22-6539BB60873F}"/>
          </ac:grpSpMkLst>
        </pc:grpChg>
        <pc:grpChg chg="add del">
          <ac:chgData name="Marina Pavlovic" userId="0d7f52ac4825222f" providerId="LiveId" clId="{86856DD6-54C3-4E61-8FFA-C5C59C744505}" dt="2024-01-24T12:49:03.960" v="125" actId="26606"/>
          <ac:grpSpMkLst>
            <pc:docMk/>
            <pc:sldMk cId="4037457129" sldId="256"/>
            <ac:grpSpMk id="137" creationId="{D0218489-E03B-4E4F-9ADA-EC579122A1A1}"/>
          </ac:grpSpMkLst>
        </pc:grpChg>
        <pc:grpChg chg="add del">
          <ac:chgData name="Marina Pavlovic" userId="0d7f52ac4825222f" providerId="LiveId" clId="{86856DD6-54C3-4E61-8FFA-C5C59C744505}" dt="2024-01-24T12:49:03.960" v="125" actId="26606"/>
          <ac:grpSpMkLst>
            <pc:docMk/>
            <pc:sldMk cId="4037457129" sldId="256"/>
            <ac:grpSpMk id="141" creationId="{FB9739EB-7F66-433D-841F-AB3CD18700B7}"/>
          </ac:grpSpMkLst>
        </pc:grpChg>
        <pc:picChg chg="add del mod">
          <ac:chgData name="Marina Pavlovic" userId="0d7f52ac4825222f" providerId="LiveId" clId="{86856DD6-54C3-4E61-8FFA-C5C59C744505}" dt="2024-02-17T11:43:18.220" v="14082"/>
          <ac:picMkLst>
            <pc:docMk/>
            <pc:sldMk cId="4037457129" sldId="256"/>
            <ac:picMk id="4" creationId="{317A562D-FFFE-E26F-ABAA-A2B20066E626}"/>
          </ac:picMkLst>
        </pc:picChg>
        <pc:picChg chg="add del mod">
          <ac:chgData name="Marina Pavlovic" userId="0d7f52ac4825222f" providerId="LiveId" clId="{86856DD6-54C3-4E61-8FFA-C5C59C744505}" dt="2024-01-24T12:46:58.270" v="97" actId="26606"/>
          <ac:picMkLst>
            <pc:docMk/>
            <pc:sldMk cId="4037457129" sldId="256"/>
            <ac:picMk id="4" creationId="{4FC350C0-8616-74CE-71F6-E94A81D7C191}"/>
          </ac:picMkLst>
        </pc:picChg>
        <pc:picChg chg="add del mod">
          <ac:chgData name="Marina Pavlovic" userId="0d7f52ac4825222f" providerId="LiveId" clId="{86856DD6-54C3-4E61-8FFA-C5C59C744505}" dt="2024-01-24T12:48:04.210" v="113" actId="26606"/>
          <ac:picMkLst>
            <pc:docMk/>
            <pc:sldMk cId="4037457129" sldId="256"/>
            <ac:picMk id="6" creationId="{1E690A88-1E6C-AD20-466D-DE999645F71A}"/>
          </ac:picMkLst>
        </pc:picChg>
        <pc:picChg chg="add del mod">
          <ac:chgData name="Marina Pavlovic" userId="0d7f52ac4825222f" providerId="LiveId" clId="{86856DD6-54C3-4E61-8FFA-C5C59C744505}" dt="2024-02-17T10:59:34.327" v="13830"/>
          <ac:picMkLst>
            <pc:docMk/>
            <pc:sldMk cId="4037457129" sldId="256"/>
            <ac:picMk id="6" creationId="{2738B4DE-373F-B571-2EEB-B20DEA964FC3}"/>
          </ac:picMkLst>
        </pc:picChg>
        <pc:picChg chg="add del mod ord">
          <ac:chgData name="Marina Pavlovic" userId="0d7f52ac4825222f" providerId="LiveId" clId="{86856DD6-54C3-4E61-8FFA-C5C59C744505}" dt="2024-02-17T11:43:39.334" v="14083"/>
          <ac:picMkLst>
            <pc:docMk/>
            <pc:sldMk cId="4037457129" sldId="256"/>
            <ac:picMk id="9" creationId="{125BF27C-C7F3-583F-3D53-FFFD0B3727E0}"/>
          </ac:picMkLst>
        </pc:picChg>
        <pc:picChg chg="add del mod">
          <ac:chgData name="Marina Pavlovic" userId="0d7f52ac4825222f" providerId="LiveId" clId="{86856DD6-54C3-4E61-8FFA-C5C59C744505}" dt="2024-02-17T11:44:06.858" v="14085"/>
          <ac:picMkLst>
            <pc:docMk/>
            <pc:sldMk cId="4037457129" sldId="256"/>
            <ac:picMk id="10" creationId="{3C951237-4E21-C457-E231-70CA9716B355}"/>
          </ac:picMkLst>
        </pc:picChg>
        <pc:picChg chg="add del">
          <ac:chgData name="Marina Pavlovic" userId="0d7f52ac4825222f" providerId="LiveId" clId="{86856DD6-54C3-4E61-8FFA-C5C59C744505}" dt="2024-01-24T12:48:22.112" v="117" actId="26606"/>
          <ac:picMkLst>
            <pc:docMk/>
            <pc:sldMk cId="4037457129" sldId="256"/>
            <ac:picMk id="12" creationId="{26A7813F-A139-FD92-0308-37C96FDB1D4C}"/>
          </ac:picMkLst>
        </pc:picChg>
        <pc:picChg chg="add del mod ord">
          <ac:chgData name="Marina Pavlovic" userId="0d7f52ac4825222f" providerId="LiveId" clId="{86856DD6-54C3-4E61-8FFA-C5C59C744505}" dt="2024-02-17T11:00:01.307" v="13831"/>
          <ac:picMkLst>
            <pc:docMk/>
            <pc:sldMk cId="4037457129" sldId="256"/>
            <ac:picMk id="12" creationId="{812949CE-C2BD-D585-9D9F-0AEAB429D534}"/>
          </ac:picMkLst>
        </pc:picChg>
        <pc:picChg chg="add del mod">
          <ac:chgData name="Marina Pavlovic" userId="0d7f52ac4825222f" providerId="LiveId" clId="{86856DD6-54C3-4E61-8FFA-C5C59C744505}" dt="2024-02-17T11:01:42.301" v="13833"/>
          <ac:picMkLst>
            <pc:docMk/>
            <pc:sldMk cId="4037457129" sldId="256"/>
            <ac:picMk id="13" creationId="{CF41A912-C645-9CAD-4011-9A357355037B}"/>
          </ac:picMkLst>
        </pc:picChg>
        <pc:picChg chg="add del">
          <ac:chgData name="Marina Pavlovic" userId="0d7f52ac4825222f" providerId="LiveId" clId="{86856DD6-54C3-4E61-8FFA-C5C59C744505}" dt="2024-01-24T12:47:05.281" v="101" actId="26606"/>
          <ac:picMkLst>
            <pc:docMk/>
            <pc:sldMk cId="4037457129" sldId="256"/>
            <ac:picMk id="15" creationId="{598B6EE4-4E57-223D-C697-B8F64F8B902A}"/>
          </ac:picMkLst>
        </pc:picChg>
        <pc:picChg chg="add del mod ord">
          <ac:chgData name="Marina Pavlovic" userId="0d7f52ac4825222f" providerId="LiveId" clId="{86856DD6-54C3-4E61-8FFA-C5C59C744505}" dt="2024-02-17T11:44:26.943" v="14086"/>
          <ac:picMkLst>
            <pc:docMk/>
            <pc:sldMk cId="4037457129" sldId="256"/>
            <ac:picMk id="15" creationId="{92E458DD-ABF5-F19D-6931-DDF94B754925}"/>
          </ac:picMkLst>
        </pc:picChg>
        <pc:picChg chg="add del mod">
          <ac:chgData name="Marina Pavlovic" userId="0d7f52ac4825222f" providerId="LiveId" clId="{86856DD6-54C3-4E61-8FFA-C5C59C744505}" dt="2024-02-17T11:44:52.673" v="14088"/>
          <ac:picMkLst>
            <pc:docMk/>
            <pc:sldMk cId="4037457129" sldId="256"/>
            <ac:picMk id="16" creationId="{45B0CA8C-E3BD-44BA-1C14-E1611E25A45B}"/>
          </ac:picMkLst>
        </pc:picChg>
        <pc:picChg chg="add del mod ord">
          <ac:chgData name="Marina Pavlovic" userId="0d7f52ac4825222f" providerId="LiveId" clId="{86856DD6-54C3-4E61-8FFA-C5C59C744505}" dt="2024-02-17T11:02:16.952" v="13834"/>
          <ac:picMkLst>
            <pc:docMk/>
            <pc:sldMk cId="4037457129" sldId="256"/>
            <ac:picMk id="17" creationId="{3F783325-B53A-9AD6-FDE6-51D60BD4523B}"/>
          </ac:picMkLst>
        </pc:picChg>
        <pc:picChg chg="add del mod">
          <ac:chgData name="Marina Pavlovic" userId="0d7f52ac4825222f" providerId="LiveId" clId="{86856DD6-54C3-4E61-8FFA-C5C59C744505}" dt="2024-02-17T11:06:25.020" v="13911"/>
          <ac:picMkLst>
            <pc:docMk/>
            <pc:sldMk cId="4037457129" sldId="256"/>
            <ac:picMk id="18" creationId="{FC05C864-DCF5-84EC-25D3-C1965647D4F9}"/>
          </ac:picMkLst>
        </pc:picChg>
        <pc:picChg chg="add del">
          <ac:chgData name="Marina Pavlovic" userId="0d7f52ac4825222f" providerId="LiveId" clId="{86856DD6-54C3-4E61-8FFA-C5C59C744505}" dt="2024-01-24T12:47:14.787" v="105" actId="26606"/>
          <ac:picMkLst>
            <pc:docMk/>
            <pc:sldMk cId="4037457129" sldId="256"/>
            <ac:picMk id="20" creationId="{752BC197-992D-1989-C149-55D95C022723}"/>
          </ac:picMkLst>
        </pc:picChg>
        <pc:picChg chg="add del mod ord">
          <ac:chgData name="Marina Pavlovic" userId="0d7f52ac4825222f" providerId="LiveId" clId="{86856DD6-54C3-4E61-8FFA-C5C59C744505}" dt="2024-02-17T11:45:01.163" v="14089"/>
          <ac:picMkLst>
            <pc:docMk/>
            <pc:sldMk cId="4037457129" sldId="256"/>
            <ac:picMk id="21" creationId="{BFA9831E-457A-CCC6-3FC6-6848E35E4A51}"/>
          </ac:picMkLst>
        </pc:picChg>
        <pc:picChg chg="add del mod">
          <ac:chgData name="Marina Pavlovic" userId="0d7f52ac4825222f" providerId="LiveId" clId="{86856DD6-54C3-4E61-8FFA-C5C59C744505}" dt="2024-02-17T11:45:05.518" v="14091"/>
          <ac:picMkLst>
            <pc:docMk/>
            <pc:sldMk cId="4037457129" sldId="256"/>
            <ac:picMk id="22" creationId="{7F257A52-6379-7D68-79F6-9C2A82F1C06C}"/>
          </ac:picMkLst>
        </pc:picChg>
        <pc:picChg chg="add del mod ord">
          <ac:chgData name="Marina Pavlovic" userId="0d7f52ac4825222f" providerId="LiveId" clId="{86856DD6-54C3-4E61-8FFA-C5C59C744505}" dt="2024-02-17T11:06:48.729" v="13912"/>
          <ac:picMkLst>
            <pc:docMk/>
            <pc:sldMk cId="4037457129" sldId="256"/>
            <ac:picMk id="22" creationId="{BE0CB5B9-05F9-B401-6444-546BCC372881}"/>
          </ac:picMkLst>
        </pc:picChg>
        <pc:picChg chg="add del mod">
          <ac:chgData name="Marina Pavlovic" userId="0d7f52ac4825222f" providerId="LiveId" clId="{86856DD6-54C3-4E61-8FFA-C5C59C744505}" dt="2024-02-17T11:08:07.349" v="13914"/>
          <ac:picMkLst>
            <pc:docMk/>
            <pc:sldMk cId="4037457129" sldId="256"/>
            <ac:picMk id="23" creationId="{C9D2DEFA-4CF3-B6A1-A220-BCE55FA64885}"/>
          </ac:picMkLst>
        </pc:picChg>
        <pc:picChg chg="add del">
          <ac:chgData name="Marina Pavlovic" userId="0d7f52ac4825222f" providerId="LiveId" clId="{86856DD6-54C3-4E61-8FFA-C5C59C744505}" dt="2024-01-24T12:47:21.906" v="107" actId="26606"/>
          <ac:picMkLst>
            <pc:docMk/>
            <pc:sldMk cId="4037457129" sldId="256"/>
            <ac:picMk id="25" creationId="{4707A89E-3A7E-83C8-4278-8FD2CFCCE2D5}"/>
          </ac:picMkLst>
        </pc:picChg>
        <pc:picChg chg="add del mod ord">
          <ac:chgData name="Marina Pavlovic" userId="0d7f52ac4825222f" providerId="LiveId" clId="{86856DD6-54C3-4E61-8FFA-C5C59C744505}" dt="2024-02-17T11:45:11.524" v="14092"/>
          <ac:picMkLst>
            <pc:docMk/>
            <pc:sldMk cId="4037457129" sldId="256"/>
            <ac:picMk id="25" creationId="{9C1CBBA7-F2EC-64A7-D0EF-B0013E94B6CA}"/>
          </ac:picMkLst>
        </pc:picChg>
        <pc:picChg chg="add del mod">
          <ac:chgData name="Marina Pavlovic" userId="0d7f52ac4825222f" providerId="LiveId" clId="{86856DD6-54C3-4E61-8FFA-C5C59C744505}" dt="2024-01-24T12:49:35.394" v="134" actId="26606"/>
          <ac:picMkLst>
            <pc:docMk/>
            <pc:sldMk cId="4037457129" sldId="256"/>
            <ac:picMk id="26" creationId="{3463E071-F1C2-0295-2786-D80600541046}"/>
          </ac:picMkLst>
        </pc:picChg>
        <pc:picChg chg="add del mod">
          <ac:chgData name="Marina Pavlovic" userId="0d7f52ac4825222f" providerId="LiveId" clId="{86856DD6-54C3-4E61-8FFA-C5C59C744505}" dt="2024-02-17T11:45:16.664" v="14094"/>
          <ac:picMkLst>
            <pc:docMk/>
            <pc:sldMk cId="4037457129" sldId="256"/>
            <ac:picMk id="26" creationId="{37C821C4-0795-3F43-E180-ACCACF9CA64F}"/>
          </ac:picMkLst>
        </pc:picChg>
        <pc:picChg chg="add del mod ord">
          <ac:chgData name="Marina Pavlovic" userId="0d7f52ac4825222f" providerId="LiveId" clId="{86856DD6-54C3-4E61-8FFA-C5C59C744505}" dt="2024-02-17T11:08:30.996" v="13915"/>
          <ac:picMkLst>
            <pc:docMk/>
            <pc:sldMk cId="4037457129" sldId="256"/>
            <ac:picMk id="27" creationId="{801C6122-0150-79CA-2F43-6D541C44C091}"/>
          </ac:picMkLst>
        </pc:picChg>
        <pc:picChg chg="add del mod ord">
          <ac:chgData name="Marina Pavlovic" userId="0d7f52ac4825222f" providerId="LiveId" clId="{86856DD6-54C3-4E61-8FFA-C5C59C744505}" dt="2024-02-17T11:45:35.201" v="14095"/>
          <ac:picMkLst>
            <pc:docMk/>
            <pc:sldMk cId="4037457129" sldId="256"/>
            <ac:picMk id="28" creationId="{85B38F1F-67FC-1B40-5E74-2BF68DA13BE7}"/>
          </ac:picMkLst>
        </pc:picChg>
        <pc:picChg chg="add del mod">
          <ac:chgData name="Marina Pavlovic" userId="0d7f52ac4825222f" providerId="LiveId" clId="{86856DD6-54C3-4E61-8FFA-C5C59C744505}" dt="2024-02-17T11:09:05.232" v="13917"/>
          <ac:picMkLst>
            <pc:docMk/>
            <pc:sldMk cId="4037457129" sldId="256"/>
            <ac:picMk id="28" creationId="{8E5F30C7-FC4F-00EA-E32E-741D3EF306F0}"/>
          </ac:picMkLst>
        </pc:picChg>
        <pc:picChg chg="add del mod">
          <ac:chgData name="Marina Pavlovic" userId="0d7f52ac4825222f" providerId="LiveId" clId="{86856DD6-54C3-4E61-8FFA-C5C59C744505}" dt="2024-02-17T11:45:37.934" v="14097"/>
          <ac:picMkLst>
            <pc:docMk/>
            <pc:sldMk cId="4037457129" sldId="256"/>
            <ac:picMk id="29" creationId="{00304BD6-217C-E5B2-FBD4-3C5520DA469A}"/>
          </ac:picMkLst>
        </pc:picChg>
        <pc:picChg chg="add del">
          <ac:chgData name="Marina Pavlovic" userId="0d7f52ac4825222f" providerId="LiveId" clId="{86856DD6-54C3-4E61-8FFA-C5C59C744505}" dt="2024-01-24T12:47:43.292" v="109" actId="26606"/>
          <ac:picMkLst>
            <pc:docMk/>
            <pc:sldMk cId="4037457129" sldId="256"/>
            <ac:picMk id="29" creationId="{35413ADA-B40E-28D9-E0DB-E44F96BD6397}"/>
          </ac:picMkLst>
        </pc:picChg>
        <pc:picChg chg="add del mod ord">
          <ac:chgData name="Marina Pavlovic" userId="0d7f52ac4825222f" providerId="LiveId" clId="{86856DD6-54C3-4E61-8FFA-C5C59C744505}" dt="2024-02-17T11:45:55.672" v="14098"/>
          <ac:picMkLst>
            <pc:docMk/>
            <pc:sldMk cId="4037457129" sldId="256"/>
            <ac:picMk id="32" creationId="{A8F9BBF9-6D8E-CFB4-3D70-7C3BE4DDB633}"/>
          </ac:picMkLst>
        </pc:picChg>
        <pc:picChg chg="add del mod ord">
          <ac:chgData name="Marina Pavlovic" userId="0d7f52ac4825222f" providerId="LiveId" clId="{86856DD6-54C3-4E61-8FFA-C5C59C744505}" dt="2024-02-17T11:09:27.785" v="13918"/>
          <ac:picMkLst>
            <pc:docMk/>
            <pc:sldMk cId="4037457129" sldId="256"/>
            <ac:picMk id="33" creationId="{033828F5-7E09-DB10-7723-A1171355F955}"/>
          </ac:picMkLst>
        </pc:picChg>
        <pc:picChg chg="add del mod">
          <ac:chgData name="Marina Pavlovic" userId="0d7f52ac4825222f" providerId="LiveId" clId="{86856DD6-54C3-4E61-8FFA-C5C59C744505}" dt="2024-02-17T11:45:59.123" v="14100"/>
          <ac:picMkLst>
            <pc:docMk/>
            <pc:sldMk cId="4037457129" sldId="256"/>
            <ac:picMk id="33" creationId="{ACC580B9-6838-F361-C315-A47AE3008952}"/>
          </ac:picMkLst>
        </pc:picChg>
        <pc:picChg chg="add del mod">
          <ac:chgData name="Marina Pavlovic" userId="0d7f52ac4825222f" providerId="LiveId" clId="{86856DD6-54C3-4E61-8FFA-C5C59C744505}" dt="2024-02-17T11:13:21.566" v="13920"/>
          <ac:picMkLst>
            <pc:docMk/>
            <pc:sldMk cId="4037457129" sldId="256"/>
            <ac:picMk id="34" creationId="{CBAC4C8D-0FD0-4FD9-B2FA-9145A4A04B6C}"/>
          </ac:picMkLst>
        </pc:picChg>
        <pc:picChg chg="add del mod ord">
          <ac:chgData name="Marina Pavlovic" userId="0d7f52ac4825222f" providerId="LiveId" clId="{86856DD6-54C3-4E61-8FFA-C5C59C744505}" dt="2024-01-24T12:51:07.529" v="142" actId="26606"/>
          <ac:picMkLst>
            <pc:docMk/>
            <pc:sldMk cId="4037457129" sldId="256"/>
            <ac:picMk id="35" creationId="{DAC773B0-8C87-42DD-C77B-FB70229F6813}"/>
          </ac:picMkLst>
        </pc:picChg>
        <pc:picChg chg="add del mod ord">
          <ac:chgData name="Marina Pavlovic" userId="0d7f52ac4825222f" providerId="LiveId" clId="{86856DD6-54C3-4E61-8FFA-C5C59C744505}" dt="2024-02-17T11:46:05.553" v="14101"/>
          <ac:picMkLst>
            <pc:docMk/>
            <pc:sldMk cId="4037457129" sldId="256"/>
            <ac:picMk id="36" creationId="{53AAA682-E581-6138-1ABE-8CC49FB75F47}"/>
          </ac:picMkLst>
        </pc:picChg>
        <pc:picChg chg="add del mod">
          <ac:chgData name="Marina Pavlovic" userId="0d7f52ac4825222f" providerId="LiveId" clId="{86856DD6-54C3-4E61-8FFA-C5C59C744505}" dt="2024-02-17T11:46:08.827" v="14103"/>
          <ac:picMkLst>
            <pc:docMk/>
            <pc:sldMk cId="4037457129" sldId="256"/>
            <ac:picMk id="37" creationId="{3DF9691B-FE4C-5F77-5F37-07EA2508D57E}"/>
          </ac:picMkLst>
        </pc:picChg>
        <pc:picChg chg="add del mod">
          <ac:chgData name="Marina Pavlovic" userId="0d7f52ac4825222f" providerId="LiveId" clId="{86856DD6-54C3-4E61-8FFA-C5C59C744505}" dt="2024-01-24T12:51:41.330" v="146" actId="26606"/>
          <ac:picMkLst>
            <pc:docMk/>
            <pc:sldMk cId="4037457129" sldId="256"/>
            <ac:picMk id="39" creationId="{9BD53C68-98F4-7B0A-A9BC-B8720C306E4D}"/>
          </ac:picMkLst>
        </pc:picChg>
        <pc:picChg chg="add del mod ord">
          <ac:chgData name="Marina Pavlovic" userId="0d7f52ac4825222f" providerId="LiveId" clId="{86856DD6-54C3-4E61-8FFA-C5C59C744505}" dt="2024-02-17T11:13:36.060" v="13921"/>
          <ac:picMkLst>
            <pc:docMk/>
            <pc:sldMk cId="4037457129" sldId="256"/>
            <ac:picMk id="39" creationId="{9D8D7382-CA35-7DBF-76DC-54C852E2712D}"/>
          </ac:picMkLst>
        </pc:picChg>
        <pc:picChg chg="add del mod ord">
          <ac:chgData name="Marina Pavlovic" userId="0d7f52ac4825222f" providerId="LiveId" clId="{86856DD6-54C3-4E61-8FFA-C5C59C744505}" dt="2024-02-17T11:46:29.219" v="14104"/>
          <ac:picMkLst>
            <pc:docMk/>
            <pc:sldMk cId="4037457129" sldId="256"/>
            <ac:picMk id="40" creationId="{043C2A33-DF75-D957-5612-05E44D782B24}"/>
          </ac:picMkLst>
        </pc:picChg>
        <pc:picChg chg="add del mod">
          <ac:chgData name="Marina Pavlovic" userId="0d7f52ac4825222f" providerId="LiveId" clId="{86856DD6-54C3-4E61-8FFA-C5C59C744505}" dt="2024-02-17T11:13:39.079" v="13923"/>
          <ac:picMkLst>
            <pc:docMk/>
            <pc:sldMk cId="4037457129" sldId="256"/>
            <ac:picMk id="40" creationId="{EA6150EF-A0CD-4495-FB33-9F24C19DAC56}"/>
          </ac:picMkLst>
        </pc:picChg>
        <pc:picChg chg="add del mod">
          <ac:chgData name="Marina Pavlovic" userId="0d7f52ac4825222f" providerId="LiveId" clId="{86856DD6-54C3-4E61-8FFA-C5C59C744505}" dt="2024-02-17T11:46:55.114" v="14106"/>
          <ac:picMkLst>
            <pc:docMk/>
            <pc:sldMk cId="4037457129" sldId="256"/>
            <ac:picMk id="41" creationId="{B59AF2A9-1B44-572B-EE59-C28C642F2E73}"/>
          </ac:picMkLst>
        </pc:picChg>
        <pc:picChg chg="add del mod ord">
          <ac:chgData name="Marina Pavlovic" userId="0d7f52ac4825222f" providerId="LiveId" clId="{86856DD6-54C3-4E61-8FFA-C5C59C744505}" dt="2024-02-17T11:13:55.151" v="13924"/>
          <ac:picMkLst>
            <pc:docMk/>
            <pc:sldMk cId="4037457129" sldId="256"/>
            <ac:picMk id="43" creationId="{85E7AE03-A79D-7ABE-D321-9A17FA190148}"/>
          </ac:picMkLst>
        </pc:picChg>
        <pc:picChg chg="add del mod">
          <ac:chgData name="Marina Pavlovic" userId="0d7f52ac4825222f" providerId="LiveId" clId="{86856DD6-54C3-4E61-8FFA-C5C59C744505}" dt="2024-02-17T11:13:58.950" v="13926"/>
          <ac:picMkLst>
            <pc:docMk/>
            <pc:sldMk cId="4037457129" sldId="256"/>
            <ac:picMk id="44" creationId="{DF51059D-4550-D2D9-2BE6-3C3A43A4086E}"/>
          </ac:picMkLst>
        </pc:picChg>
        <pc:picChg chg="add mod ord">
          <ac:chgData name="Marina Pavlovic" userId="0d7f52ac4825222f" providerId="LiveId" clId="{86856DD6-54C3-4E61-8FFA-C5C59C744505}" dt="2024-01-24T12:52:51.400" v="153" actId="26606"/>
          <ac:picMkLst>
            <pc:docMk/>
            <pc:sldMk cId="4037457129" sldId="256"/>
            <ac:picMk id="46" creationId="{00C79C58-63B5-0EE3-2D89-2938DA50A36F}"/>
          </ac:picMkLst>
        </pc:picChg>
        <pc:picChg chg="add del mod ord">
          <ac:chgData name="Marina Pavlovic" userId="0d7f52ac4825222f" providerId="LiveId" clId="{86856DD6-54C3-4E61-8FFA-C5C59C744505}" dt="2024-02-17T11:47:15.733" v="14107"/>
          <ac:picMkLst>
            <pc:docMk/>
            <pc:sldMk cId="4037457129" sldId="256"/>
            <ac:picMk id="47" creationId="{D83194B8-DBA3-E8B3-A99C-DF6954277B21}"/>
          </ac:picMkLst>
        </pc:picChg>
        <pc:picChg chg="add del mod">
          <ac:chgData name="Marina Pavlovic" userId="0d7f52ac4825222f" providerId="LiveId" clId="{86856DD6-54C3-4E61-8FFA-C5C59C744505}" dt="2024-02-17T11:47:43.617" v="14109"/>
          <ac:picMkLst>
            <pc:docMk/>
            <pc:sldMk cId="4037457129" sldId="256"/>
            <ac:picMk id="48" creationId="{6CF38C3B-B829-BE72-F6D6-A122DD3BC758}"/>
          </ac:picMkLst>
        </pc:picChg>
        <pc:picChg chg="add del mod ord">
          <ac:chgData name="Marina Pavlovic" userId="0d7f52ac4825222f" providerId="LiveId" clId="{86856DD6-54C3-4E61-8FFA-C5C59C744505}" dt="2024-02-17T11:14:19.379" v="13927"/>
          <ac:picMkLst>
            <pc:docMk/>
            <pc:sldMk cId="4037457129" sldId="256"/>
            <ac:picMk id="48" creationId="{FAAAB339-40DF-3B23-6621-276E13529212}"/>
          </ac:picMkLst>
        </pc:picChg>
        <pc:picChg chg="add del mod">
          <ac:chgData name="Marina Pavlovic" userId="0d7f52ac4825222f" providerId="LiveId" clId="{86856DD6-54C3-4E61-8FFA-C5C59C744505}" dt="2024-02-17T11:15:03.943" v="13929"/>
          <ac:picMkLst>
            <pc:docMk/>
            <pc:sldMk cId="4037457129" sldId="256"/>
            <ac:picMk id="49" creationId="{B6207920-20AA-95FC-FEF2-2660125DCEF7}"/>
          </ac:picMkLst>
        </pc:picChg>
        <pc:picChg chg="add del mod ord">
          <ac:chgData name="Marina Pavlovic" userId="0d7f52ac4825222f" providerId="LiveId" clId="{86856DD6-54C3-4E61-8FFA-C5C59C744505}" dt="2024-02-17T11:47:56.005" v="14110"/>
          <ac:picMkLst>
            <pc:docMk/>
            <pc:sldMk cId="4037457129" sldId="256"/>
            <ac:picMk id="54" creationId="{85F08F7C-F5C8-9F5A-5D82-864DADF8D663}"/>
          </ac:picMkLst>
        </pc:picChg>
        <pc:picChg chg="add del mod">
          <ac:chgData name="Marina Pavlovic" userId="0d7f52ac4825222f" providerId="LiveId" clId="{86856DD6-54C3-4E61-8FFA-C5C59C744505}" dt="2024-02-17T11:47:58.973" v="14112"/>
          <ac:picMkLst>
            <pc:docMk/>
            <pc:sldMk cId="4037457129" sldId="256"/>
            <ac:picMk id="56" creationId="{9485FBB7-F239-8B66-F473-3A8AFA22A454}"/>
          </ac:picMkLst>
        </pc:picChg>
        <pc:picChg chg="add del mod ord">
          <ac:chgData name="Marina Pavlovic" userId="0d7f52ac4825222f" providerId="LiveId" clId="{86856DD6-54C3-4E61-8FFA-C5C59C744505}" dt="2024-02-17T11:15:24.453" v="13930"/>
          <ac:picMkLst>
            <pc:docMk/>
            <pc:sldMk cId="4037457129" sldId="256"/>
            <ac:picMk id="56" creationId="{B27DCB8E-D892-7CE9-46FD-DBC15DA8CBD6}"/>
          </ac:picMkLst>
        </pc:picChg>
        <pc:picChg chg="add del mod">
          <ac:chgData name="Marina Pavlovic" userId="0d7f52ac4825222f" providerId="LiveId" clId="{86856DD6-54C3-4E61-8FFA-C5C59C744505}" dt="2024-02-17T11:16:17.283" v="13932"/>
          <ac:picMkLst>
            <pc:docMk/>
            <pc:sldMk cId="4037457129" sldId="256"/>
            <ac:picMk id="58" creationId="{B77CA34A-5393-EEC1-D1A0-9877AEBE2091}"/>
          </ac:picMkLst>
        </pc:picChg>
        <pc:picChg chg="add del mod ord">
          <ac:chgData name="Marina Pavlovic" userId="0d7f52ac4825222f" providerId="LiveId" clId="{86856DD6-54C3-4E61-8FFA-C5C59C744505}" dt="2024-02-17T11:48:18.337" v="14113"/>
          <ac:picMkLst>
            <pc:docMk/>
            <pc:sldMk cId="4037457129" sldId="256"/>
            <ac:picMk id="61" creationId="{C17F6E65-885A-66E6-549D-0AD605048331}"/>
          </ac:picMkLst>
        </pc:picChg>
        <pc:picChg chg="add del mod">
          <ac:chgData name="Marina Pavlovic" userId="0d7f52ac4825222f" providerId="LiveId" clId="{86856DD6-54C3-4E61-8FFA-C5C59C744505}" dt="2024-02-17T11:48:47.912" v="14115"/>
          <ac:picMkLst>
            <pc:docMk/>
            <pc:sldMk cId="4037457129" sldId="256"/>
            <ac:picMk id="62" creationId="{82A60469-FE52-667C-7A7F-331DDD7081AA}"/>
          </ac:picMkLst>
        </pc:picChg>
        <pc:picChg chg="add del mod ord">
          <ac:chgData name="Marina Pavlovic" userId="0d7f52ac4825222f" providerId="LiveId" clId="{86856DD6-54C3-4E61-8FFA-C5C59C744505}" dt="2024-02-17T11:16:37.775" v="13933"/>
          <ac:picMkLst>
            <pc:docMk/>
            <pc:sldMk cId="4037457129" sldId="256"/>
            <ac:picMk id="64" creationId="{A312DF03-2540-1A53-DFB9-0070923CF680}"/>
          </ac:picMkLst>
        </pc:picChg>
        <pc:picChg chg="add del mod">
          <ac:chgData name="Marina Pavlovic" userId="0d7f52ac4825222f" providerId="LiveId" clId="{86856DD6-54C3-4E61-8FFA-C5C59C744505}" dt="2024-02-17T11:17:10.752" v="13935"/>
          <ac:picMkLst>
            <pc:docMk/>
            <pc:sldMk cId="4037457129" sldId="256"/>
            <ac:picMk id="65" creationId="{8EC35330-DC32-7248-2143-E404A21927F6}"/>
          </ac:picMkLst>
        </pc:picChg>
        <pc:picChg chg="add del mod ord">
          <ac:chgData name="Marina Pavlovic" userId="0d7f52ac4825222f" providerId="LiveId" clId="{86856DD6-54C3-4E61-8FFA-C5C59C744505}" dt="2024-02-17T11:49:08.933" v="14116"/>
          <ac:picMkLst>
            <pc:docMk/>
            <pc:sldMk cId="4037457129" sldId="256"/>
            <ac:picMk id="67" creationId="{9B4C31FC-8FF9-B4C0-5028-DFD698427EC9}"/>
          </ac:picMkLst>
        </pc:picChg>
        <pc:picChg chg="add del mod">
          <ac:chgData name="Marina Pavlovic" userId="0d7f52ac4825222f" providerId="LiveId" clId="{86856DD6-54C3-4E61-8FFA-C5C59C744505}" dt="2024-02-17T11:49:17.663" v="14118"/>
          <ac:picMkLst>
            <pc:docMk/>
            <pc:sldMk cId="4037457129" sldId="256"/>
            <ac:picMk id="68" creationId="{312CD839-B638-0A33-6C26-8A3CA7397397}"/>
          </ac:picMkLst>
        </pc:picChg>
        <pc:picChg chg="add del mod ord">
          <ac:chgData name="Marina Pavlovic" userId="0d7f52ac4825222f" providerId="LiveId" clId="{86856DD6-54C3-4E61-8FFA-C5C59C744505}" dt="2024-02-17T11:17:26.204" v="13936"/>
          <ac:picMkLst>
            <pc:docMk/>
            <pc:sldMk cId="4037457129" sldId="256"/>
            <ac:picMk id="70" creationId="{E7283077-076C-EEA8-85D4-D16E9EF4F3CE}"/>
          </ac:picMkLst>
        </pc:picChg>
        <pc:picChg chg="add del mod">
          <ac:chgData name="Marina Pavlovic" userId="0d7f52ac4825222f" providerId="LiveId" clId="{86856DD6-54C3-4E61-8FFA-C5C59C744505}" dt="2024-02-17T11:17:35.425" v="13938"/>
          <ac:picMkLst>
            <pc:docMk/>
            <pc:sldMk cId="4037457129" sldId="256"/>
            <ac:picMk id="71" creationId="{78D791D4-D4A7-2C5C-CFA2-B7538992B765}"/>
          </ac:picMkLst>
        </pc:picChg>
        <pc:picChg chg="add del mod ord">
          <ac:chgData name="Marina Pavlovic" userId="0d7f52ac4825222f" providerId="LiveId" clId="{86856DD6-54C3-4E61-8FFA-C5C59C744505}" dt="2024-02-17T11:49:39.002" v="14119"/>
          <ac:picMkLst>
            <pc:docMk/>
            <pc:sldMk cId="4037457129" sldId="256"/>
            <ac:picMk id="71" creationId="{825B9A33-2627-2468-C017-E4C57B169700}"/>
          </ac:picMkLst>
        </pc:picChg>
        <pc:picChg chg="add del mod">
          <ac:chgData name="Marina Pavlovic" userId="0d7f52ac4825222f" providerId="LiveId" clId="{86856DD6-54C3-4E61-8FFA-C5C59C744505}" dt="2024-02-17T11:50:04.138" v="14121"/>
          <ac:picMkLst>
            <pc:docMk/>
            <pc:sldMk cId="4037457129" sldId="256"/>
            <ac:picMk id="72" creationId="{8983A328-C83A-8410-6EA6-EB0AC6B23D36}"/>
          </ac:picMkLst>
        </pc:picChg>
        <pc:picChg chg="add del mod ord">
          <ac:chgData name="Marina Pavlovic" userId="0d7f52ac4825222f" providerId="LiveId" clId="{86856DD6-54C3-4E61-8FFA-C5C59C744505}" dt="2024-02-17T11:17:55.450" v="13939"/>
          <ac:picMkLst>
            <pc:docMk/>
            <pc:sldMk cId="4037457129" sldId="256"/>
            <ac:picMk id="74" creationId="{A4D55C7A-43D4-143B-5B0D-F9E0F639AB51}"/>
          </ac:picMkLst>
        </pc:picChg>
        <pc:picChg chg="add del mod">
          <ac:chgData name="Marina Pavlovic" userId="0d7f52ac4825222f" providerId="LiveId" clId="{86856DD6-54C3-4E61-8FFA-C5C59C744505}" dt="2024-02-17T11:18:27.389" v="13941"/>
          <ac:picMkLst>
            <pc:docMk/>
            <pc:sldMk cId="4037457129" sldId="256"/>
            <ac:picMk id="75" creationId="{3F4B0F9C-FDD9-5EC4-6613-2183FABDF805}"/>
          </ac:picMkLst>
        </pc:picChg>
        <pc:picChg chg="add del mod ord">
          <ac:chgData name="Marina Pavlovic" userId="0d7f52ac4825222f" providerId="LiveId" clId="{86856DD6-54C3-4E61-8FFA-C5C59C744505}" dt="2024-02-17T11:50:25.698" v="14122"/>
          <ac:picMkLst>
            <pc:docMk/>
            <pc:sldMk cId="4037457129" sldId="256"/>
            <ac:picMk id="77" creationId="{29ED542B-799D-74E7-935D-8BA5E3B31302}"/>
          </ac:picMkLst>
        </pc:picChg>
        <pc:picChg chg="add del mod">
          <ac:chgData name="Marina Pavlovic" userId="0d7f52ac4825222f" providerId="LiveId" clId="{86856DD6-54C3-4E61-8FFA-C5C59C744505}" dt="2024-02-17T11:50:54.737" v="14124"/>
          <ac:picMkLst>
            <pc:docMk/>
            <pc:sldMk cId="4037457129" sldId="256"/>
            <ac:picMk id="78" creationId="{A7286AF2-8995-CE33-7828-03B9D6DDDA12}"/>
          </ac:picMkLst>
        </pc:picChg>
        <pc:picChg chg="add del mod ord">
          <ac:chgData name="Marina Pavlovic" userId="0d7f52ac4825222f" providerId="LiveId" clId="{86856DD6-54C3-4E61-8FFA-C5C59C744505}" dt="2024-02-17T11:18:46.954" v="13942"/>
          <ac:picMkLst>
            <pc:docMk/>
            <pc:sldMk cId="4037457129" sldId="256"/>
            <ac:picMk id="80" creationId="{286ED251-74A7-4886-30B6-68BD17194C88}"/>
          </ac:picMkLst>
        </pc:picChg>
        <pc:picChg chg="add del mod">
          <ac:chgData name="Marina Pavlovic" userId="0d7f52ac4825222f" providerId="LiveId" clId="{86856DD6-54C3-4E61-8FFA-C5C59C744505}" dt="2024-02-17T11:24:00.146" v="13944"/>
          <ac:picMkLst>
            <pc:docMk/>
            <pc:sldMk cId="4037457129" sldId="256"/>
            <ac:picMk id="81" creationId="{33B6019F-C783-7617-125D-05338A29AEC8}"/>
          </ac:picMkLst>
        </pc:picChg>
        <pc:picChg chg="add del mod ord">
          <ac:chgData name="Marina Pavlovic" userId="0d7f52ac4825222f" providerId="LiveId" clId="{86856DD6-54C3-4E61-8FFA-C5C59C744505}" dt="2024-02-17T11:51:03.913" v="14125"/>
          <ac:picMkLst>
            <pc:docMk/>
            <pc:sldMk cId="4037457129" sldId="256"/>
            <ac:picMk id="83" creationId="{F7D73D4A-A2E8-E0A6-6B98-8D43B97727AF}"/>
          </ac:picMkLst>
        </pc:picChg>
        <pc:picChg chg="add del mod">
          <ac:chgData name="Marina Pavlovic" userId="0d7f52ac4825222f" providerId="LiveId" clId="{86856DD6-54C3-4E61-8FFA-C5C59C744505}" dt="2024-02-17T11:51:07.038" v="14127"/>
          <ac:picMkLst>
            <pc:docMk/>
            <pc:sldMk cId="4037457129" sldId="256"/>
            <ac:picMk id="84" creationId="{E07A8D8B-7CAE-9E99-BFB8-F0B0498DB55C}"/>
          </ac:picMkLst>
        </pc:picChg>
        <pc:picChg chg="add del mod ord">
          <ac:chgData name="Marina Pavlovic" userId="0d7f52ac4825222f" providerId="LiveId" clId="{86856DD6-54C3-4E61-8FFA-C5C59C744505}" dt="2024-02-17T11:24:19.179" v="13945"/>
          <ac:picMkLst>
            <pc:docMk/>
            <pc:sldMk cId="4037457129" sldId="256"/>
            <ac:picMk id="86" creationId="{5482F865-B0DC-6BD9-D2AB-DDDD56F88CD7}"/>
          </ac:picMkLst>
        </pc:picChg>
        <pc:picChg chg="add del mod">
          <ac:chgData name="Marina Pavlovic" userId="0d7f52ac4825222f" providerId="LiveId" clId="{86856DD6-54C3-4E61-8FFA-C5C59C744505}" dt="2024-02-17T11:38:47.628" v="14063"/>
          <ac:picMkLst>
            <pc:docMk/>
            <pc:sldMk cId="4037457129" sldId="256"/>
            <ac:picMk id="87" creationId="{2270C000-FE1F-0A53-A5F8-314A20044260}"/>
          </ac:picMkLst>
        </pc:picChg>
        <pc:picChg chg="add del mod ord">
          <ac:chgData name="Marina Pavlovic" userId="0d7f52ac4825222f" providerId="LiveId" clId="{86856DD6-54C3-4E61-8FFA-C5C59C744505}" dt="2024-02-17T11:51:28.259" v="14128"/>
          <ac:picMkLst>
            <pc:docMk/>
            <pc:sldMk cId="4037457129" sldId="256"/>
            <ac:picMk id="87" creationId="{E43574DB-E0A4-AC6E-83A9-ECB3C96BA154}"/>
          </ac:picMkLst>
        </pc:picChg>
        <pc:picChg chg="add del mod">
          <ac:chgData name="Marina Pavlovic" userId="0d7f52ac4825222f" providerId="LiveId" clId="{86856DD6-54C3-4E61-8FFA-C5C59C744505}" dt="2024-02-17T12:03:11.628" v="15143"/>
          <ac:picMkLst>
            <pc:docMk/>
            <pc:sldMk cId="4037457129" sldId="256"/>
            <ac:picMk id="88" creationId="{A85AFD32-0B67-5500-FE19-EC1A84E495E5}"/>
          </ac:picMkLst>
        </pc:picChg>
        <pc:picChg chg="add del mod ord">
          <ac:chgData name="Marina Pavlovic" userId="0d7f52ac4825222f" providerId="LiveId" clId="{86856DD6-54C3-4E61-8FFA-C5C59C744505}" dt="2024-02-17T11:38:57.329" v="14064"/>
          <ac:picMkLst>
            <pc:docMk/>
            <pc:sldMk cId="4037457129" sldId="256"/>
            <ac:picMk id="92" creationId="{BD73BF30-1F62-C53B-0075-AFF5BDD0FBBC}"/>
          </ac:picMkLst>
        </pc:picChg>
        <pc:picChg chg="add del mod">
          <ac:chgData name="Marina Pavlovic" userId="0d7f52ac4825222f" providerId="LiveId" clId="{86856DD6-54C3-4E61-8FFA-C5C59C744505}" dt="2024-02-17T11:39:00.104" v="14066"/>
          <ac:picMkLst>
            <pc:docMk/>
            <pc:sldMk cId="4037457129" sldId="256"/>
            <ac:picMk id="93" creationId="{D699D256-56EE-F136-86B3-EF1DA3895B9C}"/>
          </ac:picMkLst>
        </pc:picChg>
        <pc:picChg chg="add del mod ord">
          <ac:chgData name="Marina Pavlovic" userId="0d7f52ac4825222f" providerId="LiveId" clId="{86856DD6-54C3-4E61-8FFA-C5C59C744505}" dt="2024-02-17T12:03:21.632" v="15144"/>
          <ac:picMkLst>
            <pc:docMk/>
            <pc:sldMk cId="4037457129" sldId="256"/>
            <ac:picMk id="94" creationId="{02C99C86-8FB2-4F06-5142-C283C437407F}"/>
          </ac:picMkLst>
        </pc:picChg>
        <pc:picChg chg="add del">
          <ac:chgData name="Marina Pavlovic" userId="0d7f52ac4825222f" providerId="LiveId" clId="{86856DD6-54C3-4E61-8FFA-C5C59C744505}" dt="2024-01-24T12:48:27.119" v="119" actId="26606"/>
          <ac:picMkLst>
            <pc:docMk/>
            <pc:sldMk cId="4037457129" sldId="256"/>
            <ac:picMk id="95" creationId="{1EA366B8-E2EF-60A4-D60F-F970C0A20D10}"/>
          </ac:picMkLst>
        </pc:picChg>
        <pc:picChg chg="add del mod">
          <ac:chgData name="Marina Pavlovic" userId="0d7f52ac4825222f" providerId="LiveId" clId="{86856DD6-54C3-4E61-8FFA-C5C59C744505}" dt="2024-02-17T12:03:24.668" v="15146"/>
          <ac:picMkLst>
            <pc:docMk/>
            <pc:sldMk cId="4037457129" sldId="256"/>
            <ac:picMk id="95" creationId="{F67D4983-620D-0BB1-EA8B-9F7C6294588E}"/>
          </ac:picMkLst>
        </pc:picChg>
        <pc:picChg chg="add del mod ord">
          <ac:chgData name="Marina Pavlovic" userId="0d7f52ac4825222f" providerId="LiveId" clId="{86856DD6-54C3-4E61-8FFA-C5C59C744505}" dt="2024-02-17T11:39:14.149" v="14067"/>
          <ac:picMkLst>
            <pc:docMk/>
            <pc:sldMk cId="4037457129" sldId="256"/>
            <ac:picMk id="96" creationId="{7FBB92CE-7BE3-D0BD-D63D-6F0F81C93D13}"/>
          </ac:picMkLst>
        </pc:picChg>
        <pc:picChg chg="add del mod">
          <ac:chgData name="Marina Pavlovic" userId="0d7f52ac4825222f" providerId="LiveId" clId="{86856DD6-54C3-4E61-8FFA-C5C59C744505}" dt="2024-02-17T11:39:18.261" v="14069"/>
          <ac:picMkLst>
            <pc:docMk/>
            <pc:sldMk cId="4037457129" sldId="256"/>
            <ac:picMk id="97" creationId="{B7C7781B-8C8D-DB54-12EB-690642518A98}"/>
          </ac:picMkLst>
        </pc:picChg>
        <pc:picChg chg="add del mod ord">
          <ac:chgData name="Marina Pavlovic" userId="0d7f52ac4825222f" providerId="LiveId" clId="{86856DD6-54C3-4E61-8FFA-C5C59C744505}" dt="2024-02-17T12:03:44.391" v="15147"/>
          <ac:picMkLst>
            <pc:docMk/>
            <pc:sldMk cId="4037457129" sldId="256"/>
            <ac:picMk id="98" creationId="{145EC60E-9889-8563-07A6-A1D952980969}"/>
          </ac:picMkLst>
        </pc:picChg>
        <pc:picChg chg="add del mod">
          <ac:chgData name="Marina Pavlovic" userId="0d7f52ac4825222f" providerId="LiveId" clId="{86856DD6-54C3-4E61-8FFA-C5C59C744505}" dt="2024-02-17T12:04:46.146" v="15149"/>
          <ac:picMkLst>
            <pc:docMk/>
            <pc:sldMk cId="4037457129" sldId="256"/>
            <ac:picMk id="99" creationId="{8DA66938-AF54-EEDF-717E-10E9F8574DE8}"/>
          </ac:picMkLst>
        </pc:picChg>
        <pc:picChg chg="add del mod ord">
          <ac:chgData name="Marina Pavlovic" userId="0d7f52ac4825222f" providerId="LiveId" clId="{86856DD6-54C3-4E61-8FFA-C5C59C744505}" dt="2024-02-17T11:39:29.913" v="14070"/>
          <ac:picMkLst>
            <pc:docMk/>
            <pc:sldMk cId="4037457129" sldId="256"/>
            <ac:picMk id="100" creationId="{4646D217-9ED5-E710-F013-9FBDEE414CCE}"/>
          </ac:picMkLst>
        </pc:picChg>
        <pc:picChg chg="add del mod">
          <ac:chgData name="Marina Pavlovic" userId="0d7f52ac4825222f" providerId="LiveId" clId="{86856DD6-54C3-4E61-8FFA-C5C59C744505}" dt="2024-02-17T11:39:34.894" v="14072"/>
          <ac:picMkLst>
            <pc:docMk/>
            <pc:sldMk cId="4037457129" sldId="256"/>
            <ac:picMk id="101" creationId="{ADB0FBB2-7C5B-E02D-2DC8-079340065170}"/>
          </ac:picMkLst>
        </pc:picChg>
        <pc:picChg chg="add del mod ord">
          <ac:chgData name="Marina Pavlovic" userId="0d7f52ac4825222f" providerId="LiveId" clId="{86856DD6-54C3-4E61-8FFA-C5C59C744505}" dt="2024-02-17T11:39:55.953" v="14073"/>
          <ac:picMkLst>
            <pc:docMk/>
            <pc:sldMk cId="4037457129" sldId="256"/>
            <ac:picMk id="104" creationId="{63230D0E-C6D3-7BC8-F73A-CECFAB8F4824}"/>
          </ac:picMkLst>
        </pc:picChg>
        <pc:picChg chg="add del mod ord">
          <ac:chgData name="Marina Pavlovic" userId="0d7f52ac4825222f" providerId="LiveId" clId="{86856DD6-54C3-4E61-8FFA-C5C59C744505}" dt="2024-02-17T12:05:05.659" v="15150"/>
          <ac:picMkLst>
            <pc:docMk/>
            <pc:sldMk cId="4037457129" sldId="256"/>
            <ac:picMk id="104" creationId="{B0148CB5-6428-E7AD-1C50-4313CE9A8D16}"/>
          </ac:picMkLst>
        </pc:picChg>
        <pc:picChg chg="add del mod">
          <ac:chgData name="Marina Pavlovic" userId="0d7f52ac4825222f" providerId="LiveId" clId="{86856DD6-54C3-4E61-8FFA-C5C59C744505}" dt="2024-02-17T12:05:10.347" v="15152"/>
          <ac:picMkLst>
            <pc:docMk/>
            <pc:sldMk cId="4037457129" sldId="256"/>
            <ac:picMk id="105" creationId="{15B4B578-3E5A-140F-48A7-2AB463315D18}"/>
          </ac:picMkLst>
        </pc:picChg>
        <pc:picChg chg="add del mod">
          <ac:chgData name="Marina Pavlovic" userId="0d7f52ac4825222f" providerId="LiveId" clId="{86856DD6-54C3-4E61-8FFA-C5C59C744505}" dt="2024-02-17T11:40:23.769" v="14075"/>
          <ac:picMkLst>
            <pc:docMk/>
            <pc:sldMk cId="4037457129" sldId="256"/>
            <ac:picMk id="105" creationId="{17568EED-8F7A-A611-62F6-48FA28FFDAF3}"/>
          </ac:picMkLst>
        </pc:picChg>
        <pc:picChg chg="add del mod ord">
          <ac:chgData name="Marina Pavlovic" userId="0d7f52ac4825222f" providerId="LiveId" clId="{86856DD6-54C3-4E61-8FFA-C5C59C744505}" dt="2024-02-17T12:05:30.434" v="15153"/>
          <ac:picMkLst>
            <pc:docMk/>
            <pc:sldMk cId="4037457129" sldId="256"/>
            <ac:picMk id="108" creationId="{56226839-F071-40C5-BF02-BAC36D68F730}"/>
          </ac:picMkLst>
        </pc:picChg>
        <pc:picChg chg="add del mod">
          <ac:chgData name="Marina Pavlovic" userId="0d7f52ac4825222f" providerId="LiveId" clId="{86856DD6-54C3-4E61-8FFA-C5C59C744505}" dt="2024-02-17T12:05:44.598" v="15155"/>
          <ac:picMkLst>
            <pc:docMk/>
            <pc:sldMk cId="4037457129" sldId="256"/>
            <ac:picMk id="109" creationId="{906742CC-0884-1AF7-5A00-415DF58DD131}"/>
          </ac:picMkLst>
        </pc:picChg>
        <pc:picChg chg="add del mod ord">
          <ac:chgData name="Marina Pavlovic" userId="0d7f52ac4825222f" providerId="LiveId" clId="{86856DD6-54C3-4E61-8FFA-C5C59C744505}" dt="2024-02-17T11:42:37.968" v="14080"/>
          <ac:picMkLst>
            <pc:docMk/>
            <pc:sldMk cId="4037457129" sldId="256"/>
            <ac:picMk id="110" creationId="{152B3A17-7E15-540B-A6ED-162A34D60481}"/>
          </ac:picMkLst>
        </pc:picChg>
        <pc:picChg chg="add del mod">
          <ac:chgData name="Marina Pavlovic" userId="0d7f52ac4825222f" providerId="LiveId" clId="{86856DD6-54C3-4E61-8FFA-C5C59C744505}" dt="2024-02-17T11:41:15.867" v="14078"/>
          <ac:picMkLst>
            <pc:docMk/>
            <pc:sldMk cId="4037457129" sldId="256"/>
            <ac:picMk id="111" creationId="{EC6AABE7-8FCF-6050-D056-CBD787EEA2DB}"/>
          </ac:picMkLst>
        </pc:picChg>
        <pc:picChg chg="add del mod ord">
          <ac:chgData name="Marina Pavlovic" userId="0d7f52ac4825222f" providerId="LiveId" clId="{86856DD6-54C3-4E61-8FFA-C5C59C744505}" dt="2024-02-17T12:06:04.544" v="15156"/>
          <ac:picMkLst>
            <pc:docMk/>
            <pc:sldMk cId="4037457129" sldId="256"/>
            <ac:picMk id="114" creationId="{81BC410A-DC92-AF2D-E2E8-5B9BD7835A2B}"/>
          </ac:picMkLst>
        </pc:picChg>
        <pc:picChg chg="add del mod">
          <ac:chgData name="Marina Pavlovic" userId="0d7f52ac4825222f" providerId="LiveId" clId="{86856DD6-54C3-4E61-8FFA-C5C59C744505}" dt="2024-02-17T12:06:20.526" v="15158"/>
          <ac:picMkLst>
            <pc:docMk/>
            <pc:sldMk cId="4037457129" sldId="256"/>
            <ac:picMk id="115" creationId="{153C4D81-70D6-5E4E-618F-1D42A586E817}"/>
          </ac:picMkLst>
        </pc:picChg>
        <pc:picChg chg="add del mod">
          <ac:chgData name="Marina Pavlovic" userId="0d7f52ac4825222f" providerId="LiveId" clId="{86856DD6-54C3-4E61-8FFA-C5C59C744505}" dt="2024-01-24T12:49:25.474" v="130" actId="26606"/>
          <ac:picMkLst>
            <pc:docMk/>
            <pc:sldMk cId="4037457129" sldId="256"/>
            <ac:picMk id="115" creationId="{26A7813F-A139-FD92-0308-37C96FDB1D4C}"/>
          </ac:picMkLst>
        </pc:picChg>
        <pc:picChg chg="add del mod ord">
          <ac:chgData name="Marina Pavlovic" userId="0d7f52ac4825222f" providerId="LiveId" clId="{86856DD6-54C3-4E61-8FFA-C5C59C744505}" dt="2024-02-17T11:41:37.077" v="14079"/>
          <ac:picMkLst>
            <pc:docMk/>
            <pc:sldMk cId="4037457129" sldId="256"/>
            <ac:picMk id="116" creationId="{97B145DE-9F6D-F3BF-FD54-7D834391D087}"/>
          </ac:picMkLst>
        </pc:picChg>
        <pc:picChg chg="add mod">
          <ac:chgData name="Marina Pavlovic" userId="0d7f52ac4825222f" providerId="LiveId" clId="{86856DD6-54C3-4E61-8FFA-C5C59C744505}" dt="2024-02-17T11:41:37.077" v="14079"/>
          <ac:picMkLst>
            <pc:docMk/>
            <pc:sldMk cId="4037457129" sldId="256"/>
            <ac:picMk id="117" creationId="{84117A35-7B47-F7A4-7FCE-DB938BF5F036}"/>
          </ac:picMkLst>
        </pc:picChg>
        <pc:picChg chg="add del mod ord">
          <ac:chgData name="Marina Pavlovic" userId="0d7f52ac4825222f" providerId="LiveId" clId="{86856DD6-54C3-4E61-8FFA-C5C59C744505}" dt="2024-02-17T12:06:37.445" v="15159"/>
          <ac:picMkLst>
            <pc:docMk/>
            <pc:sldMk cId="4037457129" sldId="256"/>
            <ac:picMk id="119" creationId="{B4434F93-8583-1FD3-BE2A-6D86563FC511}"/>
          </ac:picMkLst>
        </pc:picChg>
        <pc:picChg chg="add del mod">
          <ac:chgData name="Marina Pavlovic" userId="0d7f52ac4825222f" providerId="LiveId" clId="{86856DD6-54C3-4E61-8FFA-C5C59C744505}" dt="2024-02-17T12:06:40.802" v="15161"/>
          <ac:picMkLst>
            <pc:docMk/>
            <pc:sldMk cId="4037457129" sldId="256"/>
            <ac:picMk id="120" creationId="{F01C5A31-69B4-74F1-D1C3-1000B6898473}"/>
          </ac:picMkLst>
        </pc:picChg>
        <pc:picChg chg="add del mod ord">
          <ac:chgData name="Marina Pavlovic" userId="0d7f52ac4825222f" providerId="LiveId" clId="{86856DD6-54C3-4E61-8FFA-C5C59C744505}" dt="2024-02-17T12:06:59.448" v="15162"/>
          <ac:picMkLst>
            <pc:docMk/>
            <pc:sldMk cId="4037457129" sldId="256"/>
            <ac:picMk id="123" creationId="{7B0DAE70-4C74-54CE-1BA7-3E204D1148A2}"/>
          </ac:picMkLst>
        </pc:picChg>
        <pc:picChg chg="add del mod">
          <ac:chgData name="Marina Pavlovic" userId="0d7f52ac4825222f" providerId="LiveId" clId="{86856DD6-54C3-4E61-8FFA-C5C59C744505}" dt="2024-02-17T12:07:03.955" v="15164"/>
          <ac:picMkLst>
            <pc:docMk/>
            <pc:sldMk cId="4037457129" sldId="256"/>
            <ac:picMk id="124" creationId="{F2B27C60-3FE6-CCAB-1B42-A0E068C1B2F8}"/>
          </ac:picMkLst>
        </pc:picChg>
        <pc:picChg chg="add del mod ord">
          <ac:chgData name="Marina Pavlovic" userId="0d7f52ac4825222f" providerId="LiveId" clId="{86856DD6-54C3-4E61-8FFA-C5C59C744505}" dt="2024-02-17T12:07:23.816" v="15165"/>
          <ac:picMkLst>
            <pc:docMk/>
            <pc:sldMk cId="4037457129" sldId="256"/>
            <ac:picMk id="127" creationId="{08E2E293-7E11-8DAE-60B8-A7CE4A0968D4}"/>
          </ac:picMkLst>
        </pc:picChg>
        <pc:picChg chg="add del mod">
          <ac:chgData name="Marina Pavlovic" userId="0d7f52ac4825222f" providerId="LiveId" clId="{86856DD6-54C3-4E61-8FFA-C5C59C744505}" dt="2024-02-17T12:07:43.261" v="15167"/>
          <ac:picMkLst>
            <pc:docMk/>
            <pc:sldMk cId="4037457129" sldId="256"/>
            <ac:picMk id="128" creationId="{78097F57-46ED-9DEC-1941-7BAE011E3CC6}"/>
          </ac:picMkLst>
        </pc:picChg>
        <pc:picChg chg="add del mod ord">
          <ac:chgData name="Marina Pavlovic" userId="0d7f52ac4825222f" providerId="LiveId" clId="{86856DD6-54C3-4E61-8FFA-C5C59C744505}" dt="2024-02-17T12:08:03.254" v="15168"/>
          <ac:picMkLst>
            <pc:docMk/>
            <pc:sldMk cId="4037457129" sldId="256"/>
            <ac:picMk id="132" creationId="{62FB4DD4-5FDA-0B57-E483-36B30FB80295}"/>
          </ac:picMkLst>
        </pc:picChg>
        <pc:picChg chg="add del mod">
          <ac:chgData name="Marina Pavlovic" userId="0d7f52ac4825222f" providerId="LiveId" clId="{86856DD6-54C3-4E61-8FFA-C5C59C744505}" dt="2024-02-17T12:08:32.800" v="15170"/>
          <ac:picMkLst>
            <pc:docMk/>
            <pc:sldMk cId="4037457129" sldId="256"/>
            <ac:picMk id="133" creationId="{76D5AD7C-91C9-7C1E-85BC-A4624F71D88D}"/>
          </ac:picMkLst>
        </pc:picChg>
        <pc:picChg chg="add del mod ord">
          <ac:chgData name="Marina Pavlovic" userId="0d7f52ac4825222f" providerId="LiveId" clId="{86856DD6-54C3-4E61-8FFA-C5C59C744505}" dt="2024-02-17T12:08:52.181" v="15171"/>
          <ac:picMkLst>
            <pc:docMk/>
            <pc:sldMk cId="4037457129" sldId="256"/>
            <ac:picMk id="138" creationId="{9D8D0081-2720-4BA5-2882-F2EAC55704B6}"/>
          </ac:picMkLst>
        </pc:picChg>
        <pc:picChg chg="add del mod">
          <ac:chgData name="Marina Pavlovic" userId="0d7f52ac4825222f" providerId="LiveId" clId="{86856DD6-54C3-4E61-8FFA-C5C59C744505}" dt="2024-02-17T12:09:26.173" v="15173"/>
          <ac:picMkLst>
            <pc:docMk/>
            <pc:sldMk cId="4037457129" sldId="256"/>
            <ac:picMk id="139" creationId="{F67C3FE9-78BB-F131-8D35-9B93DB5F7629}"/>
          </ac:picMkLst>
        </pc:picChg>
        <pc:picChg chg="add del mod ord">
          <ac:chgData name="Marina Pavlovic" userId="0d7f52ac4825222f" providerId="LiveId" clId="{86856DD6-54C3-4E61-8FFA-C5C59C744505}" dt="2024-02-17T12:09:45.238" v="15174"/>
          <ac:picMkLst>
            <pc:docMk/>
            <pc:sldMk cId="4037457129" sldId="256"/>
            <ac:picMk id="144" creationId="{67F4F4A9-2815-EF95-11F0-A99A30B7079B}"/>
          </ac:picMkLst>
        </pc:picChg>
        <pc:picChg chg="add del mod">
          <ac:chgData name="Marina Pavlovic" userId="0d7f52ac4825222f" providerId="LiveId" clId="{86856DD6-54C3-4E61-8FFA-C5C59C744505}" dt="2024-02-17T12:10:18.097" v="15176"/>
          <ac:picMkLst>
            <pc:docMk/>
            <pc:sldMk cId="4037457129" sldId="256"/>
            <ac:picMk id="145" creationId="{C0CB8CA0-8EF3-C05C-D9AD-CF195ED30C4D}"/>
          </ac:picMkLst>
        </pc:picChg>
        <pc:picChg chg="add del mod ord">
          <ac:chgData name="Marina Pavlovic" userId="0d7f52ac4825222f" providerId="LiveId" clId="{86856DD6-54C3-4E61-8FFA-C5C59C744505}" dt="2024-02-17T12:10:36.908" v="15177"/>
          <ac:picMkLst>
            <pc:docMk/>
            <pc:sldMk cId="4037457129" sldId="256"/>
            <ac:picMk id="150" creationId="{F11A96BF-D0E4-075C-F847-2CDAD5F35B01}"/>
          </ac:picMkLst>
        </pc:picChg>
        <pc:picChg chg="add del mod">
          <ac:chgData name="Marina Pavlovic" userId="0d7f52ac4825222f" providerId="LiveId" clId="{86856DD6-54C3-4E61-8FFA-C5C59C744505}" dt="2024-02-17T12:11:10.152" v="15179"/>
          <ac:picMkLst>
            <pc:docMk/>
            <pc:sldMk cId="4037457129" sldId="256"/>
            <ac:picMk id="151" creationId="{8C1EE249-E60B-55D9-12F2-A9DACE62A900}"/>
          </ac:picMkLst>
        </pc:picChg>
        <pc:picChg chg="add del mod ord">
          <ac:chgData name="Marina Pavlovic" userId="0d7f52ac4825222f" providerId="LiveId" clId="{86856DD6-54C3-4E61-8FFA-C5C59C744505}" dt="2024-02-17T12:11:30.603" v="15180"/>
          <ac:picMkLst>
            <pc:docMk/>
            <pc:sldMk cId="4037457129" sldId="256"/>
            <ac:picMk id="156" creationId="{5E6D89A3-987E-D7C8-CF94-5786F451177C}"/>
          </ac:picMkLst>
        </pc:picChg>
        <pc:picChg chg="add del mod">
          <ac:chgData name="Marina Pavlovic" userId="0d7f52ac4825222f" providerId="LiveId" clId="{86856DD6-54C3-4E61-8FFA-C5C59C744505}" dt="2024-02-17T12:11:48.288" v="15182"/>
          <ac:picMkLst>
            <pc:docMk/>
            <pc:sldMk cId="4037457129" sldId="256"/>
            <ac:picMk id="157" creationId="{AB5A8CBB-6A74-F7C5-C888-140F02D0E812}"/>
          </ac:picMkLst>
        </pc:picChg>
        <pc:picChg chg="add del mod ord">
          <ac:chgData name="Marina Pavlovic" userId="0d7f52ac4825222f" providerId="LiveId" clId="{86856DD6-54C3-4E61-8FFA-C5C59C744505}" dt="2024-02-17T12:12:08.244" v="15183"/>
          <ac:picMkLst>
            <pc:docMk/>
            <pc:sldMk cId="4037457129" sldId="256"/>
            <ac:picMk id="161" creationId="{42103ECD-3771-4534-C3A4-013BDE3C1279}"/>
          </ac:picMkLst>
        </pc:picChg>
        <pc:picChg chg="add del mod">
          <ac:chgData name="Marina Pavlovic" userId="0d7f52ac4825222f" providerId="LiveId" clId="{86856DD6-54C3-4E61-8FFA-C5C59C744505}" dt="2024-02-17T12:13:04.092" v="15187"/>
          <ac:picMkLst>
            <pc:docMk/>
            <pc:sldMk cId="4037457129" sldId="256"/>
            <ac:picMk id="162" creationId="{181FCF0E-6597-A26A-2758-C8BB421BAC1C}"/>
          </ac:picMkLst>
        </pc:picChg>
        <pc:picChg chg="add del mod">
          <ac:chgData name="Marina Pavlovic" userId="0d7f52ac4825222f" providerId="LiveId" clId="{86856DD6-54C3-4E61-8FFA-C5C59C744505}" dt="2024-02-17T12:13:34.263" v="15190"/>
          <ac:picMkLst>
            <pc:docMk/>
            <pc:sldMk cId="4037457129" sldId="256"/>
            <ac:picMk id="168" creationId="{4DBE4724-AEEB-4464-0D62-65CC892957C6}"/>
          </ac:picMkLst>
        </pc:picChg>
        <pc:picChg chg="add del mod ord">
          <ac:chgData name="Marina Pavlovic" userId="0d7f52ac4825222f" providerId="LiveId" clId="{86856DD6-54C3-4E61-8FFA-C5C59C744505}" dt="2024-02-17T12:13:47.300" v="15191"/>
          <ac:picMkLst>
            <pc:docMk/>
            <pc:sldMk cId="4037457129" sldId="256"/>
            <ac:picMk id="172" creationId="{858309C0-44C8-EDDD-6AD7-FBC95D8F24AE}"/>
          </ac:picMkLst>
        </pc:picChg>
        <pc:picChg chg="add del mod">
          <ac:chgData name="Marina Pavlovic" userId="0d7f52ac4825222f" providerId="LiveId" clId="{86856DD6-54C3-4E61-8FFA-C5C59C744505}" dt="2024-02-17T12:13:52.723" v="15193"/>
          <ac:picMkLst>
            <pc:docMk/>
            <pc:sldMk cId="4037457129" sldId="256"/>
            <ac:picMk id="173" creationId="{75EE711E-ABB1-BD5D-1691-A56929C3010F}"/>
          </ac:picMkLst>
        </pc:picChg>
        <pc:picChg chg="add del mod ord">
          <ac:chgData name="Marina Pavlovic" userId="0d7f52ac4825222f" providerId="LiveId" clId="{86856DD6-54C3-4E61-8FFA-C5C59C744505}" dt="2024-02-17T12:14:14.212" v="15194"/>
          <ac:picMkLst>
            <pc:docMk/>
            <pc:sldMk cId="4037457129" sldId="256"/>
            <ac:picMk id="176" creationId="{3555F111-A6F4-115A-29F8-EC3837C2B657}"/>
          </ac:picMkLst>
        </pc:picChg>
        <pc:picChg chg="add del mod">
          <ac:chgData name="Marina Pavlovic" userId="0d7f52ac4825222f" providerId="LiveId" clId="{86856DD6-54C3-4E61-8FFA-C5C59C744505}" dt="2024-02-17T12:14:24.989" v="15196"/>
          <ac:picMkLst>
            <pc:docMk/>
            <pc:sldMk cId="4037457129" sldId="256"/>
            <ac:picMk id="177" creationId="{562CE1A8-D246-2F54-7DD5-B190556CE2AA}"/>
          </ac:picMkLst>
        </pc:picChg>
        <pc:picChg chg="add del mod ord">
          <ac:chgData name="Marina Pavlovic" userId="0d7f52ac4825222f" providerId="LiveId" clId="{86856DD6-54C3-4E61-8FFA-C5C59C744505}" dt="2024-02-17T12:14:36.446" v="15197"/>
          <ac:picMkLst>
            <pc:docMk/>
            <pc:sldMk cId="4037457129" sldId="256"/>
            <ac:picMk id="181" creationId="{ECA42481-EB07-B5FA-DCA0-2C6CCB73CA86}"/>
          </ac:picMkLst>
        </pc:picChg>
        <pc:picChg chg="add del mod">
          <ac:chgData name="Marina Pavlovic" userId="0d7f52ac4825222f" providerId="LiveId" clId="{86856DD6-54C3-4E61-8FFA-C5C59C744505}" dt="2024-02-17T12:14:39.909" v="15199"/>
          <ac:picMkLst>
            <pc:docMk/>
            <pc:sldMk cId="4037457129" sldId="256"/>
            <ac:picMk id="182" creationId="{F665F44F-70BA-42DE-51D5-2ADB222E7674}"/>
          </ac:picMkLst>
        </pc:picChg>
        <pc:picChg chg="add del mod ord">
          <ac:chgData name="Marina Pavlovic" userId="0d7f52ac4825222f" providerId="LiveId" clId="{86856DD6-54C3-4E61-8FFA-C5C59C744505}" dt="2024-02-17T12:15:00.185" v="15200"/>
          <ac:picMkLst>
            <pc:docMk/>
            <pc:sldMk cId="4037457129" sldId="256"/>
            <ac:picMk id="185" creationId="{2F866BAA-6B1F-B96A-5728-0DDC6E57BEAA}"/>
          </ac:picMkLst>
        </pc:picChg>
        <pc:picChg chg="add del mod">
          <ac:chgData name="Marina Pavlovic" userId="0d7f52ac4825222f" providerId="LiveId" clId="{86856DD6-54C3-4E61-8FFA-C5C59C744505}" dt="2024-02-17T12:15:27.570" v="15202"/>
          <ac:picMkLst>
            <pc:docMk/>
            <pc:sldMk cId="4037457129" sldId="256"/>
            <ac:picMk id="186" creationId="{5BE80CC1-15D0-5598-3642-06AAB7FBC6B2}"/>
          </ac:picMkLst>
        </pc:picChg>
        <pc:picChg chg="add del mod ord">
          <ac:chgData name="Marina Pavlovic" userId="0d7f52ac4825222f" providerId="LiveId" clId="{86856DD6-54C3-4E61-8FFA-C5C59C744505}" dt="2024-02-17T12:15:45.216" v="15203"/>
          <ac:picMkLst>
            <pc:docMk/>
            <pc:sldMk cId="4037457129" sldId="256"/>
            <ac:picMk id="191" creationId="{84802459-9099-DD52-073F-766201BCC1DB}"/>
          </ac:picMkLst>
        </pc:picChg>
        <pc:picChg chg="add del mod">
          <ac:chgData name="Marina Pavlovic" userId="0d7f52ac4825222f" providerId="LiveId" clId="{86856DD6-54C3-4E61-8FFA-C5C59C744505}" dt="2024-02-17T12:15:49.444" v="15205"/>
          <ac:picMkLst>
            <pc:docMk/>
            <pc:sldMk cId="4037457129" sldId="256"/>
            <ac:picMk id="192" creationId="{BC43E865-BEDA-3BD0-52C4-032B542E156D}"/>
          </ac:picMkLst>
        </pc:picChg>
        <pc:picChg chg="add del mod ord">
          <ac:chgData name="Marina Pavlovic" userId="0d7f52ac4825222f" providerId="LiveId" clId="{86856DD6-54C3-4E61-8FFA-C5C59C744505}" dt="2024-02-17T12:16:10.862" v="15206"/>
          <ac:picMkLst>
            <pc:docMk/>
            <pc:sldMk cId="4037457129" sldId="256"/>
            <ac:picMk id="195" creationId="{DBEF1D58-3BCB-5FFD-338C-F6AA059D0FD2}"/>
          </ac:picMkLst>
        </pc:picChg>
        <pc:picChg chg="add del mod">
          <ac:chgData name="Marina Pavlovic" userId="0d7f52ac4825222f" providerId="LiveId" clId="{86856DD6-54C3-4E61-8FFA-C5C59C744505}" dt="2024-02-17T12:16:30.416" v="15208"/>
          <ac:picMkLst>
            <pc:docMk/>
            <pc:sldMk cId="4037457129" sldId="256"/>
            <ac:picMk id="196" creationId="{AA726826-A830-01C1-DA89-2FC0BEAE2745}"/>
          </ac:picMkLst>
        </pc:picChg>
        <pc:picChg chg="add del mod ord">
          <ac:chgData name="Marina Pavlovic" userId="0d7f52ac4825222f" providerId="LiveId" clId="{86856DD6-54C3-4E61-8FFA-C5C59C744505}" dt="2024-02-17T12:16:51.186" v="15209"/>
          <ac:picMkLst>
            <pc:docMk/>
            <pc:sldMk cId="4037457129" sldId="256"/>
            <ac:picMk id="200" creationId="{019F9792-8BD0-B173-6F5E-DA57C2969B86}"/>
          </ac:picMkLst>
        </pc:picChg>
        <pc:picChg chg="add del mod">
          <ac:chgData name="Marina Pavlovic" userId="0d7f52ac4825222f" providerId="LiveId" clId="{86856DD6-54C3-4E61-8FFA-C5C59C744505}" dt="2024-02-17T12:17:11.663" v="15211"/>
          <ac:picMkLst>
            <pc:docMk/>
            <pc:sldMk cId="4037457129" sldId="256"/>
            <ac:picMk id="201" creationId="{60E9FA38-74E4-3D96-D7CC-00D61D8F50C6}"/>
          </ac:picMkLst>
        </pc:picChg>
        <pc:picChg chg="add del mod ord">
          <ac:chgData name="Marina Pavlovic" userId="0d7f52ac4825222f" providerId="LiveId" clId="{86856DD6-54C3-4E61-8FFA-C5C59C744505}" dt="2024-02-17T12:17:34.163" v="15212"/>
          <ac:picMkLst>
            <pc:docMk/>
            <pc:sldMk cId="4037457129" sldId="256"/>
            <ac:picMk id="205" creationId="{FE596D24-405F-2B85-FE52-5F90C4E4B2D0}"/>
          </ac:picMkLst>
        </pc:picChg>
        <pc:picChg chg="add del mod">
          <ac:chgData name="Marina Pavlovic" userId="0d7f52ac4825222f" providerId="LiveId" clId="{86856DD6-54C3-4E61-8FFA-C5C59C744505}" dt="2024-02-17T12:18:00.970" v="15214"/>
          <ac:picMkLst>
            <pc:docMk/>
            <pc:sldMk cId="4037457129" sldId="256"/>
            <ac:picMk id="206" creationId="{C88A0A4D-259F-39DD-3825-D23DEA2AA1B9}"/>
          </ac:picMkLst>
        </pc:picChg>
        <pc:picChg chg="add del mod ord">
          <ac:chgData name="Marina Pavlovic" userId="0d7f52ac4825222f" providerId="LiveId" clId="{86856DD6-54C3-4E61-8FFA-C5C59C744505}" dt="2024-02-17T12:18:20.934" v="15215"/>
          <ac:picMkLst>
            <pc:docMk/>
            <pc:sldMk cId="4037457129" sldId="256"/>
            <ac:picMk id="211" creationId="{D1AA7FAF-EED9-7ABB-C706-68AA07730E19}"/>
          </ac:picMkLst>
        </pc:picChg>
        <pc:picChg chg="add del mod">
          <ac:chgData name="Marina Pavlovic" userId="0d7f52ac4825222f" providerId="LiveId" clId="{86856DD6-54C3-4E61-8FFA-C5C59C744505}" dt="2024-02-17T12:18:47.464" v="15217"/>
          <ac:picMkLst>
            <pc:docMk/>
            <pc:sldMk cId="4037457129" sldId="256"/>
            <ac:picMk id="212" creationId="{A29F5B49-BD08-4DCD-A637-13D203C65E5C}"/>
          </ac:picMkLst>
        </pc:picChg>
        <pc:picChg chg="add del mod ord">
          <ac:chgData name="Marina Pavlovic" userId="0d7f52ac4825222f" providerId="LiveId" clId="{86856DD6-54C3-4E61-8FFA-C5C59C744505}" dt="2024-02-17T12:19:08.005" v="15218"/>
          <ac:picMkLst>
            <pc:docMk/>
            <pc:sldMk cId="4037457129" sldId="256"/>
            <ac:picMk id="217" creationId="{7D230357-E722-B76A-DA13-3CAA2647AFC4}"/>
          </ac:picMkLst>
        </pc:picChg>
        <pc:picChg chg="add del mod">
          <ac:chgData name="Marina Pavlovic" userId="0d7f52ac4825222f" providerId="LiveId" clId="{86856DD6-54C3-4E61-8FFA-C5C59C744505}" dt="2024-02-17T12:19:32.735" v="15220"/>
          <ac:picMkLst>
            <pc:docMk/>
            <pc:sldMk cId="4037457129" sldId="256"/>
            <ac:picMk id="218" creationId="{480E5F05-750B-4E7E-6BBC-8023405B198E}"/>
          </ac:picMkLst>
        </pc:picChg>
        <pc:picChg chg="add del mod ord">
          <ac:chgData name="Marina Pavlovic" userId="0d7f52ac4825222f" providerId="LiveId" clId="{86856DD6-54C3-4E61-8FFA-C5C59C744505}" dt="2024-02-17T12:19:51.965" v="15221"/>
          <ac:picMkLst>
            <pc:docMk/>
            <pc:sldMk cId="4037457129" sldId="256"/>
            <ac:picMk id="223" creationId="{B39322F8-0775-8A1A-9D84-51DE5DFD6339}"/>
          </ac:picMkLst>
        </pc:picChg>
        <pc:picChg chg="add del mod">
          <ac:chgData name="Marina Pavlovic" userId="0d7f52ac4825222f" providerId="LiveId" clId="{86856DD6-54C3-4E61-8FFA-C5C59C744505}" dt="2024-02-17T12:20:03.111" v="15223"/>
          <ac:picMkLst>
            <pc:docMk/>
            <pc:sldMk cId="4037457129" sldId="256"/>
            <ac:picMk id="224" creationId="{F54A5895-B7CF-07F2-F85A-3583CFEC8B89}"/>
          </ac:picMkLst>
        </pc:picChg>
        <pc:picChg chg="add del mod ord">
          <ac:chgData name="Marina Pavlovic" userId="0d7f52ac4825222f" providerId="LiveId" clId="{86856DD6-54C3-4E61-8FFA-C5C59C744505}" dt="2024-02-17T12:20:23.268" v="15224"/>
          <ac:picMkLst>
            <pc:docMk/>
            <pc:sldMk cId="4037457129" sldId="256"/>
            <ac:picMk id="228" creationId="{9C80EF72-8F7D-AC81-09DA-64994DD4CCE5}"/>
          </ac:picMkLst>
        </pc:picChg>
        <pc:picChg chg="add del mod">
          <ac:chgData name="Marina Pavlovic" userId="0d7f52ac4825222f" providerId="LiveId" clId="{86856DD6-54C3-4E61-8FFA-C5C59C744505}" dt="2024-02-17T12:20:45.953" v="15226"/>
          <ac:picMkLst>
            <pc:docMk/>
            <pc:sldMk cId="4037457129" sldId="256"/>
            <ac:picMk id="229" creationId="{B4CDED72-E3EB-899B-A2A6-BB7290B1447B}"/>
          </ac:picMkLst>
        </pc:picChg>
        <pc:picChg chg="add del mod ord">
          <ac:chgData name="Marina Pavlovic" userId="0d7f52ac4825222f" providerId="LiveId" clId="{86856DD6-54C3-4E61-8FFA-C5C59C744505}" dt="2024-02-17T12:21:04.850" v="15227"/>
          <ac:picMkLst>
            <pc:docMk/>
            <pc:sldMk cId="4037457129" sldId="256"/>
            <ac:picMk id="233" creationId="{C93CDD9A-0501-61E6-7A81-7CF8D096814F}"/>
          </ac:picMkLst>
        </pc:picChg>
        <pc:picChg chg="add del mod">
          <ac:chgData name="Marina Pavlovic" userId="0d7f52ac4825222f" providerId="LiveId" clId="{86856DD6-54C3-4E61-8FFA-C5C59C744505}" dt="2024-02-17T12:21:29.086" v="15229"/>
          <ac:picMkLst>
            <pc:docMk/>
            <pc:sldMk cId="4037457129" sldId="256"/>
            <ac:picMk id="234" creationId="{8F416764-656F-3B54-994F-241F440A1F26}"/>
          </ac:picMkLst>
        </pc:picChg>
        <pc:picChg chg="add del mod ord">
          <ac:chgData name="Marina Pavlovic" userId="0d7f52ac4825222f" providerId="LiveId" clId="{86856DD6-54C3-4E61-8FFA-C5C59C744505}" dt="2024-02-17T12:21:51.046" v="15230"/>
          <ac:picMkLst>
            <pc:docMk/>
            <pc:sldMk cId="4037457129" sldId="256"/>
            <ac:picMk id="239" creationId="{A23288A5-F545-C34C-F836-2965AE563228}"/>
          </ac:picMkLst>
        </pc:picChg>
        <pc:picChg chg="add del mod">
          <ac:chgData name="Marina Pavlovic" userId="0d7f52ac4825222f" providerId="LiveId" clId="{86856DD6-54C3-4E61-8FFA-C5C59C744505}" dt="2024-02-17T12:22:02.095" v="15232"/>
          <ac:picMkLst>
            <pc:docMk/>
            <pc:sldMk cId="4037457129" sldId="256"/>
            <ac:picMk id="240" creationId="{A72844FB-B0CC-18D3-1B0C-2DEC8F06E9C3}"/>
          </ac:picMkLst>
        </pc:picChg>
        <pc:picChg chg="add del mod ord">
          <ac:chgData name="Marina Pavlovic" userId="0d7f52ac4825222f" providerId="LiveId" clId="{86856DD6-54C3-4E61-8FFA-C5C59C744505}" dt="2024-02-17T12:22:22.775" v="15233"/>
          <ac:picMkLst>
            <pc:docMk/>
            <pc:sldMk cId="4037457129" sldId="256"/>
            <ac:picMk id="244" creationId="{BDC72A66-4CAD-D2B6-C822-FA62C0777A08}"/>
          </ac:picMkLst>
        </pc:picChg>
        <pc:picChg chg="add del mod">
          <ac:chgData name="Marina Pavlovic" userId="0d7f52ac4825222f" providerId="LiveId" clId="{86856DD6-54C3-4E61-8FFA-C5C59C744505}" dt="2024-02-17T12:22:57.991" v="15235"/>
          <ac:picMkLst>
            <pc:docMk/>
            <pc:sldMk cId="4037457129" sldId="256"/>
            <ac:picMk id="245" creationId="{AD3C50F7-8150-B8AB-70B6-A7D75F0A6990}"/>
          </ac:picMkLst>
        </pc:picChg>
        <pc:picChg chg="add del mod ord">
          <ac:chgData name="Marina Pavlovic" userId="0d7f52ac4825222f" providerId="LiveId" clId="{86856DD6-54C3-4E61-8FFA-C5C59C744505}" dt="2024-02-17T12:23:14.284" v="15236"/>
          <ac:picMkLst>
            <pc:docMk/>
            <pc:sldMk cId="4037457129" sldId="256"/>
            <ac:picMk id="250" creationId="{0FDDF4C8-7231-0DDB-836D-136E4ACF31D6}"/>
          </ac:picMkLst>
        </pc:picChg>
        <pc:picChg chg="add del mod">
          <ac:chgData name="Marina Pavlovic" userId="0d7f52ac4825222f" providerId="LiveId" clId="{86856DD6-54C3-4E61-8FFA-C5C59C744505}" dt="2024-02-17T12:23:19.136" v="15238"/>
          <ac:picMkLst>
            <pc:docMk/>
            <pc:sldMk cId="4037457129" sldId="256"/>
            <ac:picMk id="251" creationId="{7BA2C550-B714-3B1E-2919-C35D7CCD11BC}"/>
          </ac:picMkLst>
        </pc:picChg>
        <pc:picChg chg="add del mod ord">
          <ac:chgData name="Marina Pavlovic" userId="0d7f52ac4825222f" providerId="LiveId" clId="{86856DD6-54C3-4E61-8FFA-C5C59C744505}" dt="2024-02-17T12:23:37.657" v="15239"/>
          <ac:picMkLst>
            <pc:docMk/>
            <pc:sldMk cId="4037457129" sldId="256"/>
            <ac:picMk id="254" creationId="{B5E3D939-0BBA-3818-D3D3-7B7AAC1F2826}"/>
          </ac:picMkLst>
        </pc:picChg>
        <pc:picChg chg="add del mod">
          <ac:chgData name="Marina Pavlovic" userId="0d7f52ac4825222f" providerId="LiveId" clId="{86856DD6-54C3-4E61-8FFA-C5C59C744505}" dt="2024-02-17T12:23:42.057" v="15241"/>
          <ac:picMkLst>
            <pc:docMk/>
            <pc:sldMk cId="4037457129" sldId="256"/>
            <ac:picMk id="255" creationId="{1E5DF838-2533-6137-3144-7A106A1FA416}"/>
          </ac:picMkLst>
        </pc:picChg>
        <pc:picChg chg="add del mod ord">
          <ac:chgData name="Marina Pavlovic" userId="0d7f52ac4825222f" providerId="LiveId" clId="{86856DD6-54C3-4E61-8FFA-C5C59C744505}" dt="2024-02-17T12:24:02.908" v="15242"/>
          <ac:picMkLst>
            <pc:docMk/>
            <pc:sldMk cId="4037457129" sldId="256"/>
            <ac:picMk id="258" creationId="{0A8E62AE-6D36-DE09-88A8-15C2B1EA5E09}"/>
          </ac:picMkLst>
        </pc:picChg>
        <pc:picChg chg="add del mod">
          <ac:chgData name="Marina Pavlovic" userId="0d7f52ac4825222f" providerId="LiveId" clId="{86856DD6-54C3-4E61-8FFA-C5C59C744505}" dt="2024-02-17T12:24:06.425" v="15244"/>
          <ac:picMkLst>
            <pc:docMk/>
            <pc:sldMk cId="4037457129" sldId="256"/>
            <ac:picMk id="259" creationId="{275ECC36-8F7A-1C24-752F-2B6EAD4146F5}"/>
          </ac:picMkLst>
        </pc:picChg>
        <pc:picChg chg="add del mod ord">
          <ac:chgData name="Marina Pavlovic" userId="0d7f52ac4825222f" providerId="LiveId" clId="{86856DD6-54C3-4E61-8FFA-C5C59C744505}" dt="2024-02-17T12:24:27.141" v="15245"/>
          <ac:picMkLst>
            <pc:docMk/>
            <pc:sldMk cId="4037457129" sldId="256"/>
            <ac:picMk id="262" creationId="{A94EB5AD-0897-D137-1636-24CD93EF34EF}"/>
          </ac:picMkLst>
        </pc:picChg>
        <pc:picChg chg="add del mod">
          <ac:chgData name="Marina Pavlovic" userId="0d7f52ac4825222f" providerId="LiveId" clId="{86856DD6-54C3-4E61-8FFA-C5C59C744505}" dt="2024-02-17T12:24:52.003" v="15247"/>
          <ac:picMkLst>
            <pc:docMk/>
            <pc:sldMk cId="4037457129" sldId="256"/>
            <ac:picMk id="263" creationId="{BD846A4D-18DA-F033-0865-B81C9D0C3A85}"/>
          </ac:picMkLst>
        </pc:picChg>
        <pc:picChg chg="add del mod ord">
          <ac:chgData name="Marina Pavlovic" userId="0d7f52ac4825222f" providerId="LiveId" clId="{86856DD6-54C3-4E61-8FFA-C5C59C744505}" dt="2024-02-17T12:25:10.678" v="15248"/>
          <ac:picMkLst>
            <pc:docMk/>
            <pc:sldMk cId="4037457129" sldId="256"/>
            <ac:picMk id="268" creationId="{648FB6BC-A1D1-7E0E-9E05-4A248D056EEB}"/>
          </ac:picMkLst>
        </pc:picChg>
        <pc:picChg chg="add del mod">
          <ac:chgData name="Marina Pavlovic" userId="0d7f52ac4825222f" providerId="LiveId" clId="{86856DD6-54C3-4E61-8FFA-C5C59C744505}" dt="2024-02-17T12:25:13.462" v="15250"/>
          <ac:picMkLst>
            <pc:docMk/>
            <pc:sldMk cId="4037457129" sldId="256"/>
            <ac:picMk id="269" creationId="{49637AF0-68C0-772B-2DD8-467891EB67A3}"/>
          </ac:picMkLst>
        </pc:picChg>
        <pc:picChg chg="add del mod ord">
          <ac:chgData name="Marina Pavlovic" userId="0d7f52ac4825222f" providerId="LiveId" clId="{86856DD6-54C3-4E61-8FFA-C5C59C744505}" dt="2024-02-17T12:25:32.923" v="15251"/>
          <ac:picMkLst>
            <pc:docMk/>
            <pc:sldMk cId="4037457129" sldId="256"/>
            <ac:picMk id="272" creationId="{140C024F-1E0C-2034-76B7-FF8F130411BF}"/>
          </ac:picMkLst>
        </pc:picChg>
        <pc:picChg chg="add del mod">
          <ac:chgData name="Marina Pavlovic" userId="0d7f52ac4825222f" providerId="LiveId" clId="{86856DD6-54C3-4E61-8FFA-C5C59C744505}" dt="2024-02-17T12:25:57.420" v="15253"/>
          <ac:picMkLst>
            <pc:docMk/>
            <pc:sldMk cId="4037457129" sldId="256"/>
            <ac:picMk id="273" creationId="{47FCFFDA-64DE-A282-85D1-7AA35AAB74E1}"/>
          </ac:picMkLst>
        </pc:picChg>
        <pc:picChg chg="add del mod ord">
          <ac:chgData name="Marina Pavlovic" userId="0d7f52ac4825222f" providerId="LiveId" clId="{86856DD6-54C3-4E61-8FFA-C5C59C744505}" dt="2024-02-17T12:26:05.837" v="15254"/>
          <ac:picMkLst>
            <pc:docMk/>
            <pc:sldMk cId="4037457129" sldId="256"/>
            <ac:picMk id="278" creationId="{1CCCA951-CA9C-0F0C-FCB6-F8EE1A305D6E}"/>
          </ac:picMkLst>
        </pc:picChg>
        <pc:picChg chg="add del mod">
          <ac:chgData name="Marina Pavlovic" userId="0d7f52ac4825222f" providerId="LiveId" clId="{86856DD6-54C3-4E61-8FFA-C5C59C744505}" dt="2024-02-17T12:26:12.924" v="15256"/>
          <ac:picMkLst>
            <pc:docMk/>
            <pc:sldMk cId="4037457129" sldId="256"/>
            <ac:picMk id="279" creationId="{517D651F-1BE1-4326-476D-64D369226B8E}"/>
          </ac:picMkLst>
        </pc:picChg>
        <pc:picChg chg="add del mod ord">
          <ac:chgData name="Marina Pavlovic" userId="0d7f52ac4825222f" providerId="LiveId" clId="{86856DD6-54C3-4E61-8FFA-C5C59C744505}" dt="2024-02-17T12:26:29.217" v="15257"/>
          <ac:picMkLst>
            <pc:docMk/>
            <pc:sldMk cId="4037457129" sldId="256"/>
            <ac:picMk id="282" creationId="{07758824-C918-0862-875D-5C6000C92C6E}"/>
          </ac:picMkLst>
        </pc:picChg>
        <pc:picChg chg="add del mod">
          <ac:chgData name="Marina Pavlovic" userId="0d7f52ac4825222f" providerId="LiveId" clId="{86856DD6-54C3-4E61-8FFA-C5C59C744505}" dt="2024-02-17T12:26:33.116" v="15259"/>
          <ac:picMkLst>
            <pc:docMk/>
            <pc:sldMk cId="4037457129" sldId="256"/>
            <ac:picMk id="283" creationId="{6CB87A2B-DE12-B798-C8B5-BA74C21844AC}"/>
          </ac:picMkLst>
        </pc:picChg>
        <pc:picChg chg="add del mod ord">
          <ac:chgData name="Marina Pavlovic" userId="0d7f52ac4825222f" providerId="LiveId" clId="{86856DD6-54C3-4E61-8FFA-C5C59C744505}" dt="2024-02-17T12:26:53.808" v="15260"/>
          <ac:picMkLst>
            <pc:docMk/>
            <pc:sldMk cId="4037457129" sldId="256"/>
            <ac:picMk id="286" creationId="{5FDCEEF6-6A44-06ED-15F3-B0641BE00B83}"/>
          </ac:picMkLst>
        </pc:picChg>
        <pc:picChg chg="add del mod">
          <ac:chgData name="Marina Pavlovic" userId="0d7f52ac4825222f" providerId="LiveId" clId="{86856DD6-54C3-4E61-8FFA-C5C59C744505}" dt="2024-02-17T12:26:58.200" v="15262"/>
          <ac:picMkLst>
            <pc:docMk/>
            <pc:sldMk cId="4037457129" sldId="256"/>
            <ac:picMk id="287" creationId="{A38DCAD8-4FE6-2168-D347-8BC6ABB0EB72}"/>
          </ac:picMkLst>
        </pc:picChg>
        <pc:picChg chg="add del mod ord">
          <ac:chgData name="Marina Pavlovic" userId="0d7f52ac4825222f" providerId="LiveId" clId="{86856DD6-54C3-4E61-8FFA-C5C59C744505}" dt="2024-02-17T12:27:21.955" v="15263"/>
          <ac:picMkLst>
            <pc:docMk/>
            <pc:sldMk cId="4037457129" sldId="256"/>
            <ac:picMk id="290" creationId="{9CED69C5-B836-A22A-03E9-C8DB082B2BDA}"/>
          </ac:picMkLst>
        </pc:picChg>
        <pc:picChg chg="add del mod">
          <ac:chgData name="Marina Pavlovic" userId="0d7f52ac4825222f" providerId="LiveId" clId="{86856DD6-54C3-4E61-8FFA-C5C59C744505}" dt="2024-02-17T12:27:26.072" v="15265"/>
          <ac:picMkLst>
            <pc:docMk/>
            <pc:sldMk cId="4037457129" sldId="256"/>
            <ac:picMk id="291" creationId="{E230786C-9778-4124-7ECA-3CE492991554}"/>
          </ac:picMkLst>
        </pc:picChg>
        <pc:picChg chg="add del mod ord">
          <ac:chgData name="Marina Pavlovic" userId="0d7f52ac4825222f" providerId="LiveId" clId="{86856DD6-54C3-4E61-8FFA-C5C59C744505}" dt="2024-02-17T12:27:45.676" v="15266"/>
          <ac:picMkLst>
            <pc:docMk/>
            <pc:sldMk cId="4037457129" sldId="256"/>
            <ac:picMk id="294" creationId="{75922DCD-1607-E4A6-2D36-77D11E422ABE}"/>
          </ac:picMkLst>
        </pc:picChg>
        <pc:picChg chg="add del mod">
          <ac:chgData name="Marina Pavlovic" userId="0d7f52ac4825222f" providerId="LiveId" clId="{86856DD6-54C3-4E61-8FFA-C5C59C744505}" dt="2024-02-17T12:28:10.649" v="15268"/>
          <ac:picMkLst>
            <pc:docMk/>
            <pc:sldMk cId="4037457129" sldId="256"/>
            <ac:picMk id="295" creationId="{4F9C8661-2B95-8EFD-5C1E-F23111FAFAB3}"/>
          </ac:picMkLst>
        </pc:picChg>
        <pc:picChg chg="add del mod ord">
          <ac:chgData name="Marina Pavlovic" userId="0d7f52ac4825222f" providerId="LiveId" clId="{86856DD6-54C3-4E61-8FFA-C5C59C744505}" dt="2024-02-17T12:28:19.975" v="15269"/>
          <ac:picMkLst>
            <pc:docMk/>
            <pc:sldMk cId="4037457129" sldId="256"/>
            <ac:picMk id="300" creationId="{1727D263-37A2-9993-0C65-6848F5DF94D4}"/>
          </ac:picMkLst>
        </pc:picChg>
        <pc:picChg chg="add del mod">
          <ac:chgData name="Marina Pavlovic" userId="0d7f52ac4825222f" providerId="LiveId" clId="{86856DD6-54C3-4E61-8FFA-C5C59C744505}" dt="2024-02-17T12:28:23.546" v="15271"/>
          <ac:picMkLst>
            <pc:docMk/>
            <pc:sldMk cId="4037457129" sldId="256"/>
            <ac:picMk id="301" creationId="{F79770E3-667A-56EE-66BA-B3144A660007}"/>
          </ac:picMkLst>
        </pc:picChg>
        <pc:picChg chg="add del mod ord">
          <ac:chgData name="Marina Pavlovic" userId="0d7f52ac4825222f" providerId="LiveId" clId="{86856DD6-54C3-4E61-8FFA-C5C59C744505}" dt="2024-02-17T12:28:38.588" v="15272"/>
          <ac:picMkLst>
            <pc:docMk/>
            <pc:sldMk cId="4037457129" sldId="256"/>
            <ac:picMk id="304" creationId="{5F359A59-D521-D3FB-B23C-22470F962740}"/>
          </ac:picMkLst>
        </pc:picChg>
        <pc:picChg chg="add del mod">
          <ac:chgData name="Marina Pavlovic" userId="0d7f52ac4825222f" providerId="LiveId" clId="{86856DD6-54C3-4E61-8FFA-C5C59C744505}" dt="2024-02-17T12:28:41.084" v="15274"/>
          <ac:picMkLst>
            <pc:docMk/>
            <pc:sldMk cId="4037457129" sldId="256"/>
            <ac:picMk id="305" creationId="{41DA9679-D0EB-72A3-ABD8-F02BD915835E}"/>
          </ac:picMkLst>
        </pc:picChg>
        <pc:picChg chg="add del mod ord">
          <ac:chgData name="Marina Pavlovic" userId="0d7f52ac4825222f" providerId="LiveId" clId="{86856DD6-54C3-4E61-8FFA-C5C59C744505}" dt="2024-02-17T12:28:56.434" v="15275"/>
          <ac:picMkLst>
            <pc:docMk/>
            <pc:sldMk cId="4037457129" sldId="256"/>
            <ac:picMk id="308" creationId="{BE2532E3-DD35-A97E-8467-096E7362C3A1}"/>
          </ac:picMkLst>
        </pc:picChg>
        <pc:picChg chg="add del mod">
          <ac:chgData name="Marina Pavlovic" userId="0d7f52ac4825222f" providerId="LiveId" clId="{86856DD6-54C3-4E61-8FFA-C5C59C744505}" dt="2024-02-17T12:29:02.342" v="15277"/>
          <ac:picMkLst>
            <pc:docMk/>
            <pc:sldMk cId="4037457129" sldId="256"/>
            <ac:picMk id="309" creationId="{E7CAF553-1A08-AD63-6A4A-6506E1DA6F3E}"/>
          </ac:picMkLst>
        </pc:picChg>
        <pc:picChg chg="add del mod ord">
          <ac:chgData name="Marina Pavlovic" userId="0d7f52ac4825222f" providerId="LiveId" clId="{86856DD6-54C3-4E61-8FFA-C5C59C744505}" dt="2024-02-17T12:29:21.364" v="15278"/>
          <ac:picMkLst>
            <pc:docMk/>
            <pc:sldMk cId="4037457129" sldId="256"/>
            <ac:picMk id="312" creationId="{28430B82-C21B-3FA3-2490-8BCAE96CA0AF}"/>
          </ac:picMkLst>
        </pc:picChg>
        <pc:picChg chg="add del mod">
          <ac:chgData name="Marina Pavlovic" userId="0d7f52ac4825222f" providerId="LiveId" clId="{86856DD6-54C3-4E61-8FFA-C5C59C744505}" dt="2024-02-17T12:29:29.909" v="15280"/>
          <ac:picMkLst>
            <pc:docMk/>
            <pc:sldMk cId="4037457129" sldId="256"/>
            <ac:picMk id="313" creationId="{901E6606-E8BB-D55B-FFEC-443F1DC9AFF1}"/>
          </ac:picMkLst>
        </pc:picChg>
        <pc:picChg chg="add del mod ord">
          <ac:chgData name="Marina Pavlovic" userId="0d7f52ac4825222f" providerId="LiveId" clId="{86856DD6-54C3-4E61-8FFA-C5C59C744505}" dt="2024-02-17T12:29:49.564" v="15281"/>
          <ac:picMkLst>
            <pc:docMk/>
            <pc:sldMk cId="4037457129" sldId="256"/>
            <ac:picMk id="316" creationId="{163BC9BC-C988-7681-F10D-79ABABA0EC4A}"/>
          </ac:picMkLst>
        </pc:picChg>
        <pc:picChg chg="add del mod">
          <ac:chgData name="Marina Pavlovic" userId="0d7f52ac4825222f" providerId="LiveId" clId="{86856DD6-54C3-4E61-8FFA-C5C59C744505}" dt="2024-02-17T12:30:01.143" v="15283"/>
          <ac:picMkLst>
            <pc:docMk/>
            <pc:sldMk cId="4037457129" sldId="256"/>
            <ac:picMk id="317" creationId="{E2BEBABA-E16D-3245-4FF3-68B8B34B2CE8}"/>
          </ac:picMkLst>
        </pc:picChg>
        <pc:picChg chg="add del mod ord">
          <ac:chgData name="Marina Pavlovic" userId="0d7f52ac4825222f" providerId="LiveId" clId="{86856DD6-54C3-4E61-8FFA-C5C59C744505}" dt="2024-02-17T12:30:20.513" v="15284"/>
          <ac:picMkLst>
            <pc:docMk/>
            <pc:sldMk cId="4037457129" sldId="256"/>
            <ac:picMk id="321" creationId="{AE292BEA-9CED-5DCF-4A96-4CA636740418}"/>
          </ac:picMkLst>
        </pc:picChg>
        <pc:picChg chg="add del mod">
          <ac:chgData name="Marina Pavlovic" userId="0d7f52ac4825222f" providerId="LiveId" clId="{86856DD6-54C3-4E61-8FFA-C5C59C744505}" dt="2024-02-17T12:30:56.127" v="15286"/>
          <ac:picMkLst>
            <pc:docMk/>
            <pc:sldMk cId="4037457129" sldId="256"/>
            <ac:picMk id="322" creationId="{D09D2208-19B0-6D48-AE5D-167A38725C26}"/>
          </ac:picMkLst>
        </pc:picChg>
        <pc:picChg chg="add del mod ord">
          <ac:chgData name="Marina Pavlovic" userId="0d7f52ac4825222f" providerId="LiveId" clId="{86856DD6-54C3-4E61-8FFA-C5C59C744505}" dt="2024-02-17T12:31:16.357" v="15287"/>
          <ac:picMkLst>
            <pc:docMk/>
            <pc:sldMk cId="4037457129" sldId="256"/>
            <ac:picMk id="327" creationId="{0463F511-7C29-C882-A851-C32854048A6B}"/>
          </ac:picMkLst>
        </pc:picChg>
        <pc:picChg chg="add del mod">
          <ac:chgData name="Marina Pavlovic" userId="0d7f52ac4825222f" providerId="LiveId" clId="{86856DD6-54C3-4E61-8FFA-C5C59C744505}" dt="2024-02-17T12:31:48.185" v="15289"/>
          <ac:picMkLst>
            <pc:docMk/>
            <pc:sldMk cId="4037457129" sldId="256"/>
            <ac:picMk id="328" creationId="{28C120CA-65BD-C9DC-67C4-69D17E6E19F8}"/>
          </ac:picMkLst>
        </pc:picChg>
        <pc:picChg chg="add del mod ord">
          <ac:chgData name="Marina Pavlovic" userId="0d7f52ac4825222f" providerId="LiveId" clId="{86856DD6-54C3-4E61-8FFA-C5C59C744505}" dt="2024-02-17T12:32:07.861" v="15290"/>
          <ac:picMkLst>
            <pc:docMk/>
            <pc:sldMk cId="4037457129" sldId="256"/>
            <ac:picMk id="333" creationId="{E6FD7AE0-A522-D4C7-764B-9E41C7862B4B}"/>
          </ac:picMkLst>
        </pc:picChg>
        <pc:picChg chg="add del mod">
          <ac:chgData name="Marina Pavlovic" userId="0d7f52ac4825222f" providerId="LiveId" clId="{86856DD6-54C3-4E61-8FFA-C5C59C744505}" dt="2024-02-17T12:32:20.188" v="15292"/>
          <ac:picMkLst>
            <pc:docMk/>
            <pc:sldMk cId="4037457129" sldId="256"/>
            <ac:picMk id="334" creationId="{0CF50915-0CFD-D916-A39B-32FA8E810FD9}"/>
          </ac:picMkLst>
        </pc:picChg>
        <pc:picChg chg="add del mod ord">
          <ac:chgData name="Marina Pavlovic" userId="0d7f52ac4825222f" providerId="LiveId" clId="{86856DD6-54C3-4E61-8FFA-C5C59C744505}" dt="2024-02-17T12:32:40.045" v="15293"/>
          <ac:picMkLst>
            <pc:docMk/>
            <pc:sldMk cId="4037457129" sldId="256"/>
            <ac:picMk id="338" creationId="{16B81C0F-5470-01F6-6E83-78EB0E98968C}"/>
          </ac:picMkLst>
        </pc:picChg>
        <pc:picChg chg="add del mod">
          <ac:chgData name="Marina Pavlovic" userId="0d7f52ac4825222f" providerId="LiveId" clId="{86856DD6-54C3-4E61-8FFA-C5C59C744505}" dt="2024-02-17T12:33:04.065" v="15295"/>
          <ac:picMkLst>
            <pc:docMk/>
            <pc:sldMk cId="4037457129" sldId="256"/>
            <ac:picMk id="339" creationId="{986D1DB4-B08A-24B6-F48D-D419B395AC7E}"/>
          </ac:picMkLst>
        </pc:picChg>
        <pc:picChg chg="add del mod ord">
          <ac:chgData name="Marina Pavlovic" userId="0d7f52ac4825222f" providerId="LiveId" clId="{86856DD6-54C3-4E61-8FFA-C5C59C744505}" dt="2024-02-17T12:33:11.145" v="15296"/>
          <ac:picMkLst>
            <pc:docMk/>
            <pc:sldMk cId="4037457129" sldId="256"/>
            <ac:picMk id="344" creationId="{A35CB469-60C9-C808-7345-0ECDF008C046}"/>
          </ac:picMkLst>
        </pc:picChg>
        <pc:picChg chg="add del mod">
          <ac:chgData name="Marina Pavlovic" userId="0d7f52ac4825222f" providerId="LiveId" clId="{86856DD6-54C3-4E61-8FFA-C5C59C744505}" dt="2024-02-17T12:33:17.223" v="15298"/>
          <ac:picMkLst>
            <pc:docMk/>
            <pc:sldMk cId="4037457129" sldId="256"/>
            <ac:picMk id="345" creationId="{7A3BBB22-EB23-2240-2DA1-9A4166EEE299}"/>
          </ac:picMkLst>
        </pc:picChg>
        <pc:picChg chg="add del mod ord">
          <ac:chgData name="Marina Pavlovic" userId="0d7f52ac4825222f" providerId="LiveId" clId="{86856DD6-54C3-4E61-8FFA-C5C59C744505}" dt="2024-02-17T12:33:39.224" v="15299"/>
          <ac:picMkLst>
            <pc:docMk/>
            <pc:sldMk cId="4037457129" sldId="256"/>
            <ac:picMk id="348" creationId="{CF97F635-668A-4AF9-1D66-FE31D637C041}"/>
          </ac:picMkLst>
        </pc:picChg>
        <pc:picChg chg="add mod">
          <ac:chgData name="Marina Pavlovic" userId="0d7f52ac4825222f" providerId="LiveId" clId="{86856DD6-54C3-4E61-8FFA-C5C59C744505}" dt="2024-02-17T12:33:39.224" v="15299"/>
          <ac:picMkLst>
            <pc:docMk/>
            <pc:sldMk cId="4037457129" sldId="256"/>
            <ac:picMk id="349" creationId="{CBA3B7B5-B82E-1B5C-B25F-38E1642B948B}"/>
          </ac:picMkLst>
        </pc:picChg>
        <pc:cxnChg chg="add del">
          <ac:chgData name="Marina Pavlovic" userId="0d7f52ac4825222f" providerId="LiveId" clId="{86856DD6-54C3-4E61-8FFA-C5C59C744505}" dt="2024-01-24T12:46:58.270" v="97" actId="26606"/>
          <ac:cxnSpMkLst>
            <pc:docMk/>
            <pc:sldMk cId="4037457129" sldId="256"/>
            <ac:cxnSpMk id="11" creationId="{34E5597F-CE67-4085-9548-E6A8036DA3BB}"/>
          </ac:cxnSpMkLst>
        </pc:cxnChg>
        <pc:cxnChg chg="add del">
          <ac:chgData name="Marina Pavlovic" userId="0d7f52ac4825222f" providerId="LiveId" clId="{86856DD6-54C3-4E61-8FFA-C5C59C744505}" dt="2024-01-24T12:47:05.281" v="101" actId="26606"/>
          <ac:cxnSpMkLst>
            <pc:docMk/>
            <pc:sldMk cId="4037457129" sldId="256"/>
            <ac:cxnSpMk id="16" creationId="{E3B95BE3-D5B2-4F38-9A01-17866C9FBA6E}"/>
          </ac:cxnSpMkLst>
        </pc:cxnChg>
        <pc:cxnChg chg="add del">
          <ac:chgData name="Marina Pavlovic" userId="0d7f52ac4825222f" providerId="LiveId" clId="{86856DD6-54C3-4E61-8FFA-C5C59C744505}" dt="2024-01-24T12:47:43.292" v="109" actId="26606"/>
          <ac:cxnSpMkLst>
            <pc:docMk/>
            <pc:sldMk cId="4037457129" sldId="256"/>
            <ac:cxnSpMk id="30" creationId="{1D7AD51E-A168-490B-B8A6-8AFE86E0F2B5}"/>
          </ac:cxnSpMkLst>
        </pc:cxnChg>
        <pc:cxnChg chg="add del">
          <ac:chgData name="Marina Pavlovic" userId="0d7f52ac4825222f" providerId="LiveId" clId="{86856DD6-54C3-4E61-8FFA-C5C59C744505}" dt="2024-01-24T12:51:07.529" v="142" actId="26606"/>
          <ac:cxnSpMkLst>
            <pc:docMk/>
            <pc:sldMk cId="4037457129" sldId="256"/>
            <ac:cxnSpMk id="37" creationId="{D81E42A3-743C-4C15-9DA8-93AA9AEBFB17}"/>
          </ac:cxnSpMkLst>
        </pc:cxnChg>
        <pc:cxnChg chg="add del">
          <ac:chgData name="Marina Pavlovic" userId="0d7f52ac4825222f" providerId="LiveId" clId="{86856DD6-54C3-4E61-8FFA-C5C59C744505}" dt="2024-01-24T12:50:50.313" v="139" actId="26606"/>
          <ac:cxnSpMkLst>
            <pc:docMk/>
            <pc:sldMk cId="4037457129" sldId="256"/>
            <ac:cxnSpMk id="45" creationId="{CEEA40C4-6B9E-4B9E-8CDF-A0C572462EAD}"/>
          </ac:cxnSpMkLst>
        </pc:cxnChg>
        <pc:cxnChg chg="add del">
          <ac:chgData name="Marina Pavlovic" userId="0d7f52ac4825222f" providerId="LiveId" clId="{86856DD6-54C3-4E61-8FFA-C5C59C744505}" dt="2024-01-24T12:50:50.313" v="139" actId="26606"/>
          <ac:cxnSpMkLst>
            <pc:docMk/>
            <pc:sldMk cId="4037457129" sldId="256"/>
            <ac:cxnSpMk id="47" creationId="{0A54810C-5CC0-45D3-BD8F-C4407F92F569}"/>
          </ac:cxnSpMkLst>
        </pc:cxnChg>
        <pc:cxnChg chg="add del">
          <ac:chgData name="Marina Pavlovic" userId="0d7f52ac4825222f" providerId="LiveId" clId="{86856DD6-54C3-4E61-8FFA-C5C59C744505}" dt="2024-01-24T12:50:50.313" v="139" actId="26606"/>
          <ac:cxnSpMkLst>
            <pc:docMk/>
            <pc:sldMk cId="4037457129" sldId="256"/>
            <ac:cxnSpMk id="49" creationId="{AE458AAC-F667-498F-A263-A8C7AB4FC960}"/>
          </ac:cxnSpMkLst>
        </pc:cxnChg>
        <pc:cxnChg chg="add del">
          <ac:chgData name="Marina Pavlovic" userId="0d7f52ac4825222f" providerId="LiveId" clId="{86856DD6-54C3-4E61-8FFA-C5C59C744505}" dt="2024-01-24T12:49:20.807" v="129" actId="26606"/>
          <ac:cxnSpMkLst>
            <pc:docMk/>
            <pc:sldMk cId="4037457129" sldId="256"/>
            <ac:cxnSpMk id="164" creationId="{4D594499-F983-4364-8ABC-5BCDC2E906BF}"/>
          </ac:cxnSpMkLst>
        </pc:cxnChg>
        <pc:cxnChg chg="add del">
          <ac:chgData name="Marina Pavlovic" userId="0d7f52ac4825222f" providerId="LiveId" clId="{86856DD6-54C3-4E61-8FFA-C5C59C744505}" dt="2024-01-24T12:49:20.807" v="129" actId="26606"/>
          <ac:cxnSpMkLst>
            <pc:docMk/>
            <pc:sldMk cId="4037457129" sldId="256"/>
            <ac:cxnSpMk id="165" creationId="{6D4C177C-581F-4CC8-A686-0B6D25DC6A70}"/>
          </ac:cxnSpMkLst>
        </pc:cxnChg>
      </pc:sldChg>
      <pc:sldChg chg="addSp delSp modSp new mod modTransition setBg modClrScheme modAnim delDesignElem chgLayout modNotesTx">
        <pc:chgData name="Marina Pavlovic" userId="0d7f52ac4825222f" providerId="LiveId" clId="{86856DD6-54C3-4E61-8FFA-C5C59C744505}" dt="2024-02-17T14:26:58.067" v="15714"/>
        <pc:sldMkLst>
          <pc:docMk/>
          <pc:sldMk cId="333247149" sldId="257"/>
        </pc:sldMkLst>
        <pc:spChg chg="del mod ord">
          <ac:chgData name="Marina Pavlovic" userId="0d7f52ac4825222f" providerId="LiveId" clId="{86856DD6-54C3-4E61-8FFA-C5C59C744505}" dt="2024-01-24T12:53:55.717" v="155" actId="700"/>
          <ac:spMkLst>
            <pc:docMk/>
            <pc:sldMk cId="333247149" sldId="257"/>
            <ac:spMk id="2" creationId="{342CB260-3855-AB6D-A5C0-FC4D9F758EC8}"/>
          </ac:spMkLst>
        </pc:spChg>
        <pc:spChg chg="mod">
          <ac:chgData name="Marina Pavlovic" userId="0d7f52ac4825222f" providerId="LiveId" clId="{86856DD6-54C3-4E61-8FFA-C5C59C744505}" dt="2024-02-09T09:00:40.055" v="3296" actId="26606"/>
          <ac:spMkLst>
            <pc:docMk/>
            <pc:sldMk cId="333247149" sldId="257"/>
            <ac:spMk id="2" creationId="{9DD6E3FF-8F31-11B6-D438-4000DC1D76EA}"/>
          </ac:spMkLst>
        </pc:spChg>
        <pc:spChg chg="add del mod">
          <ac:chgData name="Marina Pavlovic" userId="0d7f52ac4825222f" providerId="LiveId" clId="{86856DD6-54C3-4E61-8FFA-C5C59C744505}" dt="2024-02-05T15:57:26.573" v="872"/>
          <ac:spMkLst>
            <pc:docMk/>
            <pc:sldMk cId="333247149" sldId="257"/>
            <ac:spMk id="3" creationId="{6EF6EC9B-F7D2-4AE1-860F-CDBC785FC06F}"/>
          </ac:spMkLst>
        </pc:spChg>
        <pc:spChg chg="del mod ord">
          <ac:chgData name="Marina Pavlovic" userId="0d7f52ac4825222f" providerId="LiveId" clId="{86856DD6-54C3-4E61-8FFA-C5C59C744505}" dt="2024-01-24T12:53:55.717" v="155" actId="700"/>
          <ac:spMkLst>
            <pc:docMk/>
            <pc:sldMk cId="333247149" sldId="257"/>
            <ac:spMk id="3" creationId="{C63A0EEC-37EF-83A7-FBC8-3F2F79131DB2}"/>
          </ac:spMkLst>
        </pc:spChg>
        <pc:spChg chg="add mod ord">
          <ac:chgData name="Marina Pavlovic" userId="0d7f52ac4825222f" providerId="LiveId" clId="{86856DD6-54C3-4E61-8FFA-C5C59C744505}" dt="2024-02-11T08:24:35.720" v="4824" actId="20577"/>
          <ac:spMkLst>
            <pc:docMk/>
            <pc:sldMk cId="333247149" sldId="257"/>
            <ac:spMk id="4" creationId="{1C1F1FC9-1E48-44A5-BB83-763878F437DD}"/>
          </ac:spMkLst>
        </pc:spChg>
        <pc:spChg chg="add del mod">
          <ac:chgData name="Marina Pavlovic" userId="0d7f52ac4825222f" providerId="LiveId" clId="{86856DD6-54C3-4E61-8FFA-C5C59C744505}" dt="2024-02-05T15:13:48.632" v="544"/>
          <ac:spMkLst>
            <pc:docMk/>
            <pc:sldMk cId="333247149" sldId="257"/>
            <ac:spMk id="5" creationId="{38696D02-7184-0A54-4964-A0497B5857EA}"/>
          </ac:spMkLst>
        </pc:spChg>
        <pc:spChg chg="add del mod ord">
          <ac:chgData name="Marina Pavlovic" userId="0d7f52ac4825222f" providerId="LiveId" clId="{86856DD6-54C3-4E61-8FFA-C5C59C744505}" dt="2024-01-24T13:52:14.371" v="304" actId="12084"/>
          <ac:spMkLst>
            <pc:docMk/>
            <pc:sldMk cId="333247149" sldId="257"/>
            <ac:spMk id="5" creationId="{DCCB9077-5180-11E3-E115-418F59BCE72B}"/>
          </ac:spMkLst>
        </pc:spChg>
        <pc:spChg chg="add del mod">
          <ac:chgData name="Marina Pavlovic" userId="0d7f52ac4825222f" providerId="LiveId" clId="{86856DD6-54C3-4E61-8FFA-C5C59C744505}" dt="2024-02-05T15:13:48.634" v="546"/>
          <ac:spMkLst>
            <pc:docMk/>
            <pc:sldMk cId="333247149" sldId="257"/>
            <ac:spMk id="6" creationId="{BBA20CF1-652B-BE6D-1424-611A25BBFA04}"/>
          </ac:spMkLst>
        </pc:spChg>
        <pc:spChg chg="add del mod">
          <ac:chgData name="Marina Pavlovic" userId="0d7f52ac4825222f" providerId="LiveId" clId="{86856DD6-54C3-4E61-8FFA-C5C59C744505}" dt="2024-01-24T13:36:40.763" v="245"/>
          <ac:spMkLst>
            <pc:docMk/>
            <pc:sldMk cId="333247149" sldId="257"/>
            <ac:spMk id="7" creationId="{32F82E35-AB06-FD3D-3D16-AB31E8045ED3}"/>
          </ac:spMkLst>
        </pc:spChg>
        <pc:spChg chg="add del">
          <ac:chgData name="Marina Pavlovic" userId="0d7f52ac4825222f" providerId="LiveId" clId="{86856DD6-54C3-4E61-8FFA-C5C59C744505}" dt="2024-01-24T13:36:25.761" v="242" actId="26606"/>
          <ac:spMkLst>
            <pc:docMk/>
            <pc:sldMk cId="333247149" sldId="257"/>
            <ac:spMk id="13" creationId="{8380AD67-C5CA-4918-B4BB-C359BB03EEDD}"/>
          </ac:spMkLst>
        </pc:spChg>
        <pc:spChg chg="add del">
          <ac:chgData name="Marina Pavlovic" userId="0d7f52ac4825222f" providerId="LiveId" clId="{86856DD6-54C3-4E61-8FFA-C5C59C744505}" dt="2024-01-24T13:57:25.907" v="323" actId="26606"/>
          <ac:spMkLst>
            <pc:docMk/>
            <pc:sldMk cId="333247149" sldId="257"/>
            <ac:spMk id="14" creationId="{0288C6B4-AFC3-407F-A595-EFFD38D4CCAF}"/>
          </ac:spMkLst>
        </pc:spChg>
        <pc:spChg chg="add del">
          <ac:chgData name="Marina Pavlovic" userId="0d7f52ac4825222f" providerId="LiveId" clId="{86856DD6-54C3-4E61-8FFA-C5C59C744505}" dt="2024-01-24T13:36:25.761" v="242" actId="26606"/>
          <ac:spMkLst>
            <pc:docMk/>
            <pc:sldMk cId="333247149" sldId="257"/>
            <ac:spMk id="15" creationId="{EABAD4DA-87BA-4F70-9EF0-45C6BCF17823}"/>
          </ac:spMkLst>
        </pc:spChg>
        <pc:spChg chg="add del">
          <ac:chgData name="Marina Pavlovic" userId="0d7f52ac4825222f" providerId="LiveId" clId="{86856DD6-54C3-4E61-8FFA-C5C59C744505}" dt="2024-01-24T13:57:25.907" v="323" actId="26606"/>
          <ac:spMkLst>
            <pc:docMk/>
            <pc:sldMk cId="333247149" sldId="257"/>
            <ac:spMk id="16" creationId="{2D6FBB9D-1CAA-4D05-AB33-BABDFE17B843}"/>
          </ac:spMkLst>
        </pc:spChg>
        <pc:spChg chg="add del">
          <ac:chgData name="Marina Pavlovic" userId="0d7f52ac4825222f" providerId="LiveId" clId="{86856DD6-54C3-4E61-8FFA-C5C59C744505}" dt="2024-01-24T13:36:25.761" v="242" actId="26606"/>
          <ac:spMkLst>
            <pc:docMk/>
            <pc:sldMk cId="333247149" sldId="257"/>
            <ac:spMk id="17" creationId="{915128D9-2797-47FA-B6FE-EC24E6B8437A}"/>
          </ac:spMkLst>
        </pc:spChg>
        <pc:spChg chg="add del">
          <ac:chgData name="Marina Pavlovic" userId="0d7f52ac4825222f" providerId="LiveId" clId="{86856DD6-54C3-4E61-8FFA-C5C59C744505}" dt="2024-01-24T13:57:25.907" v="323" actId="26606"/>
          <ac:spMkLst>
            <pc:docMk/>
            <pc:sldMk cId="333247149" sldId="257"/>
            <ac:spMk id="18" creationId="{04727B71-B4B6-4823-80A1-68C40B475118}"/>
          </ac:spMkLst>
        </pc:spChg>
        <pc:spChg chg="add del">
          <ac:chgData name="Marina Pavlovic" userId="0d7f52ac4825222f" providerId="LiveId" clId="{86856DD6-54C3-4E61-8FFA-C5C59C744505}" dt="2024-01-24T13:57:25.907" v="323" actId="26606"/>
          <ac:spMkLst>
            <pc:docMk/>
            <pc:sldMk cId="333247149" sldId="257"/>
            <ac:spMk id="19" creationId="{CF236821-17FE-429B-8D2C-08E13A64EA40}"/>
          </ac:spMkLst>
        </pc:spChg>
        <pc:spChg chg="add del">
          <ac:chgData name="Marina Pavlovic" userId="0d7f52ac4825222f" providerId="LiveId" clId="{86856DD6-54C3-4E61-8FFA-C5C59C744505}" dt="2024-01-24T13:57:25.907" v="323" actId="26606"/>
          <ac:spMkLst>
            <pc:docMk/>
            <pc:sldMk cId="333247149" sldId="257"/>
            <ac:spMk id="20" creationId="{79A6DB05-9FB5-4B07-8675-74C23D4FD89D}"/>
          </ac:spMkLst>
        </pc:spChg>
        <pc:spChg chg="add del">
          <ac:chgData name="Marina Pavlovic" userId="0d7f52ac4825222f" providerId="LiveId" clId="{86856DD6-54C3-4E61-8FFA-C5C59C744505}" dt="2024-01-24T13:57:25.907" v="323" actId="26606"/>
          <ac:spMkLst>
            <pc:docMk/>
            <pc:sldMk cId="333247149" sldId="257"/>
            <ac:spMk id="21" creationId="{C0BDBCD2-E081-43AB-9119-C55465E59757}"/>
          </ac:spMkLst>
        </pc:spChg>
        <pc:spChg chg="add del">
          <ac:chgData name="Marina Pavlovic" userId="0d7f52ac4825222f" providerId="LiveId" clId="{86856DD6-54C3-4E61-8FFA-C5C59C744505}" dt="2024-01-24T13:55:53.078" v="314" actId="700"/>
          <ac:spMkLst>
            <pc:docMk/>
            <pc:sldMk cId="333247149" sldId="257"/>
            <ac:spMk id="22" creationId="{79477870-C64A-4E35-8F2F-05B7114F3C74}"/>
          </ac:spMkLst>
        </pc:spChg>
        <pc:spChg chg="add del">
          <ac:chgData name="Marina Pavlovic" userId="0d7f52ac4825222f" providerId="LiveId" clId="{86856DD6-54C3-4E61-8FFA-C5C59C744505}" dt="2024-01-24T13:55:53.078" v="314" actId="700"/>
          <ac:spMkLst>
            <pc:docMk/>
            <pc:sldMk cId="333247149" sldId="257"/>
            <ac:spMk id="24" creationId="{8AEA628B-C8FF-4D0B-B111-F101F580B15D}"/>
          </ac:spMkLst>
        </pc:spChg>
        <pc:spChg chg="add del">
          <ac:chgData name="Marina Pavlovic" userId="0d7f52ac4825222f" providerId="LiveId" clId="{86856DD6-54C3-4E61-8FFA-C5C59C744505}" dt="2024-01-24T13:55:53.078" v="314" actId="700"/>
          <ac:spMkLst>
            <pc:docMk/>
            <pc:sldMk cId="333247149" sldId="257"/>
            <ac:spMk id="26" creationId="{42663BD0-064C-40FC-A331-F49FCA9536AA}"/>
          </ac:spMkLst>
        </pc:spChg>
        <pc:spChg chg="add del">
          <ac:chgData name="Marina Pavlovic" userId="0d7f52ac4825222f" providerId="LiveId" clId="{86856DD6-54C3-4E61-8FFA-C5C59C744505}" dt="2024-01-24T13:57:25.907" v="323" actId="26606"/>
          <ac:spMkLst>
            <pc:docMk/>
            <pc:sldMk cId="333247149" sldId="257"/>
            <ac:spMk id="28" creationId="{98E79BE4-34FE-485A-98A5-92CE8F7C4743}"/>
          </ac:spMkLst>
        </pc:spChg>
        <pc:spChg chg="add del">
          <ac:chgData name="Marina Pavlovic" userId="0d7f52ac4825222f" providerId="LiveId" clId="{86856DD6-54C3-4E61-8FFA-C5C59C744505}" dt="2024-01-24T13:57:25.907" v="323" actId="26606"/>
          <ac:spMkLst>
            <pc:docMk/>
            <pc:sldMk cId="333247149" sldId="257"/>
            <ac:spMk id="30" creationId="{7A5F0580-5EE9-419F-96EE-B6529EF6E7D0}"/>
          </ac:spMkLst>
        </pc:spChg>
        <pc:spChg chg="add del">
          <ac:chgData name="Marina Pavlovic" userId="0d7f52ac4825222f" providerId="LiveId" clId="{86856DD6-54C3-4E61-8FFA-C5C59C744505}" dt="2024-01-24T13:57:55.526" v="327" actId="26606"/>
          <ac:spMkLst>
            <pc:docMk/>
            <pc:sldMk cId="333247149" sldId="257"/>
            <ac:spMk id="32" creationId="{2D6FBB9D-1CAA-4D05-AB33-BABDFE17B843}"/>
          </ac:spMkLst>
        </pc:spChg>
        <pc:spChg chg="add del">
          <ac:chgData name="Marina Pavlovic" userId="0d7f52ac4825222f" providerId="LiveId" clId="{86856DD6-54C3-4E61-8FFA-C5C59C744505}" dt="2024-01-24T13:57:55.526" v="327" actId="26606"/>
          <ac:spMkLst>
            <pc:docMk/>
            <pc:sldMk cId="333247149" sldId="257"/>
            <ac:spMk id="33" creationId="{04727B71-B4B6-4823-80A1-68C40B475118}"/>
          </ac:spMkLst>
        </pc:spChg>
        <pc:spChg chg="add del">
          <ac:chgData name="Marina Pavlovic" userId="0d7f52ac4825222f" providerId="LiveId" clId="{86856DD6-54C3-4E61-8FFA-C5C59C744505}" dt="2024-01-24T13:57:55.526" v="327" actId="26606"/>
          <ac:spMkLst>
            <pc:docMk/>
            <pc:sldMk cId="333247149" sldId="257"/>
            <ac:spMk id="34" creationId="{79A6DB05-9FB5-4B07-8675-74C23D4FD89D}"/>
          </ac:spMkLst>
        </pc:spChg>
        <pc:spChg chg="add del">
          <ac:chgData name="Marina Pavlovic" userId="0d7f52ac4825222f" providerId="LiveId" clId="{86856DD6-54C3-4E61-8FFA-C5C59C744505}" dt="2024-01-24T13:57:55.526" v="327" actId="26606"/>
          <ac:spMkLst>
            <pc:docMk/>
            <pc:sldMk cId="333247149" sldId="257"/>
            <ac:spMk id="35" creationId="{8380AD67-C5CA-4918-B4BB-C359BB03EEDD}"/>
          </ac:spMkLst>
        </pc:spChg>
        <pc:spChg chg="add del">
          <ac:chgData name="Marina Pavlovic" userId="0d7f52ac4825222f" providerId="LiveId" clId="{86856DD6-54C3-4E61-8FFA-C5C59C744505}" dt="2024-01-24T13:57:55.526" v="327" actId="26606"/>
          <ac:spMkLst>
            <pc:docMk/>
            <pc:sldMk cId="333247149" sldId="257"/>
            <ac:spMk id="36" creationId="{EABAD4DA-87BA-4F70-9EF0-45C6BCF17823}"/>
          </ac:spMkLst>
        </pc:spChg>
        <pc:spChg chg="add del">
          <ac:chgData name="Marina Pavlovic" userId="0d7f52ac4825222f" providerId="LiveId" clId="{86856DD6-54C3-4E61-8FFA-C5C59C744505}" dt="2024-01-24T13:57:55.526" v="327" actId="26606"/>
          <ac:spMkLst>
            <pc:docMk/>
            <pc:sldMk cId="333247149" sldId="257"/>
            <ac:spMk id="37" creationId="{915128D9-2797-47FA-B6FE-EC24E6B8437A}"/>
          </ac:spMkLst>
        </pc:spChg>
        <pc:spChg chg="add del">
          <ac:chgData name="Marina Pavlovic" userId="0d7f52ac4825222f" providerId="LiveId" clId="{86856DD6-54C3-4E61-8FFA-C5C59C744505}" dt="2024-01-24T13:57:55.463" v="326" actId="26606"/>
          <ac:spMkLst>
            <pc:docMk/>
            <pc:sldMk cId="333247149" sldId="257"/>
            <ac:spMk id="42" creationId="{2D6FBB9D-1CAA-4D05-AB33-BABDFE17B843}"/>
          </ac:spMkLst>
        </pc:spChg>
        <pc:spChg chg="add del">
          <ac:chgData name="Marina Pavlovic" userId="0d7f52ac4825222f" providerId="LiveId" clId="{86856DD6-54C3-4E61-8FFA-C5C59C744505}" dt="2024-01-24T13:57:55.463" v="326" actId="26606"/>
          <ac:spMkLst>
            <pc:docMk/>
            <pc:sldMk cId="333247149" sldId="257"/>
            <ac:spMk id="44" creationId="{04727B71-B4B6-4823-80A1-68C40B475118}"/>
          </ac:spMkLst>
        </pc:spChg>
        <pc:spChg chg="add del">
          <ac:chgData name="Marina Pavlovic" userId="0d7f52ac4825222f" providerId="LiveId" clId="{86856DD6-54C3-4E61-8FFA-C5C59C744505}" dt="2024-01-24T13:57:55.463" v="326" actId="26606"/>
          <ac:spMkLst>
            <pc:docMk/>
            <pc:sldMk cId="333247149" sldId="257"/>
            <ac:spMk id="46" creationId="{79A6DB05-9FB5-4B07-8675-74C23D4FD89D}"/>
          </ac:spMkLst>
        </pc:spChg>
        <pc:spChg chg="add del">
          <ac:chgData name="Marina Pavlovic" userId="0d7f52ac4825222f" providerId="LiveId" clId="{86856DD6-54C3-4E61-8FFA-C5C59C744505}" dt="2024-01-24T13:57:55.463" v="326" actId="26606"/>
          <ac:spMkLst>
            <pc:docMk/>
            <pc:sldMk cId="333247149" sldId="257"/>
            <ac:spMk id="48" creationId="{8380AD67-C5CA-4918-B4BB-C359BB03EEDD}"/>
          </ac:spMkLst>
        </pc:spChg>
        <pc:spChg chg="add del">
          <ac:chgData name="Marina Pavlovic" userId="0d7f52ac4825222f" providerId="LiveId" clId="{86856DD6-54C3-4E61-8FFA-C5C59C744505}" dt="2024-01-24T13:57:55.463" v="326" actId="26606"/>
          <ac:spMkLst>
            <pc:docMk/>
            <pc:sldMk cId="333247149" sldId="257"/>
            <ac:spMk id="50" creationId="{EABAD4DA-87BA-4F70-9EF0-45C6BCF17823}"/>
          </ac:spMkLst>
        </pc:spChg>
        <pc:spChg chg="add del">
          <ac:chgData name="Marina Pavlovic" userId="0d7f52ac4825222f" providerId="LiveId" clId="{86856DD6-54C3-4E61-8FFA-C5C59C744505}" dt="2024-01-24T13:57:55.463" v="326" actId="26606"/>
          <ac:spMkLst>
            <pc:docMk/>
            <pc:sldMk cId="333247149" sldId="257"/>
            <ac:spMk id="52" creationId="{915128D9-2797-47FA-B6FE-EC24E6B8437A}"/>
          </ac:spMkLst>
        </pc:spChg>
        <pc:spChg chg="add del">
          <ac:chgData name="Marina Pavlovic" userId="0d7f52ac4825222f" providerId="LiveId" clId="{86856DD6-54C3-4E61-8FFA-C5C59C744505}" dt="2024-02-09T09:00:40.055" v="3296" actId="26606"/>
          <ac:spMkLst>
            <pc:docMk/>
            <pc:sldMk cId="333247149" sldId="257"/>
            <ac:spMk id="54" creationId="{7A5F0580-5EE9-419F-96EE-B6529EF6E7D0}"/>
          </ac:spMkLst>
        </pc:spChg>
        <pc:spChg chg="add del">
          <ac:chgData name="Marina Pavlovic" userId="0d7f52ac4825222f" providerId="LiveId" clId="{86856DD6-54C3-4E61-8FFA-C5C59C744505}" dt="2024-02-09T09:00:40.055" v="3296" actId="26606"/>
          <ac:spMkLst>
            <pc:docMk/>
            <pc:sldMk cId="333247149" sldId="257"/>
            <ac:spMk id="55" creationId="{2D6FBB9D-1CAA-4D05-AB33-BABDFE17B843}"/>
          </ac:spMkLst>
        </pc:spChg>
        <pc:spChg chg="add del">
          <ac:chgData name="Marina Pavlovic" userId="0d7f52ac4825222f" providerId="LiveId" clId="{86856DD6-54C3-4E61-8FFA-C5C59C744505}" dt="2024-02-09T09:00:40.055" v="3296" actId="26606"/>
          <ac:spMkLst>
            <pc:docMk/>
            <pc:sldMk cId="333247149" sldId="257"/>
            <ac:spMk id="56" creationId="{04727B71-B4B6-4823-80A1-68C40B475118}"/>
          </ac:spMkLst>
        </pc:spChg>
        <pc:spChg chg="add del">
          <ac:chgData name="Marina Pavlovic" userId="0d7f52ac4825222f" providerId="LiveId" clId="{86856DD6-54C3-4E61-8FFA-C5C59C744505}" dt="2024-02-09T09:00:40.055" v="3296" actId="26606"/>
          <ac:spMkLst>
            <pc:docMk/>
            <pc:sldMk cId="333247149" sldId="257"/>
            <ac:spMk id="57" creationId="{79A6DB05-9FB5-4B07-8675-74C23D4FD89D}"/>
          </ac:spMkLst>
        </pc:spChg>
        <pc:spChg chg="add del">
          <ac:chgData name="Marina Pavlovic" userId="0d7f52ac4825222f" providerId="LiveId" clId="{86856DD6-54C3-4E61-8FFA-C5C59C744505}" dt="2024-02-09T09:00:40.055" v="3296" actId="26606"/>
          <ac:spMkLst>
            <pc:docMk/>
            <pc:sldMk cId="333247149" sldId="257"/>
            <ac:spMk id="58" creationId="{94E4D846-3AFC-4F86-8C35-24B0542A269D}"/>
          </ac:spMkLst>
        </pc:spChg>
        <pc:spChg chg="add del">
          <ac:chgData name="Marina Pavlovic" userId="0d7f52ac4825222f" providerId="LiveId" clId="{86856DD6-54C3-4E61-8FFA-C5C59C744505}" dt="2024-02-09T09:00:40.055" v="3296" actId="26606"/>
          <ac:spMkLst>
            <pc:docMk/>
            <pc:sldMk cId="333247149" sldId="257"/>
            <ac:spMk id="59" creationId="{4F981527-1C7E-4847-B180-945BFB1A8D73}"/>
          </ac:spMkLst>
        </pc:spChg>
        <pc:spChg chg="add del">
          <ac:chgData name="Marina Pavlovic" userId="0d7f52ac4825222f" providerId="LiveId" clId="{86856DD6-54C3-4E61-8FFA-C5C59C744505}" dt="2024-02-09T09:00:40.055" v="3296" actId="26606"/>
          <ac:spMkLst>
            <pc:docMk/>
            <pc:sldMk cId="333247149" sldId="257"/>
            <ac:spMk id="60" creationId="{55D4142C-5077-457F-A6AD-3FECFDB39685}"/>
          </ac:spMkLst>
        </pc:spChg>
        <pc:spChg chg="add del">
          <ac:chgData name="Marina Pavlovic" userId="0d7f52ac4825222f" providerId="LiveId" clId="{86856DD6-54C3-4E61-8FFA-C5C59C744505}" dt="2024-02-09T09:01:03.304" v="3297" actId="26606"/>
          <ac:spMkLst>
            <pc:docMk/>
            <pc:sldMk cId="333247149" sldId="257"/>
            <ac:spMk id="62" creationId="{2D6FBB9D-1CAA-4D05-AB33-BABDFE17B843}"/>
          </ac:spMkLst>
        </pc:spChg>
        <pc:spChg chg="add del">
          <ac:chgData name="Marina Pavlovic" userId="0d7f52ac4825222f" providerId="LiveId" clId="{86856DD6-54C3-4E61-8FFA-C5C59C744505}" dt="2024-02-09T09:01:03.304" v="3297" actId="26606"/>
          <ac:spMkLst>
            <pc:docMk/>
            <pc:sldMk cId="333247149" sldId="257"/>
            <ac:spMk id="63" creationId="{04727B71-B4B6-4823-80A1-68C40B475118}"/>
          </ac:spMkLst>
        </pc:spChg>
        <pc:spChg chg="add del">
          <ac:chgData name="Marina Pavlovic" userId="0d7f52ac4825222f" providerId="LiveId" clId="{86856DD6-54C3-4E61-8FFA-C5C59C744505}" dt="2024-02-09T09:01:03.304" v="3297" actId="26606"/>
          <ac:spMkLst>
            <pc:docMk/>
            <pc:sldMk cId="333247149" sldId="257"/>
            <ac:spMk id="64" creationId="{79A6DB05-9FB5-4B07-8675-74C23D4FD89D}"/>
          </ac:spMkLst>
        </pc:spChg>
        <pc:spChg chg="add del">
          <ac:chgData name="Marina Pavlovic" userId="0d7f52ac4825222f" providerId="LiveId" clId="{86856DD6-54C3-4E61-8FFA-C5C59C744505}" dt="2024-01-24T13:59:10.128" v="337" actId="26606"/>
          <ac:spMkLst>
            <pc:docMk/>
            <pc:sldMk cId="333247149" sldId="257"/>
            <ac:spMk id="65" creationId="{2D6FBB9D-1CAA-4D05-AB33-BABDFE17B843}"/>
          </ac:spMkLst>
        </pc:spChg>
        <pc:spChg chg="add del">
          <ac:chgData name="Marina Pavlovic" userId="0d7f52ac4825222f" providerId="LiveId" clId="{86856DD6-54C3-4E61-8FFA-C5C59C744505}" dt="2024-02-09T09:01:03.304" v="3297" actId="26606"/>
          <ac:spMkLst>
            <pc:docMk/>
            <pc:sldMk cId="333247149" sldId="257"/>
            <ac:spMk id="66" creationId="{7517A47C-B2E5-4B79-8061-D74B1311AF6E}"/>
          </ac:spMkLst>
        </pc:spChg>
        <pc:spChg chg="add del">
          <ac:chgData name="Marina Pavlovic" userId="0d7f52ac4825222f" providerId="LiveId" clId="{86856DD6-54C3-4E61-8FFA-C5C59C744505}" dt="2024-01-24T13:59:10.128" v="337" actId="26606"/>
          <ac:spMkLst>
            <pc:docMk/>
            <pc:sldMk cId="333247149" sldId="257"/>
            <ac:spMk id="67" creationId="{04727B71-B4B6-4823-80A1-68C40B475118}"/>
          </ac:spMkLst>
        </pc:spChg>
        <pc:spChg chg="add del">
          <ac:chgData name="Marina Pavlovic" userId="0d7f52ac4825222f" providerId="LiveId" clId="{86856DD6-54C3-4E61-8FFA-C5C59C744505}" dt="2024-02-09T09:01:03.304" v="3297" actId="26606"/>
          <ac:spMkLst>
            <pc:docMk/>
            <pc:sldMk cId="333247149" sldId="257"/>
            <ac:spMk id="68" creationId="{C505E780-2083-4CB5-A42A-5E0E2908ECC3}"/>
          </ac:spMkLst>
        </pc:spChg>
        <pc:spChg chg="add del">
          <ac:chgData name="Marina Pavlovic" userId="0d7f52ac4825222f" providerId="LiveId" clId="{86856DD6-54C3-4E61-8FFA-C5C59C744505}" dt="2024-01-24T13:59:10.128" v="337" actId="26606"/>
          <ac:spMkLst>
            <pc:docMk/>
            <pc:sldMk cId="333247149" sldId="257"/>
            <ac:spMk id="69" creationId="{79A6DB05-9FB5-4B07-8675-74C23D4FD89D}"/>
          </ac:spMkLst>
        </pc:spChg>
        <pc:spChg chg="add del">
          <ac:chgData name="Marina Pavlovic" userId="0d7f52ac4825222f" providerId="LiveId" clId="{86856DD6-54C3-4E61-8FFA-C5C59C744505}" dt="2024-02-09T09:01:03.304" v="3297" actId="26606"/>
          <ac:spMkLst>
            <pc:docMk/>
            <pc:sldMk cId="333247149" sldId="257"/>
            <ac:spMk id="70" creationId="{D2C0AE1C-0118-41AE-8A10-7CDCBF10E96F}"/>
          </ac:spMkLst>
        </pc:spChg>
        <pc:spChg chg="add del">
          <ac:chgData name="Marina Pavlovic" userId="0d7f52ac4825222f" providerId="LiveId" clId="{86856DD6-54C3-4E61-8FFA-C5C59C744505}" dt="2024-01-24T13:59:10.128" v="337" actId="26606"/>
          <ac:spMkLst>
            <pc:docMk/>
            <pc:sldMk cId="333247149" sldId="257"/>
            <ac:spMk id="71" creationId="{5954F66B-3BF3-4495-BAEE-BEB2B018880D}"/>
          </ac:spMkLst>
        </pc:spChg>
        <pc:spChg chg="add del">
          <ac:chgData name="Marina Pavlovic" userId="0d7f52ac4825222f" providerId="LiveId" clId="{86856DD6-54C3-4E61-8FFA-C5C59C744505}" dt="2024-01-24T13:59:10.128" v="337" actId="26606"/>
          <ac:spMkLst>
            <pc:docMk/>
            <pc:sldMk cId="333247149" sldId="257"/>
            <ac:spMk id="73" creationId="{EABAD4DA-87BA-4F70-9EF0-45C6BCF17823}"/>
          </ac:spMkLst>
        </pc:spChg>
        <pc:spChg chg="add del">
          <ac:chgData name="Marina Pavlovic" userId="0d7f52ac4825222f" providerId="LiveId" clId="{86856DD6-54C3-4E61-8FFA-C5C59C744505}" dt="2024-01-24T13:59:10.128" v="337" actId="26606"/>
          <ac:spMkLst>
            <pc:docMk/>
            <pc:sldMk cId="333247149" sldId="257"/>
            <ac:spMk id="75" creationId="{915128D9-2797-47FA-B6FE-EC24E6B8437A}"/>
          </ac:spMkLst>
        </pc:spChg>
        <pc:spChg chg="add del">
          <ac:chgData name="Marina Pavlovic" userId="0d7f52ac4825222f" providerId="LiveId" clId="{86856DD6-54C3-4E61-8FFA-C5C59C744505}" dt="2024-02-09T09:01:03.304" v="3297" actId="26606"/>
          <ac:spMkLst>
            <pc:docMk/>
            <pc:sldMk cId="333247149" sldId="257"/>
            <ac:spMk id="77" creationId="{463EEC44-1BA3-44ED-81FC-A644B04B2A44}"/>
          </ac:spMkLst>
        </pc:spChg>
        <pc:spChg chg="add">
          <ac:chgData name="Marina Pavlovic" userId="0d7f52ac4825222f" providerId="LiveId" clId="{86856DD6-54C3-4E61-8FFA-C5C59C744505}" dt="2024-02-09T09:01:03.304" v="3297" actId="26606"/>
          <ac:spMkLst>
            <pc:docMk/>
            <pc:sldMk cId="333247149" sldId="257"/>
            <ac:spMk id="82" creationId="{2D6FBB9D-1CAA-4D05-AB33-BABDFE17B843}"/>
          </ac:spMkLst>
        </pc:spChg>
        <pc:spChg chg="add">
          <ac:chgData name="Marina Pavlovic" userId="0d7f52ac4825222f" providerId="LiveId" clId="{86856DD6-54C3-4E61-8FFA-C5C59C744505}" dt="2024-02-09T09:01:03.304" v="3297" actId="26606"/>
          <ac:spMkLst>
            <pc:docMk/>
            <pc:sldMk cId="333247149" sldId="257"/>
            <ac:spMk id="84" creationId="{04727B71-B4B6-4823-80A1-68C40B475118}"/>
          </ac:spMkLst>
        </pc:spChg>
        <pc:spChg chg="add">
          <ac:chgData name="Marina Pavlovic" userId="0d7f52ac4825222f" providerId="LiveId" clId="{86856DD6-54C3-4E61-8FFA-C5C59C744505}" dt="2024-02-09T09:01:03.304" v="3297" actId="26606"/>
          <ac:spMkLst>
            <pc:docMk/>
            <pc:sldMk cId="333247149" sldId="257"/>
            <ac:spMk id="86" creationId="{79A6DB05-9FB5-4B07-8675-74C23D4FD89D}"/>
          </ac:spMkLst>
        </pc:spChg>
        <pc:spChg chg="add">
          <ac:chgData name="Marina Pavlovic" userId="0d7f52ac4825222f" providerId="LiveId" clId="{86856DD6-54C3-4E61-8FFA-C5C59C744505}" dt="2024-02-09T09:01:03.304" v="3297" actId="26606"/>
          <ac:spMkLst>
            <pc:docMk/>
            <pc:sldMk cId="333247149" sldId="257"/>
            <ac:spMk id="88" creationId="{7517A47C-B2E5-4B79-8061-D74B1311AF6E}"/>
          </ac:spMkLst>
        </pc:spChg>
        <pc:spChg chg="add">
          <ac:chgData name="Marina Pavlovic" userId="0d7f52ac4825222f" providerId="LiveId" clId="{86856DD6-54C3-4E61-8FFA-C5C59C744505}" dt="2024-02-09T09:01:03.304" v="3297" actId="26606"/>
          <ac:spMkLst>
            <pc:docMk/>
            <pc:sldMk cId="333247149" sldId="257"/>
            <ac:spMk id="90" creationId="{C505E780-2083-4CB5-A42A-5E0E2908ECC3}"/>
          </ac:spMkLst>
        </pc:spChg>
        <pc:spChg chg="add">
          <ac:chgData name="Marina Pavlovic" userId="0d7f52ac4825222f" providerId="LiveId" clId="{86856DD6-54C3-4E61-8FFA-C5C59C744505}" dt="2024-02-09T09:01:03.304" v="3297" actId="26606"/>
          <ac:spMkLst>
            <pc:docMk/>
            <pc:sldMk cId="333247149" sldId="257"/>
            <ac:spMk id="92" creationId="{D2C0AE1C-0118-41AE-8A10-7CDCBF10E96F}"/>
          </ac:spMkLst>
        </pc:spChg>
        <pc:spChg chg="add">
          <ac:chgData name="Marina Pavlovic" userId="0d7f52ac4825222f" providerId="LiveId" clId="{86856DD6-54C3-4E61-8FFA-C5C59C744505}" dt="2024-02-09T09:01:03.304" v="3297" actId="26606"/>
          <ac:spMkLst>
            <pc:docMk/>
            <pc:sldMk cId="333247149" sldId="257"/>
            <ac:spMk id="94" creationId="{463EEC44-1BA3-44ED-81FC-A644B04B2A44}"/>
          </ac:spMkLst>
        </pc:spChg>
        <pc:graphicFrameChg chg="add del mod ord modGraphic">
          <ac:chgData name="Marina Pavlovic" userId="0d7f52ac4825222f" providerId="LiveId" clId="{86856DD6-54C3-4E61-8FFA-C5C59C744505}" dt="2024-01-24T13:31:52.858" v="212" actId="3680"/>
          <ac:graphicFrameMkLst>
            <pc:docMk/>
            <pc:sldMk cId="333247149" sldId="257"/>
            <ac:graphicFrameMk id="6" creationId="{F0925757-2C21-B5FE-341F-7919B57A0ECD}"/>
          </ac:graphicFrameMkLst>
        </pc:graphicFrameChg>
        <pc:graphicFrameChg chg="add del mod modGraphic">
          <ac:chgData name="Marina Pavlovic" userId="0d7f52ac4825222f" providerId="LiveId" clId="{86856DD6-54C3-4E61-8FFA-C5C59C744505}" dt="2024-01-24T13:48:54.938" v="299" actId="1032"/>
          <ac:graphicFrameMkLst>
            <pc:docMk/>
            <pc:sldMk cId="333247149" sldId="257"/>
            <ac:graphicFrameMk id="8" creationId="{64007576-3904-6F64-8E5D-977327D8144A}"/>
          </ac:graphicFrameMkLst>
        </pc:graphicFrameChg>
        <pc:graphicFrameChg chg="add del mod">
          <ac:chgData name="Marina Pavlovic" userId="0d7f52ac4825222f" providerId="LiveId" clId="{86856DD6-54C3-4E61-8FFA-C5C59C744505}" dt="2024-01-24T13:51:06.522" v="303" actId="12084"/>
          <ac:graphicFrameMkLst>
            <pc:docMk/>
            <pc:sldMk cId="333247149" sldId="257"/>
            <ac:graphicFrameMk id="10" creationId="{918F27BB-D9C3-04D0-FFC9-DB368D921956}"/>
          </ac:graphicFrameMkLst>
        </pc:graphicFrameChg>
        <pc:graphicFrameChg chg="add mod ord modGraphic">
          <ac:chgData name="Marina Pavlovic" userId="0d7f52ac4825222f" providerId="LiveId" clId="{86856DD6-54C3-4E61-8FFA-C5C59C744505}" dt="2024-02-09T09:01:03.304" v="3297" actId="26606"/>
          <ac:graphicFrameMkLst>
            <pc:docMk/>
            <pc:sldMk cId="333247149" sldId="257"/>
            <ac:graphicFrameMk id="11" creationId="{7F22C225-0D77-0871-85EF-EDEFD0206BBC}"/>
          </ac:graphicFrameMkLst>
        </pc:graphicFrameChg>
        <pc:picChg chg="add del mod ord">
          <ac:chgData name="Marina Pavlovic" userId="0d7f52ac4825222f" providerId="LiveId" clId="{86856DD6-54C3-4E61-8FFA-C5C59C744505}" dt="2024-01-27T11:41:11.248" v="356" actId="21"/>
          <ac:picMkLst>
            <pc:docMk/>
            <pc:sldMk cId="333247149" sldId="257"/>
            <ac:picMk id="9" creationId="{3A196791-0BCE-EA27-434D-0185083EFC8E}"/>
          </ac:picMkLst>
        </pc:picChg>
        <pc:picChg chg="add del mod">
          <ac:chgData name="Marina Pavlovic" userId="0d7f52ac4825222f" providerId="LiveId" clId="{86856DD6-54C3-4E61-8FFA-C5C59C744505}" dt="2024-02-17T12:51:03.917" v="15396"/>
          <ac:picMkLst>
            <pc:docMk/>
            <pc:sldMk cId="333247149" sldId="257"/>
            <ac:picMk id="9" creationId="{9B72EA15-0685-BFF0-CD60-AFBAA3A9B71F}"/>
          </ac:picMkLst>
        </pc:picChg>
        <pc:picChg chg="add del mod ord">
          <ac:chgData name="Marina Pavlovic" userId="0d7f52ac4825222f" providerId="LiveId" clId="{86856DD6-54C3-4E61-8FFA-C5C59C744505}" dt="2024-02-17T14:24:30.749" v="15690"/>
          <ac:picMkLst>
            <pc:docMk/>
            <pc:sldMk cId="333247149" sldId="257"/>
            <ac:picMk id="12" creationId="{CAD63568-D55E-327B-7CD5-D40D6478C923}"/>
          </ac:picMkLst>
        </pc:picChg>
        <pc:picChg chg="add del mod ord">
          <ac:chgData name="Marina Pavlovic" userId="0d7f52ac4825222f" providerId="LiveId" clId="{86856DD6-54C3-4E61-8FFA-C5C59C744505}" dt="2024-02-17T12:51:12.592" v="15397"/>
          <ac:picMkLst>
            <pc:docMk/>
            <pc:sldMk cId="333247149" sldId="257"/>
            <ac:picMk id="13" creationId="{2B451457-AC75-3906-4B9F-6BE551ACE7EB}"/>
          </ac:picMkLst>
        </pc:picChg>
        <pc:picChg chg="add del mod">
          <ac:chgData name="Marina Pavlovic" userId="0d7f52ac4825222f" providerId="LiveId" clId="{86856DD6-54C3-4E61-8FFA-C5C59C744505}" dt="2024-02-17T14:24:32.371" v="15692"/>
          <ac:picMkLst>
            <pc:docMk/>
            <pc:sldMk cId="333247149" sldId="257"/>
            <ac:picMk id="13" creationId="{A5767FD8-E037-7915-C84C-96061AF4812F}"/>
          </ac:picMkLst>
        </pc:picChg>
        <pc:picChg chg="add del mod">
          <ac:chgData name="Marina Pavlovic" userId="0d7f52ac4825222f" providerId="LiveId" clId="{86856DD6-54C3-4E61-8FFA-C5C59C744505}" dt="2024-02-17T12:51:16.376" v="15399"/>
          <ac:picMkLst>
            <pc:docMk/>
            <pc:sldMk cId="333247149" sldId="257"/>
            <ac:picMk id="14" creationId="{D01B6A5C-8E27-AB01-603D-D18B0CC543AC}"/>
          </ac:picMkLst>
        </pc:picChg>
        <pc:picChg chg="add del mod ord">
          <ac:chgData name="Marina Pavlovic" userId="0d7f52ac4825222f" providerId="LiveId" clId="{86856DD6-54C3-4E61-8FFA-C5C59C744505}" dt="2024-02-17T14:24:46.249" v="15693"/>
          <ac:picMkLst>
            <pc:docMk/>
            <pc:sldMk cId="333247149" sldId="257"/>
            <ac:picMk id="16" creationId="{21EFF5CD-56EA-3355-4143-1F9185FC0151}"/>
          </ac:picMkLst>
        </pc:picChg>
        <pc:picChg chg="add del mod ord">
          <ac:chgData name="Marina Pavlovic" userId="0d7f52ac4825222f" providerId="LiveId" clId="{86856DD6-54C3-4E61-8FFA-C5C59C744505}" dt="2024-02-17T12:51:25.971" v="15400"/>
          <ac:picMkLst>
            <pc:docMk/>
            <pc:sldMk cId="333247149" sldId="257"/>
            <ac:picMk id="17" creationId="{2D575655-6B77-BB40-784C-3E29CF8530FB}"/>
          </ac:picMkLst>
        </pc:picChg>
        <pc:picChg chg="add del mod">
          <ac:chgData name="Marina Pavlovic" userId="0d7f52ac4825222f" providerId="LiveId" clId="{86856DD6-54C3-4E61-8FFA-C5C59C744505}" dt="2024-02-17T14:24:47.771" v="15695"/>
          <ac:picMkLst>
            <pc:docMk/>
            <pc:sldMk cId="333247149" sldId="257"/>
            <ac:picMk id="17" creationId="{C534B959-40F8-739E-9E18-5D542DDABC0C}"/>
          </ac:picMkLst>
        </pc:picChg>
        <pc:picChg chg="add del mod">
          <ac:chgData name="Marina Pavlovic" userId="0d7f52ac4825222f" providerId="LiveId" clId="{86856DD6-54C3-4E61-8FFA-C5C59C744505}" dt="2024-02-17T12:51:28.839" v="15402"/>
          <ac:picMkLst>
            <pc:docMk/>
            <pc:sldMk cId="333247149" sldId="257"/>
            <ac:picMk id="18" creationId="{7C9DA491-9C0B-1D34-CC7B-3FA46A7CC0EE}"/>
          </ac:picMkLst>
        </pc:picChg>
        <pc:picChg chg="add del mod ord">
          <ac:chgData name="Marina Pavlovic" userId="0d7f52ac4825222f" providerId="LiveId" clId="{86856DD6-54C3-4E61-8FFA-C5C59C744505}" dt="2024-02-17T14:24:57.219" v="15696"/>
          <ac:picMkLst>
            <pc:docMk/>
            <pc:sldMk cId="333247149" sldId="257"/>
            <ac:picMk id="20" creationId="{F2AAC90C-6371-EC29-1CC2-45AF4AD9DA6C}"/>
          </ac:picMkLst>
        </pc:picChg>
        <pc:picChg chg="add del mod ord">
          <ac:chgData name="Marina Pavlovic" userId="0d7f52ac4825222f" providerId="LiveId" clId="{86856DD6-54C3-4E61-8FFA-C5C59C744505}" dt="2024-02-17T12:51:39.959" v="15403"/>
          <ac:picMkLst>
            <pc:docMk/>
            <pc:sldMk cId="333247149" sldId="257"/>
            <ac:picMk id="21" creationId="{00086B89-883A-EBE6-AB52-8EFB85B424E0}"/>
          </ac:picMkLst>
        </pc:picChg>
        <pc:picChg chg="add del mod">
          <ac:chgData name="Marina Pavlovic" userId="0d7f52ac4825222f" providerId="LiveId" clId="{86856DD6-54C3-4E61-8FFA-C5C59C744505}" dt="2024-02-17T14:24:58.666" v="15698"/>
          <ac:picMkLst>
            <pc:docMk/>
            <pc:sldMk cId="333247149" sldId="257"/>
            <ac:picMk id="21" creationId="{A2FE7396-5B59-DEB4-2107-B08FBFD4C0E0}"/>
          </ac:picMkLst>
        </pc:picChg>
        <pc:picChg chg="add del mod">
          <ac:chgData name="Marina Pavlovic" userId="0d7f52ac4825222f" providerId="LiveId" clId="{86856DD6-54C3-4E61-8FFA-C5C59C744505}" dt="2024-02-17T12:51:42.232" v="15405"/>
          <ac:picMkLst>
            <pc:docMk/>
            <pc:sldMk cId="333247149" sldId="257"/>
            <ac:picMk id="22" creationId="{510E6F6B-DAE6-D38E-1D75-E9E75068A823}"/>
          </ac:picMkLst>
        </pc:picChg>
        <pc:picChg chg="add del mod ord">
          <ac:chgData name="Marina Pavlovic" userId="0d7f52ac4825222f" providerId="LiveId" clId="{86856DD6-54C3-4E61-8FFA-C5C59C744505}" dt="2024-02-17T14:25:11.562" v="15699"/>
          <ac:picMkLst>
            <pc:docMk/>
            <pc:sldMk cId="333247149" sldId="257"/>
            <ac:picMk id="24" creationId="{43DE92B1-9B6B-31B3-53BA-E74156672499}"/>
          </ac:picMkLst>
        </pc:picChg>
        <pc:picChg chg="add del mod">
          <ac:chgData name="Marina Pavlovic" userId="0d7f52ac4825222f" providerId="LiveId" clId="{86856DD6-54C3-4E61-8FFA-C5C59C744505}" dt="2024-02-17T14:25:13.440" v="15701"/>
          <ac:picMkLst>
            <pc:docMk/>
            <pc:sldMk cId="333247149" sldId="257"/>
            <ac:picMk id="25" creationId="{AB48B45D-972E-9FE4-459A-F77B83EDB982}"/>
          </ac:picMkLst>
        </pc:picChg>
        <pc:picChg chg="add del mod ord">
          <ac:chgData name="Marina Pavlovic" userId="0d7f52ac4825222f" providerId="LiveId" clId="{86856DD6-54C3-4E61-8FFA-C5C59C744505}" dt="2024-02-17T12:51:56.791" v="15406"/>
          <ac:picMkLst>
            <pc:docMk/>
            <pc:sldMk cId="333247149" sldId="257"/>
            <ac:picMk id="25" creationId="{F2E3E1C3-023D-16C7-49C7-7C38BD530873}"/>
          </ac:picMkLst>
        </pc:picChg>
        <pc:picChg chg="add del mod">
          <ac:chgData name="Marina Pavlovic" userId="0d7f52ac4825222f" providerId="LiveId" clId="{86856DD6-54C3-4E61-8FFA-C5C59C744505}" dt="2024-02-17T12:51:58.833" v="15408"/>
          <ac:picMkLst>
            <pc:docMk/>
            <pc:sldMk cId="333247149" sldId="257"/>
            <ac:picMk id="26" creationId="{0DA32D2A-EC1F-7883-A435-181AA1071DEA}"/>
          </ac:picMkLst>
        </pc:picChg>
        <pc:picChg chg="add del mod ord">
          <ac:chgData name="Marina Pavlovic" userId="0d7f52ac4825222f" providerId="LiveId" clId="{86856DD6-54C3-4E61-8FFA-C5C59C744505}" dt="2024-02-17T14:25:22.533" v="15702"/>
          <ac:picMkLst>
            <pc:docMk/>
            <pc:sldMk cId="333247149" sldId="257"/>
            <ac:picMk id="28" creationId="{6130BF8D-BFF1-6525-AD61-CAAA48D1F240}"/>
          </ac:picMkLst>
        </pc:picChg>
        <pc:picChg chg="add del mod">
          <ac:chgData name="Marina Pavlovic" userId="0d7f52ac4825222f" providerId="LiveId" clId="{86856DD6-54C3-4E61-8FFA-C5C59C744505}" dt="2024-02-17T14:25:24.466" v="15704"/>
          <ac:picMkLst>
            <pc:docMk/>
            <pc:sldMk cId="333247149" sldId="257"/>
            <ac:picMk id="29" creationId="{398EC5FD-0E00-1D93-B52C-68A0B8D8CFA5}"/>
          </ac:picMkLst>
        </pc:picChg>
        <pc:picChg chg="add del mod ord">
          <ac:chgData name="Marina Pavlovic" userId="0d7f52ac4825222f" providerId="LiveId" clId="{86856DD6-54C3-4E61-8FFA-C5C59C744505}" dt="2024-02-17T12:52:29.812" v="15409"/>
          <ac:picMkLst>
            <pc:docMk/>
            <pc:sldMk cId="333247149" sldId="257"/>
            <ac:picMk id="29" creationId="{AB30DDBC-1435-2702-35C1-93F60CBEBFD1}"/>
          </ac:picMkLst>
        </pc:picChg>
        <pc:picChg chg="add del mod">
          <ac:chgData name="Marina Pavlovic" userId="0d7f52ac4825222f" providerId="LiveId" clId="{86856DD6-54C3-4E61-8FFA-C5C59C744505}" dt="2024-02-17T12:52:32.112" v="15411"/>
          <ac:picMkLst>
            <pc:docMk/>
            <pc:sldMk cId="333247149" sldId="257"/>
            <ac:picMk id="30" creationId="{2D09D17F-BEA7-F229-5EBA-6A7F0D8CB5AF}"/>
          </ac:picMkLst>
        </pc:picChg>
        <pc:picChg chg="add del mod ord">
          <ac:chgData name="Marina Pavlovic" userId="0d7f52ac4825222f" providerId="LiveId" clId="{86856DD6-54C3-4E61-8FFA-C5C59C744505}" dt="2024-02-17T14:25:53.243" v="15705"/>
          <ac:picMkLst>
            <pc:docMk/>
            <pc:sldMk cId="333247149" sldId="257"/>
            <ac:picMk id="32" creationId="{18EE1E70-E13B-9262-0BD9-31BE2F4DD1FA}"/>
          </ac:picMkLst>
        </pc:picChg>
        <pc:picChg chg="add del mod ord">
          <ac:chgData name="Marina Pavlovic" userId="0d7f52ac4825222f" providerId="LiveId" clId="{86856DD6-54C3-4E61-8FFA-C5C59C744505}" dt="2024-02-17T12:53:02.813" v="15412"/>
          <ac:picMkLst>
            <pc:docMk/>
            <pc:sldMk cId="333247149" sldId="257"/>
            <ac:picMk id="33" creationId="{0A057F1B-C020-E46B-70B2-1CCAD5F9ADB9}"/>
          </ac:picMkLst>
        </pc:picChg>
        <pc:picChg chg="add del mod">
          <ac:chgData name="Marina Pavlovic" userId="0d7f52ac4825222f" providerId="LiveId" clId="{86856DD6-54C3-4E61-8FFA-C5C59C744505}" dt="2024-02-17T14:25:56.122" v="15707"/>
          <ac:picMkLst>
            <pc:docMk/>
            <pc:sldMk cId="333247149" sldId="257"/>
            <ac:picMk id="33" creationId="{54575327-9109-81A1-014E-41E2DDCBE216}"/>
          </ac:picMkLst>
        </pc:picChg>
        <pc:picChg chg="add del mod">
          <ac:chgData name="Marina Pavlovic" userId="0d7f52ac4825222f" providerId="LiveId" clId="{86856DD6-54C3-4E61-8FFA-C5C59C744505}" dt="2024-02-17T12:53:16.419" v="15414"/>
          <ac:picMkLst>
            <pc:docMk/>
            <pc:sldMk cId="333247149" sldId="257"/>
            <ac:picMk id="34" creationId="{A72BF9FD-0B5D-75E9-0D6D-E60BD425E28B}"/>
          </ac:picMkLst>
        </pc:picChg>
        <pc:picChg chg="add del mod ord">
          <ac:chgData name="Marina Pavlovic" userId="0d7f52ac4825222f" providerId="LiveId" clId="{86856DD6-54C3-4E61-8FFA-C5C59C744505}" dt="2024-02-17T14:26:22.168" v="15708"/>
          <ac:picMkLst>
            <pc:docMk/>
            <pc:sldMk cId="333247149" sldId="257"/>
            <ac:picMk id="36" creationId="{EA0C3D08-7A6E-60E7-C9C4-19E93605DC3B}"/>
          </ac:picMkLst>
        </pc:picChg>
        <pc:picChg chg="add del mod ord">
          <ac:chgData name="Marina Pavlovic" userId="0d7f52ac4825222f" providerId="LiveId" clId="{86856DD6-54C3-4E61-8FFA-C5C59C744505}" dt="2024-02-17T12:53:27.338" v="15415"/>
          <ac:picMkLst>
            <pc:docMk/>
            <pc:sldMk cId="333247149" sldId="257"/>
            <ac:picMk id="37" creationId="{749B0E62-013A-E259-D5C7-0DFDAF6C3190}"/>
          </ac:picMkLst>
        </pc:picChg>
        <pc:picChg chg="add del mod">
          <ac:chgData name="Marina Pavlovic" userId="0d7f52ac4825222f" providerId="LiveId" clId="{86856DD6-54C3-4E61-8FFA-C5C59C744505}" dt="2024-02-17T14:26:24.832" v="15710"/>
          <ac:picMkLst>
            <pc:docMk/>
            <pc:sldMk cId="333247149" sldId="257"/>
            <ac:picMk id="37" creationId="{77BECCCF-6A4B-A12B-242C-C72ADBF9A7B7}"/>
          </ac:picMkLst>
        </pc:picChg>
        <pc:picChg chg="add del mod">
          <ac:chgData name="Marina Pavlovic" userId="0d7f52ac4825222f" providerId="LiveId" clId="{86856DD6-54C3-4E61-8FFA-C5C59C744505}" dt="2024-02-17T12:53:29.138" v="15417"/>
          <ac:picMkLst>
            <pc:docMk/>
            <pc:sldMk cId="333247149" sldId="257"/>
            <ac:picMk id="38" creationId="{BD0F4DA0-DF18-8461-B69B-127B88830119}"/>
          </ac:picMkLst>
        </pc:picChg>
        <pc:picChg chg="add del mod ord">
          <ac:chgData name="Marina Pavlovic" userId="0d7f52ac4825222f" providerId="LiveId" clId="{86856DD6-54C3-4E61-8FFA-C5C59C744505}" dt="2024-02-17T14:26:33.836" v="15711"/>
          <ac:picMkLst>
            <pc:docMk/>
            <pc:sldMk cId="333247149" sldId="257"/>
            <ac:picMk id="40" creationId="{713E6F34-E08A-5F6E-A852-E02480947852}"/>
          </ac:picMkLst>
        </pc:picChg>
        <pc:picChg chg="add del mod">
          <ac:chgData name="Marina Pavlovic" userId="0d7f52ac4825222f" providerId="LiveId" clId="{86856DD6-54C3-4E61-8FFA-C5C59C744505}" dt="2024-02-17T14:26:35.234" v="15713"/>
          <ac:picMkLst>
            <pc:docMk/>
            <pc:sldMk cId="333247149" sldId="257"/>
            <ac:picMk id="41" creationId="{B25F2EEE-2367-A610-D180-006F38D7F872}"/>
          </ac:picMkLst>
        </pc:picChg>
        <pc:picChg chg="add del mod ord">
          <ac:chgData name="Marina Pavlovic" userId="0d7f52ac4825222f" providerId="LiveId" clId="{86856DD6-54C3-4E61-8FFA-C5C59C744505}" dt="2024-02-17T12:53:43.765" v="15418"/>
          <ac:picMkLst>
            <pc:docMk/>
            <pc:sldMk cId="333247149" sldId="257"/>
            <ac:picMk id="41" creationId="{E0A581E4-579C-E498-5935-424E1753D1D7}"/>
          </ac:picMkLst>
        </pc:picChg>
        <pc:picChg chg="add del mod">
          <ac:chgData name="Marina Pavlovic" userId="0d7f52ac4825222f" providerId="LiveId" clId="{86856DD6-54C3-4E61-8FFA-C5C59C744505}" dt="2024-02-17T12:53:46.281" v="15420"/>
          <ac:picMkLst>
            <pc:docMk/>
            <pc:sldMk cId="333247149" sldId="257"/>
            <ac:picMk id="42" creationId="{25E9D7A1-1F84-A77F-8D31-62377429E20C}"/>
          </ac:picMkLst>
        </pc:picChg>
        <pc:picChg chg="add del mod ord">
          <ac:chgData name="Marina Pavlovic" userId="0d7f52ac4825222f" providerId="LiveId" clId="{86856DD6-54C3-4E61-8FFA-C5C59C744505}" dt="2024-02-17T14:26:58.067" v="15714"/>
          <ac:picMkLst>
            <pc:docMk/>
            <pc:sldMk cId="333247149" sldId="257"/>
            <ac:picMk id="44" creationId="{3B4A92CB-CC5E-A881-0F7B-4BDDD45D4288}"/>
          </ac:picMkLst>
        </pc:picChg>
        <pc:picChg chg="add mod">
          <ac:chgData name="Marina Pavlovic" userId="0d7f52ac4825222f" providerId="LiveId" clId="{86856DD6-54C3-4E61-8FFA-C5C59C744505}" dt="2024-02-17T14:26:58.067" v="15714"/>
          <ac:picMkLst>
            <pc:docMk/>
            <pc:sldMk cId="333247149" sldId="257"/>
            <ac:picMk id="45" creationId="{96A4BD59-9B40-08F1-4702-1C0E694399DC}"/>
          </ac:picMkLst>
        </pc:picChg>
        <pc:picChg chg="add del mod ord">
          <ac:chgData name="Marina Pavlovic" userId="0d7f52ac4825222f" providerId="LiveId" clId="{86856DD6-54C3-4E61-8FFA-C5C59C744505}" dt="2024-02-17T12:54:06.507" v="15421"/>
          <ac:picMkLst>
            <pc:docMk/>
            <pc:sldMk cId="333247149" sldId="257"/>
            <ac:picMk id="45" creationId="{E6E9A9EC-E346-6CB7-2468-6164601DA849}"/>
          </ac:picMkLst>
        </pc:picChg>
        <pc:picChg chg="add del mod">
          <ac:chgData name="Marina Pavlovic" userId="0d7f52ac4825222f" providerId="LiveId" clId="{86856DD6-54C3-4E61-8FFA-C5C59C744505}" dt="2024-02-17T12:54:08.679" v="15423"/>
          <ac:picMkLst>
            <pc:docMk/>
            <pc:sldMk cId="333247149" sldId="257"/>
            <ac:picMk id="46" creationId="{D509ED8A-7CE3-4114-0CE2-E8EA4903BE52}"/>
          </ac:picMkLst>
        </pc:picChg>
        <pc:picChg chg="add del mod ord">
          <ac:chgData name="Marina Pavlovic" userId="0d7f52ac4825222f" providerId="LiveId" clId="{86856DD6-54C3-4E61-8FFA-C5C59C744505}" dt="2024-02-17T12:54:40.513" v="15424"/>
          <ac:picMkLst>
            <pc:docMk/>
            <pc:sldMk cId="333247149" sldId="257"/>
            <ac:picMk id="49" creationId="{019ACDC7-43A1-E5EA-6463-55A177B00FAE}"/>
          </ac:picMkLst>
        </pc:picChg>
        <pc:picChg chg="add del mod">
          <ac:chgData name="Marina Pavlovic" userId="0d7f52ac4825222f" providerId="LiveId" clId="{86856DD6-54C3-4E61-8FFA-C5C59C744505}" dt="2024-02-17T12:54:48.876" v="15426"/>
          <ac:picMkLst>
            <pc:docMk/>
            <pc:sldMk cId="333247149" sldId="257"/>
            <ac:picMk id="50" creationId="{3630E8F1-1188-6F15-2D72-B5BFAF64F632}"/>
          </ac:picMkLst>
        </pc:picChg>
        <pc:picChg chg="add del mod ord">
          <ac:chgData name="Marina Pavlovic" userId="0d7f52ac4825222f" providerId="LiveId" clId="{86856DD6-54C3-4E61-8FFA-C5C59C744505}" dt="2024-02-17T12:54:59.930" v="15427"/>
          <ac:picMkLst>
            <pc:docMk/>
            <pc:sldMk cId="333247149" sldId="257"/>
            <ac:picMk id="53" creationId="{53AD8EA5-5039-0897-DA18-35D974433FC8}"/>
          </ac:picMkLst>
        </pc:picChg>
        <pc:picChg chg="add del mod">
          <ac:chgData name="Marina Pavlovic" userId="0d7f52ac4825222f" providerId="LiveId" clId="{86856DD6-54C3-4E61-8FFA-C5C59C744505}" dt="2024-02-17T12:55:02.247" v="15429"/>
          <ac:picMkLst>
            <pc:docMk/>
            <pc:sldMk cId="333247149" sldId="257"/>
            <ac:picMk id="54" creationId="{6C196308-8ADE-0FB7-C43C-531CAB4D4F13}"/>
          </ac:picMkLst>
        </pc:picChg>
        <pc:picChg chg="add del mod ord">
          <ac:chgData name="Marina Pavlovic" userId="0d7f52ac4825222f" providerId="LiveId" clId="{86856DD6-54C3-4E61-8FFA-C5C59C744505}" dt="2024-02-17T12:55:13.478" v="15430"/>
          <ac:picMkLst>
            <pc:docMk/>
            <pc:sldMk cId="333247149" sldId="257"/>
            <ac:picMk id="57" creationId="{FB7EEDCF-7901-B8B3-AEF2-9FF2292A820F}"/>
          </ac:picMkLst>
        </pc:picChg>
        <pc:picChg chg="add del mod">
          <ac:chgData name="Marina Pavlovic" userId="0d7f52ac4825222f" providerId="LiveId" clId="{86856DD6-54C3-4E61-8FFA-C5C59C744505}" dt="2024-02-17T12:55:16.587" v="15432"/>
          <ac:picMkLst>
            <pc:docMk/>
            <pc:sldMk cId="333247149" sldId="257"/>
            <ac:picMk id="58" creationId="{7D1CF2CE-C942-9444-25E1-C03F2A6893F6}"/>
          </ac:picMkLst>
        </pc:picChg>
        <pc:picChg chg="add del mod ord">
          <ac:chgData name="Marina Pavlovic" userId="0d7f52ac4825222f" providerId="LiveId" clId="{86856DD6-54C3-4E61-8FFA-C5C59C744505}" dt="2024-02-17T12:55:51.741" v="15433"/>
          <ac:picMkLst>
            <pc:docMk/>
            <pc:sldMk cId="333247149" sldId="257"/>
            <ac:picMk id="61" creationId="{DE6452E9-B589-1AA1-28D2-C28E945777F3}"/>
          </ac:picMkLst>
        </pc:picChg>
        <pc:picChg chg="add del mod">
          <ac:chgData name="Marina Pavlovic" userId="0d7f52ac4825222f" providerId="LiveId" clId="{86856DD6-54C3-4E61-8FFA-C5C59C744505}" dt="2024-02-17T14:24:16.192" v="15689"/>
          <ac:picMkLst>
            <pc:docMk/>
            <pc:sldMk cId="333247149" sldId="257"/>
            <ac:picMk id="62" creationId="{AAD70372-B7D5-60F4-17F8-DDB8E0B8BE38}"/>
          </ac:picMkLst>
        </pc:picChg>
      </pc:sldChg>
      <pc:sldChg chg="addSp delSp modSp new mod modTransition setBg modClrScheme modAnim chgLayout modNotesTx">
        <pc:chgData name="Marina Pavlovic" userId="0d7f52ac4825222f" providerId="LiveId" clId="{86856DD6-54C3-4E61-8FFA-C5C59C744505}" dt="2024-02-17T13:51:05.889" v="15546"/>
        <pc:sldMkLst>
          <pc:docMk/>
          <pc:sldMk cId="3884339709" sldId="258"/>
        </pc:sldMkLst>
        <pc:spChg chg="mod">
          <ac:chgData name="Marina Pavlovic" userId="0d7f52ac4825222f" providerId="LiveId" clId="{86856DD6-54C3-4E61-8FFA-C5C59C744505}" dt="2024-02-11T08:25:15.497" v="4830" actId="26606"/>
          <ac:spMkLst>
            <pc:docMk/>
            <pc:sldMk cId="3884339709" sldId="258"/>
            <ac:spMk id="2" creationId="{6D7CFC6E-69CB-6E6D-4630-2A4A4D393AB4}"/>
          </ac:spMkLst>
        </pc:spChg>
        <pc:spChg chg="add del mod">
          <ac:chgData name="Marina Pavlovic" userId="0d7f52ac4825222f" providerId="LiveId" clId="{86856DD6-54C3-4E61-8FFA-C5C59C744505}" dt="2024-02-05T15:14:53.893" v="555"/>
          <ac:spMkLst>
            <pc:docMk/>
            <pc:sldMk cId="3884339709" sldId="258"/>
            <ac:spMk id="3" creationId="{25D8827A-5275-DBCA-022F-87E6E237CAC2}"/>
          </ac:spMkLst>
        </pc:spChg>
        <pc:spChg chg="add del">
          <ac:chgData name="Marina Pavlovic" userId="0d7f52ac4825222f" providerId="LiveId" clId="{86856DD6-54C3-4E61-8FFA-C5C59C744505}" dt="2024-01-24T13:37:48.834" v="252" actId="22"/>
          <ac:spMkLst>
            <pc:docMk/>
            <pc:sldMk cId="3884339709" sldId="258"/>
            <ac:spMk id="3" creationId="{DB8D5BF7-FA8B-0A38-08D0-056FC22C2E20}"/>
          </ac:spMkLst>
        </pc:spChg>
        <pc:spChg chg="add mod">
          <ac:chgData name="Marina Pavlovic" userId="0d7f52ac4825222f" providerId="LiveId" clId="{86856DD6-54C3-4E61-8FFA-C5C59C744505}" dt="2024-02-11T08:25:15.497" v="4830" actId="26606"/>
          <ac:spMkLst>
            <pc:docMk/>
            <pc:sldMk cId="3884339709" sldId="258"/>
            <ac:spMk id="4" creationId="{D6799889-95AC-3008-0F81-9BFD93291B01}"/>
          </ac:spMkLst>
        </pc:spChg>
        <pc:spChg chg="add del mod">
          <ac:chgData name="Marina Pavlovic" userId="0d7f52ac4825222f" providerId="LiveId" clId="{86856DD6-54C3-4E61-8FFA-C5C59C744505}" dt="2024-02-05T16:10:03.449" v="891"/>
          <ac:spMkLst>
            <pc:docMk/>
            <pc:sldMk cId="3884339709" sldId="258"/>
            <ac:spMk id="5" creationId="{77C3654A-B995-8487-F086-DEE51C25C052}"/>
          </ac:spMkLst>
        </pc:spChg>
        <pc:spChg chg="add del mod">
          <ac:chgData name="Marina Pavlovic" userId="0d7f52ac4825222f" providerId="LiveId" clId="{86856DD6-54C3-4E61-8FFA-C5C59C744505}" dt="2024-01-24T13:40:04.933" v="254" actId="931"/>
          <ac:spMkLst>
            <pc:docMk/>
            <pc:sldMk cId="3884339709" sldId="258"/>
            <ac:spMk id="5" creationId="{DE4E741A-8FFE-6210-8CBB-21B91FECD48B}"/>
          </ac:spMkLst>
        </pc:spChg>
        <pc:spChg chg="add del">
          <ac:chgData name="Marina Pavlovic" userId="0d7f52ac4825222f" providerId="LiveId" clId="{86856DD6-54C3-4E61-8FFA-C5C59C744505}" dt="2024-02-09T09:19:55.491" v="3787" actId="26606"/>
          <ac:spMkLst>
            <pc:docMk/>
            <pc:sldMk cId="3884339709" sldId="258"/>
            <ac:spMk id="9" creationId="{79F3C543-62EC-4433-9C93-A2CD8764E9B4}"/>
          </ac:spMkLst>
        </pc:spChg>
        <pc:spChg chg="add del">
          <ac:chgData name="Marina Pavlovic" userId="0d7f52ac4825222f" providerId="LiveId" clId="{86856DD6-54C3-4E61-8FFA-C5C59C744505}" dt="2024-02-09T09:19:55.491" v="3787" actId="26606"/>
          <ac:spMkLst>
            <pc:docMk/>
            <pc:sldMk cId="3884339709" sldId="258"/>
            <ac:spMk id="10" creationId="{C1A1C5D3-C053-4EE9-BE1A-419B6E27CCAE}"/>
          </ac:spMkLst>
        </pc:spChg>
        <pc:spChg chg="add del">
          <ac:chgData name="Marina Pavlovic" userId="0d7f52ac4825222f" providerId="LiveId" clId="{86856DD6-54C3-4E61-8FFA-C5C59C744505}" dt="2024-01-24T13:42:41.501" v="261" actId="26606"/>
          <ac:spMkLst>
            <pc:docMk/>
            <pc:sldMk cId="3884339709" sldId="258"/>
            <ac:spMk id="11" creationId="{22DFF7B5-2339-1A1D-CFAB-AA49FC2A189B}"/>
          </ac:spMkLst>
        </pc:spChg>
        <pc:spChg chg="add del">
          <ac:chgData name="Marina Pavlovic" userId="0d7f52ac4825222f" providerId="LiveId" clId="{86856DD6-54C3-4E61-8FFA-C5C59C744505}" dt="2024-02-09T09:19:55.491" v="3787" actId="26606"/>
          <ac:spMkLst>
            <pc:docMk/>
            <pc:sldMk cId="3884339709" sldId="258"/>
            <ac:spMk id="12" creationId="{8D06CE56-3881-4ADA-8CEF-D18B02C242A3}"/>
          </ac:spMkLst>
        </pc:spChg>
        <pc:spChg chg="add del">
          <ac:chgData name="Marina Pavlovic" userId="0d7f52ac4825222f" providerId="LiveId" clId="{86856DD6-54C3-4E61-8FFA-C5C59C744505}" dt="2024-02-09T09:19:55.491" v="3787" actId="26606"/>
          <ac:spMkLst>
            <pc:docMk/>
            <pc:sldMk cId="3884339709" sldId="258"/>
            <ac:spMk id="13" creationId="{A3473CF9-37EB-43E7-89EF-D2D1C53D1DAC}"/>
          </ac:spMkLst>
        </pc:spChg>
        <pc:spChg chg="add del">
          <ac:chgData name="Marina Pavlovic" userId="0d7f52ac4825222f" providerId="LiveId" clId="{86856DD6-54C3-4E61-8FFA-C5C59C744505}" dt="2024-01-24T13:42:41.501" v="261" actId="26606"/>
          <ac:spMkLst>
            <pc:docMk/>
            <pc:sldMk cId="3884339709" sldId="258"/>
            <ac:spMk id="14" creationId="{0288C6B4-AFC3-407F-A595-EFFD38D4CCAF}"/>
          </ac:spMkLst>
        </pc:spChg>
        <pc:spChg chg="add del">
          <ac:chgData name="Marina Pavlovic" userId="0d7f52ac4825222f" providerId="LiveId" clId="{86856DD6-54C3-4E61-8FFA-C5C59C744505}" dt="2024-02-09T09:19:55.491" v="3787" actId="26606"/>
          <ac:spMkLst>
            <pc:docMk/>
            <pc:sldMk cId="3884339709" sldId="258"/>
            <ac:spMk id="15" creationId="{586B4EF9-43BA-4655-A6FF-1D8E21574C95}"/>
          </ac:spMkLst>
        </pc:spChg>
        <pc:spChg chg="add del">
          <ac:chgData name="Marina Pavlovic" userId="0d7f52ac4825222f" providerId="LiveId" clId="{86856DD6-54C3-4E61-8FFA-C5C59C744505}" dt="2024-01-24T13:42:41.501" v="261" actId="26606"/>
          <ac:spMkLst>
            <pc:docMk/>
            <pc:sldMk cId="3884339709" sldId="258"/>
            <ac:spMk id="16" creationId="{CF236821-17FE-429B-8D2C-08E13A64EA40}"/>
          </ac:spMkLst>
        </pc:spChg>
        <pc:spChg chg="add del">
          <ac:chgData name="Marina Pavlovic" userId="0d7f52ac4825222f" providerId="LiveId" clId="{86856DD6-54C3-4E61-8FFA-C5C59C744505}" dt="2024-02-11T08:25:15.497" v="4830" actId="26606"/>
          <ac:spMkLst>
            <pc:docMk/>
            <pc:sldMk cId="3884339709" sldId="258"/>
            <ac:spMk id="17" creationId="{8D06CE56-3881-4ADA-8CEF-D18B02C242A3}"/>
          </ac:spMkLst>
        </pc:spChg>
        <pc:spChg chg="add del">
          <ac:chgData name="Marina Pavlovic" userId="0d7f52ac4825222f" providerId="LiveId" clId="{86856DD6-54C3-4E61-8FFA-C5C59C744505}" dt="2024-01-24T13:42:41.501" v="261" actId="26606"/>
          <ac:spMkLst>
            <pc:docMk/>
            <pc:sldMk cId="3884339709" sldId="258"/>
            <ac:spMk id="18" creationId="{C0BDBCD2-E081-43AB-9119-C55465E59757}"/>
          </ac:spMkLst>
        </pc:spChg>
        <pc:spChg chg="add del">
          <ac:chgData name="Marina Pavlovic" userId="0d7f52ac4825222f" providerId="LiveId" clId="{86856DD6-54C3-4E61-8FFA-C5C59C744505}" dt="2024-02-11T08:25:15.497" v="4830" actId="26606"/>
          <ac:spMkLst>
            <pc:docMk/>
            <pc:sldMk cId="3884339709" sldId="258"/>
            <ac:spMk id="19" creationId="{79F3C543-62EC-4433-9C93-A2CD8764E9B4}"/>
          </ac:spMkLst>
        </pc:spChg>
        <pc:spChg chg="add del">
          <ac:chgData name="Marina Pavlovic" userId="0d7f52ac4825222f" providerId="LiveId" clId="{86856DD6-54C3-4E61-8FFA-C5C59C744505}" dt="2024-01-24T13:42:41.501" v="261" actId="26606"/>
          <ac:spMkLst>
            <pc:docMk/>
            <pc:sldMk cId="3884339709" sldId="258"/>
            <ac:spMk id="20" creationId="{98E79BE4-34FE-485A-98A5-92CE8F7C4743}"/>
          </ac:spMkLst>
        </pc:spChg>
        <pc:spChg chg="add del">
          <ac:chgData name="Marina Pavlovic" userId="0d7f52ac4825222f" providerId="LiveId" clId="{86856DD6-54C3-4E61-8FFA-C5C59C744505}" dt="2024-02-11T08:25:15.497" v="4830" actId="26606"/>
          <ac:spMkLst>
            <pc:docMk/>
            <pc:sldMk cId="3884339709" sldId="258"/>
            <ac:spMk id="21" creationId="{5DCB5928-DC7D-4612-9922-441966E15627}"/>
          </ac:spMkLst>
        </pc:spChg>
        <pc:spChg chg="add del">
          <ac:chgData name="Marina Pavlovic" userId="0d7f52ac4825222f" providerId="LiveId" clId="{86856DD6-54C3-4E61-8FFA-C5C59C744505}" dt="2024-01-24T13:42:41.501" v="261" actId="26606"/>
          <ac:spMkLst>
            <pc:docMk/>
            <pc:sldMk cId="3884339709" sldId="258"/>
            <ac:spMk id="22" creationId="{7A5F0580-5EE9-419F-96EE-B6529EF6E7D0}"/>
          </ac:spMkLst>
        </pc:spChg>
        <pc:spChg chg="add del">
          <ac:chgData name="Marina Pavlovic" userId="0d7f52ac4825222f" providerId="LiveId" clId="{86856DD6-54C3-4E61-8FFA-C5C59C744505}" dt="2024-02-11T08:25:15.497" v="4830" actId="26606"/>
          <ac:spMkLst>
            <pc:docMk/>
            <pc:sldMk cId="3884339709" sldId="258"/>
            <ac:spMk id="23" creationId="{682C1161-1736-45EC-99B7-33F3CAE9D517}"/>
          </ac:spMkLst>
        </pc:spChg>
        <pc:spChg chg="add del">
          <ac:chgData name="Marina Pavlovic" userId="0d7f52ac4825222f" providerId="LiveId" clId="{86856DD6-54C3-4E61-8FFA-C5C59C744505}" dt="2024-01-24T13:43:07.881" v="271" actId="26606"/>
          <ac:spMkLst>
            <pc:docMk/>
            <pc:sldMk cId="3884339709" sldId="258"/>
            <ac:spMk id="24" creationId="{84ECDE7A-6944-466D-8FFE-149A29BA6BAE}"/>
          </ac:spMkLst>
        </pc:spChg>
        <pc:spChg chg="add del">
          <ac:chgData name="Marina Pavlovic" userId="0d7f52ac4825222f" providerId="LiveId" clId="{86856DD6-54C3-4E61-8FFA-C5C59C744505}" dt="2024-01-24T13:43:07.881" v="271" actId="26606"/>
          <ac:spMkLst>
            <pc:docMk/>
            <pc:sldMk cId="3884339709" sldId="258"/>
            <ac:spMk id="25" creationId="{B3420082-9415-44EC-802E-C77D71D59C57}"/>
          </ac:spMkLst>
        </pc:spChg>
        <pc:spChg chg="add del">
          <ac:chgData name="Marina Pavlovic" userId="0d7f52ac4825222f" providerId="LiveId" clId="{86856DD6-54C3-4E61-8FFA-C5C59C744505}" dt="2024-01-24T13:43:07.881" v="271" actId="26606"/>
          <ac:spMkLst>
            <pc:docMk/>
            <pc:sldMk cId="3884339709" sldId="258"/>
            <ac:spMk id="26" creationId="{55A52C45-1FCB-4636-A80F-2849B8226C01}"/>
          </ac:spMkLst>
        </pc:spChg>
        <pc:spChg chg="add del">
          <ac:chgData name="Marina Pavlovic" userId="0d7f52ac4825222f" providerId="LiveId" clId="{86856DD6-54C3-4E61-8FFA-C5C59C744505}" dt="2024-01-24T13:43:07.881" v="271" actId="26606"/>
          <ac:spMkLst>
            <pc:docMk/>
            <pc:sldMk cId="3884339709" sldId="258"/>
            <ac:spMk id="27" creationId="{768EB4DD-3704-43AD-92B3-C4E0C6EA92CB}"/>
          </ac:spMkLst>
        </pc:spChg>
        <pc:spChg chg="add del">
          <ac:chgData name="Marina Pavlovic" userId="0d7f52ac4825222f" providerId="LiveId" clId="{86856DD6-54C3-4E61-8FFA-C5C59C744505}" dt="2024-01-24T13:43:07.881" v="271" actId="26606"/>
          <ac:spMkLst>
            <pc:docMk/>
            <pc:sldMk cId="3884339709" sldId="258"/>
            <ac:spMk id="28" creationId="{0B3C5B00-7627-F229-68BE-5493462EC203}"/>
          </ac:spMkLst>
        </pc:spChg>
        <pc:spChg chg="add del">
          <ac:chgData name="Marina Pavlovic" userId="0d7f52ac4825222f" providerId="LiveId" clId="{86856DD6-54C3-4E61-8FFA-C5C59C744505}" dt="2024-02-11T08:25:15.497" v="4830" actId="26606"/>
          <ac:spMkLst>
            <pc:docMk/>
            <pc:sldMk cId="3884339709" sldId="258"/>
            <ac:spMk id="29" creationId="{84D4DDB8-B68F-45B0-9F62-C4279996F672}"/>
          </ac:spMkLst>
        </pc:spChg>
        <pc:spChg chg="add del">
          <ac:chgData name="Marina Pavlovic" userId="0d7f52ac4825222f" providerId="LiveId" clId="{86856DD6-54C3-4E61-8FFA-C5C59C744505}" dt="2024-02-11T08:25:15.497" v="4830" actId="26606"/>
          <ac:spMkLst>
            <pc:docMk/>
            <pc:sldMk cId="3884339709" sldId="258"/>
            <ac:spMk id="30" creationId="{AF2F604E-43BE-4DC3-B983-E071523364F8}"/>
          </ac:spMkLst>
        </pc:spChg>
        <pc:spChg chg="add del">
          <ac:chgData name="Marina Pavlovic" userId="0d7f52ac4825222f" providerId="LiveId" clId="{86856DD6-54C3-4E61-8FFA-C5C59C744505}" dt="2024-02-11T08:25:15.497" v="4830" actId="26606"/>
          <ac:spMkLst>
            <pc:docMk/>
            <pc:sldMk cId="3884339709" sldId="258"/>
            <ac:spMk id="32" creationId="{08C9B587-E65E-4B52-B37C-ABEBB6E87928}"/>
          </ac:spMkLst>
        </pc:spChg>
        <pc:spChg chg="add del">
          <ac:chgData name="Marina Pavlovic" userId="0d7f52ac4825222f" providerId="LiveId" clId="{86856DD6-54C3-4E61-8FFA-C5C59C744505}" dt="2024-01-24T13:43:05.828" v="268" actId="26606"/>
          <ac:spMkLst>
            <pc:docMk/>
            <pc:sldMk cId="3884339709" sldId="258"/>
            <ac:spMk id="33" creationId="{8D06CE56-3881-4ADA-8CEF-D18B02C242A3}"/>
          </ac:spMkLst>
        </pc:spChg>
        <pc:spChg chg="add del">
          <ac:chgData name="Marina Pavlovic" userId="0d7f52ac4825222f" providerId="LiveId" clId="{86856DD6-54C3-4E61-8FFA-C5C59C744505}" dt="2024-02-11T08:25:15.497" v="4830" actId="26606"/>
          <ac:spMkLst>
            <pc:docMk/>
            <pc:sldMk cId="3884339709" sldId="258"/>
            <ac:spMk id="34" creationId="{0288C6B4-AFC3-407F-A595-EFFD38D4CCAF}"/>
          </ac:spMkLst>
        </pc:spChg>
        <pc:spChg chg="add del">
          <ac:chgData name="Marina Pavlovic" userId="0d7f52ac4825222f" providerId="LiveId" clId="{86856DD6-54C3-4E61-8FFA-C5C59C744505}" dt="2024-01-24T13:43:05.828" v="268" actId="26606"/>
          <ac:spMkLst>
            <pc:docMk/>
            <pc:sldMk cId="3884339709" sldId="258"/>
            <ac:spMk id="35" creationId="{79F3C543-62EC-4433-9C93-A2CD8764E9B4}"/>
          </ac:spMkLst>
        </pc:spChg>
        <pc:spChg chg="add del">
          <ac:chgData name="Marina Pavlovic" userId="0d7f52ac4825222f" providerId="LiveId" clId="{86856DD6-54C3-4E61-8FFA-C5C59C744505}" dt="2024-02-11T08:25:15.497" v="4830" actId="26606"/>
          <ac:spMkLst>
            <pc:docMk/>
            <pc:sldMk cId="3884339709" sldId="258"/>
            <ac:spMk id="36" creationId="{1D498995-A6AD-AEA9-E7E7-2D66A26F0A3F}"/>
          </ac:spMkLst>
        </pc:spChg>
        <pc:spChg chg="add del">
          <ac:chgData name="Marina Pavlovic" userId="0d7f52ac4825222f" providerId="LiveId" clId="{86856DD6-54C3-4E61-8FFA-C5C59C744505}" dt="2024-01-24T13:43:05.828" v="268" actId="26606"/>
          <ac:spMkLst>
            <pc:docMk/>
            <pc:sldMk cId="3884339709" sldId="258"/>
            <ac:spMk id="37" creationId="{C1A1C5D3-C053-4EE9-BE1A-419B6E27CCAE}"/>
          </ac:spMkLst>
        </pc:spChg>
        <pc:spChg chg="add del">
          <ac:chgData name="Marina Pavlovic" userId="0d7f52ac4825222f" providerId="LiveId" clId="{86856DD6-54C3-4E61-8FFA-C5C59C744505}" dt="2024-02-11T08:25:15.497" v="4830" actId="26606"/>
          <ac:spMkLst>
            <pc:docMk/>
            <pc:sldMk cId="3884339709" sldId="258"/>
            <ac:spMk id="38" creationId="{CF236821-17FE-429B-8D2C-08E13A64EA40}"/>
          </ac:spMkLst>
        </pc:spChg>
        <pc:spChg chg="add del">
          <ac:chgData name="Marina Pavlovic" userId="0d7f52ac4825222f" providerId="LiveId" clId="{86856DD6-54C3-4E61-8FFA-C5C59C744505}" dt="2024-01-24T13:43:05.828" v="268" actId="26606"/>
          <ac:spMkLst>
            <pc:docMk/>
            <pc:sldMk cId="3884339709" sldId="258"/>
            <ac:spMk id="39" creationId="{A3473CF9-37EB-43E7-89EF-D2D1C53D1DAC}"/>
          </ac:spMkLst>
        </pc:spChg>
        <pc:spChg chg="add del">
          <ac:chgData name="Marina Pavlovic" userId="0d7f52ac4825222f" providerId="LiveId" clId="{86856DD6-54C3-4E61-8FFA-C5C59C744505}" dt="2024-01-24T13:43:05.828" v="268" actId="26606"/>
          <ac:spMkLst>
            <pc:docMk/>
            <pc:sldMk cId="3884339709" sldId="258"/>
            <ac:spMk id="41" creationId="{586B4EF9-43BA-4655-A6FF-1D8E21574C95}"/>
          </ac:spMkLst>
        </pc:spChg>
        <pc:spChg chg="add del">
          <ac:chgData name="Marina Pavlovic" userId="0d7f52ac4825222f" providerId="LiveId" clId="{86856DD6-54C3-4E61-8FFA-C5C59C744505}" dt="2024-02-11T08:25:15.497" v="4830" actId="26606"/>
          <ac:spMkLst>
            <pc:docMk/>
            <pc:sldMk cId="3884339709" sldId="258"/>
            <ac:spMk id="43" creationId="{C0BDBCD2-E081-43AB-9119-C55465E59757}"/>
          </ac:spMkLst>
        </pc:spChg>
        <pc:spChg chg="add del">
          <ac:chgData name="Marina Pavlovic" userId="0d7f52ac4825222f" providerId="LiveId" clId="{86856DD6-54C3-4E61-8FFA-C5C59C744505}" dt="2024-02-11T08:25:15.497" v="4830" actId="26606"/>
          <ac:spMkLst>
            <pc:docMk/>
            <pc:sldMk cId="3884339709" sldId="258"/>
            <ac:spMk id="45" creationId="{98E79BE4-34FE-485A-98A5-92CE8F7C4743}"/>
          </ac:spMkLst>
        </pc:spChg>
        <pc:spChg chg="add del">
          <ac:chgData name="Marina Pavlovic" userId="0d7f52ac4825222f" providerId="LiveId" clId="{86856DD6-54C3-4E61-8FFA-C5C59C744505}" dt="2024-02-11T08:25:15.497" v="4830" actId="26606"/>
          <ac:spMkLst>
            <pc:docMk/>
            <pc:sldMk cId="3884339709" sldId="258"/>
            <ac:spMk id="47" creationId="{7A5F0580-5EE9-419F-96EE-B6529EF6E7D0}"/>
          </ac:spMkLst>
        </pc:spChg>
        <pc:picChg chg="add mod">
          <ac:chgData name="Marina Pavlovic" userId="0d7f52ac4825222f" providerId="LiveId" clId="{86856DD6-54C3-4E61-8FFA-C5C59C744505}" dt="2024-02-11T08:25:15.497" v="4830" actId="26606"/>
          <ac:picMkLst>
            <pc:docMk/>
            <pc:sldMk cId="3884339709" sldId="258"/>
            <ac:picMk id="7" creationId="{3874FB05-0203-B6A7-3FDB-5D33141699BC}"/>
          </ac:picMkLst>
        </pc:picChg>
        <pc:picChg chg="add del mod">
          <ac:chgData name="Marina Pavlovic" userId="0d7f52ac4825222f" providerId="LiveId" clId="{86856DD6-54C3-4E61-8FFA-C5C59C744505}" dt="2024-02-17T12:56:43.427" v="15436"/>
          <ac:picMkLst>
            <pc:docMk/>
            <pc:sldMk cId="3884339709" sldId="258"/>
            <ac:picMk id="8" creationId="{9FC2952A-8A28-7AFB-A37F-FB6D32702468}"/>
          </ac:picMkLst>
        </pc:picChg>
        <pc:picChg chg="add del mod ord">
          <ac:chgData name="Marina Pavlovic" userId="0d7f52ac4825222f" providerId="LiveId" clId="{86856DD6-54C3-4E61-8FFA-C5C59C744505}" dt="2024-02-17T13:48:39.995" v="15537"/>
          <ac:picMkLst>
            <pc:docMk/>
            <pc:sldMk cId="3884339709" sldId="258"/>
            <ac:picMk id="9" creationId="{E8AEF648-3E85-02BB-550A-F8793095DAE8}"/>
          </ac:picMkLst>
        </pc:picChg>
        <pc:picChg chg="add del mod">
          <ac:chgData name="Marina Pavlovic" userId="0d7f52ac4825222f" providerId="LiveId" clId="{86856DD6-54C3-4E61-8FFA-C5C59C744505}" dt="2024-02-17T13:48:41.910" v="15539"/>
          <ac:picMkLst>
            <pc:docMk/>
            <pc:sldMk cId="3884339709" sldId="258"/>
            <ac:picMk id="10" creationId="{51450430-47D0-B06D-0033-D867856BA4B9}"/>
          </ac:picMkLst>
        </pc:picChg>
        <pc:picChg chg="add del mod ord">
          <ac:chgData name="Marina Pavlovic" userId="0d7f52ac4825222f" providerId="LiveId" clId="{86856DD6-54C3-4E61-8FFA-C5C59C744505}" dt="2024-02-17T12:57:25.471" v="15437"/>
          <ac:picMkLst>
            <pc:docMk/>
            <pc:sldMk cId="3884339709" sldId="258"/>
            <ac:picMk id="11" creationId="{67BB5787-C5C1-3DB3-088B-E2BD727C3368}"/>
          </ac:picMkLst>
        </pc:picChg>
        <pc:picChg chg="add del mod">
          <ac:chgData name="Marina Pavlovic" userId="0d7f52ac4825222f" providerId="LiveId" clId="{86856DD6-54C3-4E61-8FFA-C5C59C744505}" dt="2024-02-17T12:57:28.368" v="15439"/>
          <ac:picMkLst>
            <pc:docMk/>
            <pc:sldMk cId="3884339709" sldId="258"/>
            <ac:picMk id="12" creationId="{22760310-BB7C-EFFE-F10C-8CBED4FF15C9}"/>
          </ac:picMkLst>
        </pc:picChg>
        <pc:picChg chg="add del mod ord">
          <ac:chgData name="Marina Pavlovic" userId="0d7f52ac4825222f" providerId="LiveId" clId="{86856DD6-54C3-4E61-8FFA-C5C59C744505}" dt="2024-02-17T13:48:51.347" v="15540"/>
          <ac:picMkLst>
            <pc:docMk/>
            <pc:sldMk cId="3884339709" sldId="258"/>
            <ac:picMk id="13" creationId="{63E3522C-8709-A26F-2717-AD6C3B98ED01}"/>
          </ac:picMkLst>
        </pc:picChg>
        <pc:picChg chg="add del mod">
          <ac:chgData name="Marina Pavlovic" userId="0d7f52ac4825222f" providerId="LiveId" clId="{86856DD6-54C3-4E61-8FFA-C5C59C744505}" dt="2024-02-17T13:48:53.152" v="15542"/>
          <ac:picMkLst>
            <pc:docMk/>
            <pc:sldMk cId="3884339709" sldId="258"/>
            <ac:picMk id="14" creationId="{09C0498B-A8D6-156E-2B48-B64F91CABA37}"/>
          </ac:picMkLst>
        </pc:picChg>
        <pc:picChg chg="add del mod ord">
          <ac:chgData name="Marina Pavlovic" userId="0d7f52ac4825222f" providerId="LiveId" clId="{86856DD6-54C3-4E61-8FFA-C5C59C744505}" dt="2024-02-17T12:57:37.700" v="15440"/>
          <ac:picMkLst>
            <pc:docMk/>
            <pc:sldMk cId="3884339709" sldId="258"/>
            <ac:picMk id="15" creationId="{FAB58F17-B5DB-D25D-95A2-CD9F461EAD13}"/>
          </ac:picMkLst>
        </pc:picChg>
        <pc:picChg chg="add del mod">
          <ac:chgData name="Marina Pavlovic" userId="0d7f52ac4825222f" providerId="LiveId" clId="{86856DD6-54C3-4E61-8FFA-C5C59C744505}" dt="2024-02-17T12:57:39.901" v="15442"/>
          <ac:picMkLst>
            <pc:docMk/>
            <pc:sldMk cId="3884339709" sldId="258"/>
            <ac:picMk id="16" creationId="{D4392487-8585-18EC-588F-EA89D96D97D3}"/>
          </ac:picMkLst>
        </pc:picChg>
        <pc:picChg chg="add del mod ord">
          <ac:chgData name="Marina Pavlovic" userId="0d7f52ac4825222f" providerId="LiveId" clId="{86856DD6-54C3-4E61-8FFA-C5C59C744505}" dt="2024-02-17T13:49:55.010" v="15543"/>
          <ac:picMkLst>
            <pc:docMk/>
            <pc:sldMk cId="3884339709" sldId="258"/>
            <ac:picMk id="18" creationId="{8E450908-B728-74F7-BABE-993AD6172C38}"/>
          </ac:picMkLst>
        </pc:picChg>
        <pc:picChg chg="add del mod">
          <ac:chgData name="Marina Pavlovic" userId="0d7f52ac4825222f" providerId="LiveId" clId="{86856DD6-54C3-4E61-8FFA-C5C59C744505}" dt="2024-02-17T13:49:58.378" v="15545"/>
          <ac:picMkLst>
            <pc:docMk/>
            <pc:sldMk cId="3884339709" sldId="258"/>
            <ac:picMk id="20" creationId="{E89890D6-99AC-4F11-8B69-932237C00D61}"/>
          </ac:picMkLst>
        </pc:picChg>
        <pc:picChg chg="add del mod ord">
          <ac:chgData name="Marina Pavlovic" userId="0d7f52ac4825222f" providerId="LiveId" clId="{86856DD6-54C3-4E61-8FFA-C5C59C744505}" dt="2024-02-17T12:57:56.976" v="15443"/>
          <ac:picMkLst>
            <pc:docMk/>
            <pc:sldMk cId="3884339709" sldId="258"/>
            <ac:picMk id="22" creationId="{7A09A97B-2CF5-0D13-C2EC-42203233B095}"/>
          </ac:picMkLst>
        </pc:picChg>
        <pc:picChg chg="add del mod">
          <ac:chgData name="Marina Pavlovic" userId="0d7f52ac4825222f" providerId="LiveId" clId="{86856DD6-54C3-4E61-8FFA-C5C59C744505}" dt="2024-02-17T12:57:58.869" v="15445"/>
          <ac:picMkLst>
            <pc:docMk/>
            <pc:sldMk cId="3884339709" sldId="258"/>
            <ac:picMk id="24" creationId="{7CFC2694-E4E1-AF5F-F6B6-37F924CDBC5F}"/>
          </ac:picMkLst>
        </pc:picChg>
        <pc:picChg chg="add del mod ord">
          <ac:chgData name="Marina Pavlovic" userId="0d7f52ac4825222f" providerId="LiveId" clId="{86856DD6-54C3-4E61-8FFA-C5C59C744505}" dt="2024-02-17T13:51:05.889" v="15546"/>
          <ac:picMkLst>
            <pc:docMk/>
            <pc:sldMk cId="3884339709" sldId="258"/>
            <ac:picMk id="25" creationId="{B8A8CA46-8A72-C5E3-33EC-C97E872447ED}"/>
          </ac:picMkLst>
        </pc:picChg>
        <pc:picChg chg="add mod">
          <ac:chgData name="Marina Pavlovic" userId="0d7f52ac4825222f" providerId="LiveId" clId="{86856DD6-54C3-4E61-8FFA-C5C59C744505}" dt="2024-02-17T13:51:05.889" v="15546"/>
          <ac:picMkLst>
            <pc:docMk/>
            <pc:sldMk cId="3884339709" sldId="258"/>
            <ac:picMk id="26" creationId="{AEAA65FA-A066-0B52-67D4-FB00B9181392}"/>
          </ac:picMkLst>
        </pc:picChg>
        <pc:picChg chg="add del mod ord">
          <ac:chgData name="Marina Pavlovic" userId="0d7f52ac4825222f" providerId="LiveId" clId="{86856DD6-54C3-4E61-8FFA-C5C59C744505}" dt="2024-02-17T12:58:45.961" v="15446"/>
          <ac:picMkLst>
            <pc:docMk/>
            <pc:sldMk cId="3884339709" sldId="258"/>
            <ac:picMk id="27" creationId="{AB29EC9D-7BEC-4C75-CA0B-55649F23083F}"/>
          </ac:picMkLst>
        </pc:picChg>
        <pc:picChg chg="add del mod">
          <ac:chgData name="Marina Pavlovic" userId="0d7f52ac4825222f" providerId="LiveId" clId="{86856DD6-54C3-4E61-8FFA-C5C59C744505}" dt="2024-02-17T12:58:49.333" v="15448"/>
          <ac:picMkLst>
            <pc:docMk/>
            <pc:sldMk cId="3884339709" sldId="258"/>
            <ac:picMk id="28" creationId="{095F3C64-F00C-D151-6921-09A6785BC980}"/>
          </ac:picMkLst>
        </pc:picChg>
        <pc:picChg chg="add del mod ord">
          <ac:chgData name="Marina Pavlovic" userId="0d7f52ac4825222f" providerId="LiveId" clId="{86856DD6-54C3-4E61-8FFA-C5C59C744505}" dt="2024-02-17T12:58:57.041" v="15449"/>
          <ac:picMkLst>
            <pc:docMk/>
            <pc:sldMk cId="3884339709" sldId="258"/>
            <ac:picMk id="34" creationId="{123B21CD-69E5-2682-1A11-BF385976F4E0}"/>
          </ac:picMkLst>
        </pc:picChg>
        <pc:picChg chg="add del mod">
          <ac:chgData name="Marina Pavlovic" userId="0d7f52ac4825222f" providerId="LiveId" clId="{86856DD6-54C3-4E61-8FFA-C5C59C744505}" dt="2024-02-17T12:58:59.033" v="15451"/>
          <ac:picMkLst>
            <pc:docMk/>
            <pc:sldMk cId="3884339709" sldId="258"/>
            <ac:picMk id="35" creationId="{1517FB4D-33E8-40AA-AEB4-92D5D6907101}"/>
          </ac:picMkLst>
        </pc:picChg>
        <pc:picChg chg="add del mod ord">
          <ac:chgData name="Marina Pavlovic" userId="0d7f52ac4825222f" providerId="LiveId" clId="{86856DD6-54C3-4E61-8FFA-C5C59C744505}" dt="2024-02-17T12:59:54.407" v="15452"/>
          <ac:picMkLst>
            <pc:docMk/>
            <pc:sldMk cId="3884339709" sldId="258"/>
            <ac:picMk id="38" creationId="{4A680ACA-E849-DFB0-6133-43337160B943}"/>
          </ac:picMkLst>
        </pc:picChg>
        <pc:picChg chg="add del mod">
          <ac:chgData name="Marina Pavlovic" userId="0d7f52ac4825222f" providerId="LiveId" clId="{86856DD6-54C3-4E61-8FFA-C5C59C744505}" dt="2024-02-17T12:59:58.060" v="15454"/>
          <ac:picMkLst>
            <pc:docMk/>
            <pc:sldMk cId="3884339709" sldId="258"/>
            <ac:picMk id="39" creationId="{DDBECC58-F07D-B260-CFF8-0C62644E6BF0}"/>
          </ac:picMkLst>
        </pc:picChg>
        <pc:picChg chg="add del mod ord">
          <ac:chgData name="Marina Pavlovic" userId="0d7f52ac4825222f" providerId="LiveId" clId="{86856DD6-54C3-4E61-8FFA-C5C59C744505}" dt="2024-02-17T13:00:07.637" v="15455"/>
          <ac:picMkLst>
            <pc:docMk/>
            <pc:sldMk cId="3884339709" sldId="258"/>
            <ac:picMk id="42" creationId="{AC9793EF-E1C2-CB7A-23F3-8FE57E2ACA9C}"/>
          </ac:picMkLst>
        </pc:picChg>
        <pc:picChg chg="add del mod">
          <ac:chgData name="Marina Pavlovic" userId="0d7f52ac4825222f" providerId="LiveId" clId="{86856DD6-54C3-4E61-8FFA-C5C59C744505}" dt="2024-02-17T13:00:09.072" v="15457"/>
          <ac:picMkLst>
            <pc:docMk/>
            <pc:sldMk cId="3884339709" sldId="258"/>
            <ac:picMk id="43" creationId="{CA861F4A-96FC-9390-F06F-B7002F892256}"/>
          </ac:picMkLst>
        </pc:picChg>
        <pc:picChg chg="add del mod ord">
          <ac:chgData name="Marina Pavlovic" userId="0d7f52ac4825222f" providerId="LiveId" clId="{86856DD6-54C3-4E61-8FFA-C5C59C744505}" dt="2024-02-17T13:00:48.125" v="15458"/>
          <ac:picMkLst>
            <pc:docMk/>
            <pc:sldMk cId="3884339709" sldId="258"/>
            <ac:picMk id="46" creationId="{41ACF467-59BE-C868-DCF9-C25BBBCDDFE7}"/>
          </ac:picMkLst>
        </pc:picChg>
        <pc:picChg chg="add del mod">
          <ac:chgData name="Marina Pavlovic" userId="0d7f52ac4825222f" providerId="LiveId" clId="{86856DD6-54C3-4E61-8FFA-C5C59C744505}" dt="2024-02-17T13:00:51.427" v="15460"/>
          <ac:picMkLst>
            <pc:docMk/>
            <pc:sldMk cId="3884339709" sldId="258"/>
            <ac:picMk id="47" creationId="{696B60D8-E22B-3555-BE58-553B71075C3A}"/>
          </ac:picMkLst>
        </pc:picChg>
        <pc:picChg chg="add del mod ord">
          <ac:chgData name="Marina Pavlovic" userId="0d7f52ac4825222f" providerId="LiveId" clId="{86856DD6-54C3-4E61-8FFA-C5C59C744505}" dt="2024-02-17T13:01:20.645" v="15461"/>
          <ac:picMkLst>
            <pc:docMk/>
            <pc:sldMk cId="3884339709" sldId="258"/>
            <ac:picMk id="50" creationId="{DE49CA8C-6B95-8075-EE48-A42FD2D858CE}"/>
          </ac:picMkLst>
        </pc:picChg>
        <pc:picChg chg="add del mod">
          <ac:chgData name="Marina Pavlovic" userId="0d7f52ac4825222f" providerId="LiveId" clId="{86856DD6-54C3-4E61-8FFA-C5C59C744505}" dt="2024-02-17T13:01:23.369" v="15463"/>
          <ac:picMkLst>
            <pc:docMk/>
            <pc:sldMk cId="3884339709" sldId="258"/>
            <ac:picMk id="51" creationId="{62BCD62D-4FDE-B947-7437-F9A8ED5B5092}"/>
          </ac:picMkLst>
        </pc:picChg>
        <pc:picChg chg="add del mod ord">
          <ac:chgData name="Marina Pavlovic" userId="0d7f52ac4825222f" providerId="LiveId" clId="{86856DD6-54C3-4E61-8FFA-C5C59C744505}" dt="2024-02-17T13:02:03.144" v="15464"/>
          <ac:picMkLst>
            <pc:docMk/>
            <pc:sldMk cId="3884339709" sldId="258"/>
            <ac:picMk id="54" creationId="{27120239-FE1C-5EE1-D195-316500E0A492}"/>
          </ac:picMkLst>
        </pc:picChg>
        <pc:picChg chg="add del mod">
          <ac:chgData name="Marina Pavlovic" userId="0d7f52ac4825222f" providerId="LiveId" clId="{86856DD6-54C3-4E61-8FFA-C5C59C744505}" dt="2024-02-17T13:02:09.511" v="15466"/>
          <ac:picMkLst>
            <pc:docMk/>
            <pc:sldMk cId="3884339709" sldId="258"/>
            <ac:picMk id="55" creationId="{ED5E0B82-E41D-782D-3D90-8456360D0A13}"/>
          </ac:picMkLst>
        </pc:picChg>
        <pc:picChg chg="add del mod ord">
          <ac:chgData name="Marina Pavlovic" userId="0d7f52ac4825222f" providerId="LiveId" clId="{86856DD6-54C3-4E61-8FFA-C5C59C744505}" dt="2024-02-17T13:02:14.888" v="15467"/>
          <ac:picMkLst>
            <pc:docMk/>
            <pc:sldMk cId="3884339709" sldId="258"/>
            <ac:picMk id="58" creationId="{258A7FDA-5751-BE06-3A1C-22657E9024D5}"/>
          </ac:picMkLst>
        </pc:picChg>
        <pc:picChg chg="add del mod">
          <ac:chgData name="Marina Pavlovic" userId="0d7f52ac4825222f" providerId="LiveId" clId="{86856DD6-54C3-4E61-8FFA-C5C59C744505}" dt="2024-02-17T13:02:16.775" v="15469"/>
          <ac:picMkLst>
            <pc:docMk/>
            <pc:sldMk cId="3884339709" sldId="258"/>
            <ac:picMk id="59" creationId="{334891B8-DF92-9B10-3623-D6DAF7FFA7F8}"/>
          </ac:picMkLst>
        </pc:picChg>
        <pc:picChg chg="add del mod ord">
          <ac:chgData name="Marina Pavlovic" userId="0d7f52ac4825222f" providerId="LiveId" clId="{86856DD6-54C3-4E61-8FFA-C5C59C744505}" dt="2024-02-17T13:03:06.550" v="15470"/>
          <ac:picMkLst>
            <pc:docMk/>
            <pc:sldMk cId="3884339709" sldId="258"/>
            <ac:picMk id="62" creationId="{65E36356-4051-1C1C-1110-13B35CB36FBC}"/>
          </ac:picMkLst>
        </pc:picChg>
        <pc:picChg chg="add del mod">
          <ac:chgData name="Marina Pavlovic" userId="0d7f52ac4825222f" providerId="LiveId" clId="{86856DD6-54C3-4E61-8FFA-C5C59C744505}" dt="2024-02-17T13:06:20.425" v="15479"/>
          <ac:picMkLst>
            <pc:docMk/>
            <pc:sldMk cId="3884339709" sldId="258"/>
            <ac:picMk id="63" creationId="{C25AE833-F34C-9A9A-E0AB-53B9A31C2A35}"/>
          </ac:picMkLst>
        </pc:picChg>
        <pc:picChg chg="add del mod ord">
          <ac:chgData name="Marina Pavlovic" userId="0d7f52ac4825222f" providerId="LiveId" clId="{86856DD6-54C3-4E61-8FFA-C5C59C744505}" dt="2024-02-17T13:06:56.999" v="15480"/>
          <ac:picMkLst>
            <pc:docMk/>
            <pc:sldMk cId="3884339709" sldId="258"/>
            <ac:picMk id="73" creationId="{AFF0CA1B-79F6-FFDD-749F-012D8E60FAC5}"/>
          </ac:picMkLst>
        </pc:picChg>
        <pc:picChg chg="add del mod">
          <ac:chgData name="Marina Pavlovic" userId="0d7f52ac4825222f" providerId="LiveId" clId="{86856DD6-54C3-4E61-8FFA-C5C59C744505}" dt="2024-02-17T13:06:59.307" v="15482"/>
          <ac:picMkLst>
            <pc:docMk/>
            <pc:sldMk cId="3884339709" sldId="258"/>
            <ac:picMk id="74" creationId="{2FE8EE08-DEDB-3B8F-CD50-CC95D6BDC49D}"/>
          </ac:picMkLst>
        </pc:picChg>
        <pc:picChg chg="add del mod ord">
          <ac:chgData name="Marina Pavlovic" userId="0d7f52ac4825222f" providerId="LiveId" clId="{86856DD6-54C3-4E61-8FFA-C5C59C744505}" dt="2024-02-17T13:07:07.934" v="15483"/>
          <ac:picMkLst>
            <pc:docMk/>
            <pc:sldMk cId="3884339709" sldId="258"/>
            <ac:picMk id="77" creationId="{7D7B2742-3917-7987-0D34-93464FD73390}"/>
          </ac:picMkLst>
        </pc:picChg>
        <pc:picChg chg="add del mod">
          <ac:chgData name="Marina Pavlovic" userId="0d7f52ac4825222f" providerId="LiveId" clId="{86856DD6-54C3-4E61-8FFA-C5C59C744505}" dt="2024-02-17T13:07:09.688" v="15485"/>
          <ac:picMkLst>
            <pc:docMk/>
            <pc:sldMk cId="3884339709" sldId="258"/>
            <ac:picMk id="78" creationId="{14E73CB7-4732-A943-B244-37200421B9B9}"/>
          </ac:picMkLst>
        </pc:picChg>
        <pc:picChg chg="add del mod ord">
          <ac:chgData name="Marina Pavlovic" userId="0d7f52ac4825222f" providerId="LiveId" clId="{86856DD6-54C3-4E61-8FFA-C5C59C744505}" dt="2024-02-17T13:07:29.344" v="15486"/>
          <ac:picMkLst>
            <pc:docMk/>
            <pc:sldMk cId="3884339709" sldId="258"/>
            <ac:picMk id="81" creationId="{979FA1ED-48AA-6690-63AE-B321BA7B3C37}"/>
          </ac:picMkLst>
        </pc:picChg>
        <pc:picChg chg="add del mod">
          <ac:chgData name="Marina Pavlovic" userId="0d7f52ac4825222f" providerId="LiveId" clId="{86856DD6-54C3-4E61-8FFA-C5C59C744505}" dt="2024-02-17T13:07:31.641" v="15488"/>
          <ac:picMkLst>
            <pc:docMk/>
            <pc:sldMk cId="3884339709" sldId="258"/>
            <ac:picMk id="82" creationId="{9541F3DB-F89B-F1E6-1C5D-8FA49A8A73F4}"/>
          </ac:picMkLst>
        </pc:picChg>
        <pc:picChg chg="add del mod ord">
          <ac:chgData name="Marina Pavlovic" userId="0d7f52ac4825222f" providerId="LiveId" clId="{86856DD6-54C3-4E61-8FFA-C5C59C744505}" dt="2024-02-17T13:08:20.022" v="15489"/>
          <ac:picMkLst>
            <pc:docMk/>
            <pc:sldMk cId="3884339709" sldId="258"/>
            <ac:picMk id="85" creationId="{AF3401CB-49CE-49B2-B89F-B1092C2B4A8E}"/>
          </ac:picMkLst>
        </pc:picChg>
        <pc:picChg chg="add del mod">
          <ac:chgData name="Marina Pavlovic" userId="0d7f52ac4825222f" providerId="LiveId" clId="{86856DD6-54C3-4E61-8FFA-C5C59C744505}" dt="2024-02-17T13:09:02.939" v="15491"/>
          <ac:picMkLst>
            <pc:docMk/>
            <pc:sldMk cId="3884339709" sldId="258"/>
            <ac:picMk id="86" creationId="{32073DD3-110D-48D3-33E5-EB3D41EEA51B}"/>
          </ac:picMkLst>
        </pc:picChg>
        <pc:picChg chg="add del mod ord">
          <ac:chgData name="Marina Pavlovic" userId="0d7f52ac4825222f" providerId="LiveId" clId="{86856DD6-54C3-4E61-8FFA-C5C59C744505}" dt="2024-02-17T13:09:14.122" v="15492"/>
          <ac:picMkLst>
            <pc:docMk/>
            <pc:sldMk cId="3884339709" sldId="258"/>
            <ac:picMk id="89" creationId="{8048C55C-4284-6889-CA47-EE39B6A4249E}"/>
          </ac:picMkLst>
        </pc:picChg>
        <pc:picChg chg="add del mod">
          <ac:chgData name="Marina Pavlovic" userId="0d7f52ac4825222f" providerId="LiveId" clId="{86856DD6-54C3-4E61-8FFA-C5C59C744505}" dt="2024-02-17T13:09:15.841" v="15494"/>
          <ac:picMkLst>
            <pc:docMk/>
            <pc:sldMk cId="3884339709" sldId="258"/>
            <ac:picMk id="90" creationId="{E06691A5-BBCF-5DC0-6E90-3285352B4F80}"/>
          </ac:picMkLst>
        </pc:picChg>
        <pc:picChg chg="add del mod ord">
          <ac:chgData name="Marina Pavlovic" userId="0d7f52ac4825222f" providerId="LiveId" clId="{86856DD6-54C3-4E61-8FFA-C5C59C744505}" dt="2024-02-17T13:10:20.494" v="15495"/>
          <ac:picMkLst>
            <pc:docMk/>
            <pc:sldMk cId="3884339709" sldId="258"/>
            <ac:picMk id="93" creationId="{807D0FFD-489B-6D1F-ED05-89DAF18BF84C}"/>
          </ac:picMkLst>
        </pc:picChg>
        <pc:picChg chg="add del mod">
          <ac:chgData name="Marina Pavlovic" userId="0d7f52ac4825222f" providerId="LiveId" clId="{86856DD6-54C3-4E61-8FFA-C5C59C744505}" dt="2024-02-17T13:11:38.748" v="15497"/>
          <ac:picMkLst>
            <pc:docMk/>
            <pc:sldMk cId="3884339709" sldId="258"/>
            <ac:picMk id="94" creationId="{F598E4D3-7B18-3E67-9D5F-DCBADAD30A14}"/>
          </ac:picMkLst>
        </pc:picChg>
        <pc:picChg chg="add del mod ord">
          <ac:chgData name="Marina Pavlovic" userId="0d7f52ac4825222f" providerId="LiveId" clId="{86856DD6-54C3-4E61-8FFA-C5C59C744505}" dt="2024-02-17T13:12:12.643" v="15498"/>
          <ac:picMkLst>
            <pc:docMk/>
            <pc:sldMk cId="3884339709" sldId="258"/>
            <ac:picMk id="100" creationId="{52DE09FF-7878-D6FF-A195-B2C6D084A1C3}"/>
          </ac:picMkLst>
        </pc:picChg>
        <pc:picChg chg="add del mod">
          <ac:chgData name="Marina Pavlovic" userId="0d7f52ac4825222f" providerId="LiveId" clId="{86856DD6-54C3-4E61-8FFA-C5C59C744505}" dt="2024-02-17T13:12:14.325" v="15500"/>
          <ac:picMkLst>
            <pc:docMk/>
            <pc:sldMk cId="3884339709" sldId="258"/>
            <ac:picMk id="101" creationId="{57A417AB-075A-7C3E-55CE-FCFAAB13D5A3}"/>
          </ac:picMkLst>
        </pc:picChg>
        <pc:picChg chg="add del mod ord">
          <ac:chgData name="Marina Pavlovic" userId="0d7f52ac4825222f" providerId="LiveId" clId="{86856DD6-54C3-4E61-8FFA-C5C59C744505}" dt="2024-02-17T13:12:38.642" v="15501"/>
          <ac:picMkLst>
            <pc:docMk/>
            <pc:sldMk cId="3884339709" sldId="258"/>
            <ac:picMk id="104" creationId="{6F11A68C-EE9D-0591-6A42-BEC909EDF024}"/>
          </ac:picMkLst>
        </pc:picChg>
        <pc:picChg chg="add del mod">
          <ac:chgData name="Marina Pavlovic" userId="0d7f52ac4825222f" providerId="LiveId" clId="{86856DD6-54C3-4E61-8FFA-C5C59C744505}" dt="2024-02-17T13:12:40.617" v="15503"/>
          <ac:picMkLst>
            <pc:docMk/>
            <pc:sldMk cId="3884339709" sldId="258"/>
            <ac:picMk id="105" creationId="{F718DAC3-5537-EC36-35B3-846EE2089D64}"/>
          </ac:picMkLst>
        </pc:picChg>
        <pc:picChg chg="add del mod ord">
          <ac:chgData name="Marina Pavlovic" userId="0d7f52ac4825222f" providerId="LiveId" clId="{86856DD6-54C3-4E61-8FFA-C5C59C744505}" dt="2024-02-17T13:13:20.452" v="15504"/>
          <ac:picMkLst>
            <pc:docMk/>
            <pc:sldMk cId="3884339709" sldId="258"/>
            <ac:picMk id="108" creationId="{E1BC73A4-4A60-63BE-B835-6E5AB8491C66}"/>
          </ac:picMkLst>
        </pc:picChg>
        <pc:picChg chg="add del mod">
          <ac:chgData name="Marina Pavlovic" userId="0d7f52ac4825222f" providerId="LiveId" clId="{86856DD6-54C3-4E61-8FFA-C5C59C744505}" dt="2024-02-17T13:13:32.496" v="15506"/>
          <ac:picMkLst>
            <pc:docMk/>
            <pc:sldMk cId="3884339709" sldId="258"/>
            <ac:picMk id="109" creationId="{F3F8B1AE-850D-4C2C-4E4B-E0E95A91EAD4}"/>
          </ac:picMkLst>
        </pc:picChg>
        <pc:picChg chg="add del mod ord">
          <ac:chgData name="Marina Pavlovic" userId="0d7f52ac4825222f" providerId="LiveId" clId="{86856DD6-54C3-4E61-8FFA-C5C59C744505}" dt="2024-02-17T13:14:14.841" v="15507"/>
          <ac:picMkLst>
            <pc:docMk/>
            <pc:sldMk cId="3884339709" sldId="258"/>
            <ac:picMk id="112" creationId="{BE01FEBA-0AFC-9FD1-8BA9-81B9C1A26D44}"/>
          </ac:picMkLst>
        </pc:picChg>
        <pc:picChg chg="add del mod">
          <ac:chgData name="Marina Pavlovic" userId="0d7f52ac4825222f" providerId="LiveId" clId="{86856DD6-54C3-4E61-8FFA-C5C59C744505}" dt="2024-02-17T13:14:58.837" v="15509"/>
          <ac:picMkLst>
            <pc:docMk/>
            <pc:sldMk cId="3884339709" sldId="258"/>
            <ac:picMk id="113" creationId="{3399B0AC-4082-08F7-EA2F-84DC21FDD8A9}"/>
          </ac:picMkLst>
        </pc:picChg>
        <pc:picChg chg="add del mod ord">
          <ac:chgData name="Marina Pavlovic" userId="0d7f52ac4825222f" providerId="LiveId" clId="{86856DD6-54C3-4E61-8FFA-C5C59C744505}" dt="2024-02-17T13:15:34.669" v="15510"/>
          <ac:picMkLst>
            <pc:docMk/>
            <pc:sldMk cId="3884339709" sldId="258"/>
            <ac:picMk id="116" creationId="{67482D31-02C3-A5DF-DA7D-2D83D9242031}"/>
          </ac:picMkLst>
        </pc:picChg>
        <pc:picChg chg="add del mod">
          <ac:chgData name="Marina Pavlovic" userId="0d7f52ac4825222f" providerId="LiveId" clId="{86856DD6-54C3-4E61-8FFA-C5C59C744505}" dt="2024-02-17T13:15:38.255" v="15512"/>
          <ac:picMkLst>
            <pc:docMk/>
            <pc:sldMk cId="3884339709" sldId="258"/>
            <ac:picMk id="117" creationId="{1345AF48-CC9B-CAAA-2A0A-0FC53DE09634}"/>
          </ac:picMkLst>
        </pc:picChg>
        <pc:picChg chg="add del mod ord">
          <ac:chgData name="Marina Pavlovic" userId="0d7f52ac4825222f" providerId="LiveId" clId="{86856DD6-54C3-4E61-8FFA-C5C59C744505}" dt="2024-02-17T13:16:54.171" v="15513"/>
          <ac:picMkLst>
            <pc:docMk/>
            <pc:sldMk cId="3884339709" sldId="258"/>
            <ac:picMk id="120" creationId="{10CF1BC9-A1F3-1D6A-4018-37D7B84FFBAD}"/>
          </ac:picMkLst>
        </pc:picChg>
        <pc:picChg chg="add del mod">
          <ac:chgData name="Marina Pavlovic" userId="0d7f52ac4825222f" providerId="LiveId" clId="{86856DD6-54C3-4E61-8FFA-C5C59C744505}" dt="2024-02-17T13:17:06.920" v="15515"/>
          <ac:picMkLst>
            <pc:docMk/>
            <pc:sldMk cId="3884339709" sldId="258"/>
            <ac:picMk id="121" creationId="{96CC3978-266B-675D-4D6D-8DC88757A4E6}"/>
          </ac:picMkLst>
        </pc:picChg>
        <pc:picChg chg="add del mod ord">
          <ac:chgData name="Marina Pavlovic" userId="0d7f52ac4825222f" providerId="LiveId" clId="{86856DD6-54C3-4E61-8FFA-C5C59C744505}" dt="2024-02-17T13:18:24.059" v="15516"/>
          <ac:picMkLst>
            <pc:docMk/>
            <pc:sldMk cId="3884339709" sldId="258"/>
            <ac:picMk id="124" creationId="{BA6D4E71-708D-D566-B61A-62B9C237B1C6}"/>
          </ac:picMkLst>
        </pc:picChg>
        <pc:picChg chg="add del mod">
          <ac:chgData name="Marina Pavlovic" userId="0d7f52ac4825222f" providerId="LiveId" clId="{86856DD6-54C3-4E61-8FFA-C5C59C744505}" dt="2024-02-17T13:18:28.655" v="15518"/>
          <ac:picMkLst>
            <pc:docMk/>
            <pc:sldMk cId="3884339709" sldId="258"/>
            <ac:picMk id="125" creationId="{7BDCD4F3-6E58-2690-EDEA-F64E3DE902FA}"/>
          </ac:picMkLst>
        </pc:picChg>
        <pc:picChg chg="add del mod ord">
          <ac:chgData name="Marina Pavlovic" userId="0d7f52ac4825222f" providerId="LiveId" clId="{86856DD6-54C3-4E61-8FFA-C5C59C744505}" dt="2024-02-17T13:19:26.445" v="15519"/>
          <ac:picMkLst>
            <pc:docMk/>
            <pc:sldMk cId="3884339709" sldId="258"/>
            <ac:picMk id="128" creationId="{58C728CA-E57F-51C1-4E5F-B5A9E2CB4E41}"/>
          </ac:picMkLst>
        </pc:picChg>
        <pc:picChg chg="add del mod">
          <ac:chgData name="Marina Pavlovic" userId="0d7f52ac4825222f" providerId="LiveId" clId="{86856DD6-54C3-4E61-8FFA-C5C59C744505}" dt="2024-02-17T13:47:53.072" v="15536"/>
          <ac:picMkLst>
            <pc:docMk/>
            <pc:sldMk cId="3884339709" sldId="258"/>
            <ac:picMk id="129" creationId="{C3E6EC09-71F9-F38C-EFBE-2B71C1FAF1A0}"/>
          </ac:picMkLst>
        </pc:picChg>
      </pc:sldChg>
      <pc:sldChg chg="addSp delSp modSp new mod ord modTransition setBg modClrScheme modAnim chgLayout modNotesTx">
        <pc:chgData name="Marina Pavlovic" userId="0d7f52ac4825222f" providerId="LiveId" clId="{86856DD6-54C3-4E61-8FFA-C5C59C744505}" dt="2024-02-17T13:46:04.859" v="15531"/>
        <pc:sldMkLst>
          <pc:docMk/>
          <pc:sldMk cId="1745092315" sldId="259"/>
        </pc:sldMkLst>
        <pc:spChg chg="mod ord">
          <ac:chgData name="Marina Pavlovic" userId="0d7f52ac4825222f" providerId="LiveId" clId="{86856DD6-54C3-4E61-8FFA-C5C59C744505}" dt="2024-02-09T12:22:03.007" v="4663" actId="26606"/>
          <ac:spMkLst>
            <pc:docMk/>
            <pc:sldMk cId="1745092315" sldId="259"/>
            <ac:spMk id="3" creationId="{FE88C06D-CCB4-00F8-3878-0A3E1898BF14}"/>
          </ac:spMkLst>
        </pc:spChg>
        <pc:spChg chg="add mod ord">
          <ac:chgData name="Marina Pavlovic" userId="0d7f52ac4825222f" providerId="LiveId" clId="{86856DD6-54C3-4E61-8FFA-C5C59C744505}" dt="2024-02-09T12:22:03.007" v="4663" actId="26606"/>
          <ac:spMkLst>
            <pc:docMk/>
            <pc:sldMk cId="1745092315" sldId="259"/>
            <ac:spMk id="5" creationId="{611E7E92-4493-7083-0EC4-6D2A3F15D9A1}"/>
          </ac:spMkLst>
        </pc:spChg>
        <pc:spChg chg="add mod ord">
          <ac:chgData name="Marina Pavlovic" userId="0d7f52ac4825222f" providerId="LiveId" clId="{86856DD6-54C3-4E61-8FFA-C5C59C744505}" dt="2024-02-11T09:53:24.314" v="9273" actId="20577"/>
          <ac:spMkLst>
            <pc:docMk/>
            <pc:sldMk cId="1745092315" sldId="259"/>
            <ac:spMk id="6" creationId="{45945DF3-C2D1-2D51-E54B-A3FDBE2606F2}"/>
          </ac:spMkLst>
        </pc:spChg>
        <pc:spChg chg="add del">
          <ac:chgData name="Marina Pavlovic" userId="0d7f52ac4825222f" providerId="LiveId" clId="{86856DD6-54C3-4E61-8FFA-C5C59C744505}" dt="2024-02-05T16:11:35.406" v="895" actId="22"/>
          <ac:spMkLst>
            <pc:docMk/>
            <pc:sldMk cId="1745092315" sldId="259"/>
            <ac:spMk id="6" creationId="{D9B3387F-19ED-5DF5-009B-42045FFA5626}"/>
          </ac:spMkLst>
        </pc:spChg>
        <pc:spChg chg="add del mod">
          <ac:chgData name="Marina Pavlovic" userId="0d7f52ac4825222f" providerId="LiveId" clId="{86856DD6-54C3-4E61-8FFA-C5C59C744505}" dt="2024-02-05T16:11:55.048" v="901" actId="22"/>
          <ac:spMkLst>
            <pc:docMk/>
            <pc:sldMk cId="1745092315" sldId="259"/>
            <ac:spMk id="10" creationId="{1F0B2C0A-AB87-A3D8-BC1F-FABD9D509A27}"/>
          </ac:spMkLst>
        </pc:spChg>
        <pc:spChg chg="add">
          <ac:chgData name="Marina Pavlovic" userId="0d7f52ac4825222f" providerId="LiveId" clId="{86856DD6-54C3-4E61-8FFA-C5C59C744505}" dt="2024-02-09T12:22:03.007" v="4663" actId="26606"/>
          <ac:spMkLst>
            <pc:docMk/>
            <pc:sldMk cId="1745092315" sldId="259"/>
            <ac:spMk id="11" creationId="{1C799903-48D5-4A31-A1A2-541072D9771E}"/>
          </ac:spMkLst>
        </pc:spChg>
        <pc:spChg chg="add">
          <ac:chgData name="Marina Pavlovic" userId="0d7f52ac4825222f" providerId="LiveId" clId="{86856DD6-54C3-4E61-8FFA-C5C59C744505}" dt="2024-02-09T12:22:03.007" v="4663" actId="26606"/>
          <ac:spMkLst>
            <pc:docMk/>
            <pc:sldMk cId="1745092315" sldId="259"/>
            <ac:spMk id="13" creationId="{8EFFF109-FC58-4FD3-BE05-9775A1310F55}"/>
          </ac:spMkLst>
        </pc:spChg>
        <pc:spChg chg="add">
          <ac:chgData name="Marina Pavlovic" userId="0d7f52ac4825222f" providerId="LiveId" clId="{86856DD6-54C3-4E61-8FFA-C5C59C744505}" dt="2024-02-09T12:22:03.007" v="4663" actId="26606"/>
          <ac:spMkLst>
            <pc:docMk/>
            <pc:sldMk cId="1745092315" sldId="259"/>
            <ac:spMk id="15" creationId="{E1B96AD6-92A9-4273-A62B-96A1C3E0BA95}"/>
          </ac:spMkLst>
        </pc:spChg>
        <pc:spChg chg="add">
          <ac:chgData name="Marina Pavlovic" userId="0d7f52ac4825222f" providerId="LiveId" clId="{86856DD6-54C3-4E61-8FFA-C5C59C744505}" dt="2024-02-09T12:22:03.007" v="4663" actId="26606"/>
          <ac:spMkLst>
            <pc:docMk/>
            <pc:sldMk cId="1745092315" sldId="259"/>
            <ac:spMk id="17" creationId="{463EEC44-1BA3-44ED-81FC-A644B04B2A44}"/>
          </ac:spMkLst>
        </pc:spChg>
        <pc:graphicFrameChg chg="add del">
          <ac:chgData name="Marina Pavlovic" userId="0d7f52ac4825222f" providerId="LiveId" clId="{86856DD6-54C3-4E61-8FFA-C5C59C744505}" dt="2024-01-27T11:38:47.781" v="352"/>
          <ac:graphicFrameMkLst>
            <pc:docMk/>
            <pc:sldMk cId="1745092315" sldId="259"/>
            <ac:graphicFrameMk id="2" creationId="{B1A8AF87-FCAA-BA3D-AE6F-0234C010BE56}"/>
          </ac:graphicFrameMkLst>
        </pc:graphicFrameChg>
        <pc:picChg chg="add del">
          <ac:chgData name="Marina Pavlovic" userId="0d7f52ac4825222f" providerId="LiveId" clId="{86856DD6-54C3-4E61-8FFA-C5C59C744505}" dt="2024-02-05T16:10:57.102" v="893" actId="22"/>
          <ac:picMkLst>
            <pc:docMk/>
            <pc:sldMk cId="1745092315" sldId="259"/>
            <ac:picMk id="4" creationId="{FA812689-49A9-8D16-73C0-19DA41D38175}"/>
          </ac:picMkLst>
        </pc:picChg>
        <pc:picChg chg="add del mod ord">
          <ac:chgData name="Marina Pavlovic" userId="0d7f52ac4825222f" providerId="LiveId" clId="{86856DD6-54C3-4E61-8FFA-C5C59C744505}" dt="2024-02-17T13:44:34.328" v="15522"/>
          <ac:picMkLst>
            <pc:docMk/>
            <pc:sldMk cId="1745092315" sldId="259"/>
            <ac:picMk id="8" creationId="{948387D7-72C3-4B11-2ACC-7F0F74B76AAA}"/>
          </ac:picMkLst>
        </pc:picChg>
        <pc:picChg chg="add del">
          <ac:chgData name="Marina Pavlovic" userId="0d7f52ac4825222f" providerId="LiveId" clId="{86856DD6-54C3-4E61-8FFA-C5C59C744505}" dt="2024-02-05T16:11:42.371" v="897" actId="22"/>
          <ac:picMkLst>
            <pc:docMk/>
            <pc:sldMk cId="1745092315" sldId="259"/>
            <ac:picMk id="8" creationId="{A8DA2F1B-253A-16E7-10D3-9D38D5B429C2}"/>
          </ac:picMkLst>
        </pc:picChg>
        <pc:picChg chg="add del mod">
          <ac:chgData name="Marina Pavlovic" userId="0d7f52ac4825222f" providerId="LiveId" clId="{86856DD6-54C3-4E61-8FFA-C5C59C744505}" dt="2024-02-17T13:44:37.844" v="15524"/>
          <ac:picMkLst>
            <pc:docMk/>
            <pc:sldMk cId="1745092315" sldId="259"/>
            <ac:picMk id="9" creationId="{DD8E4CA0-EA62-9968-83E5-446A9EBE0268}"/>
          </ac:picMkLst>
        </pc:picChg>
        <pc:picChg chg="add del mod ord">
          <ac:chgData name="Marina Pavlovic" userId="0d7f52ac4825222f" providerId="LiveId" clId="{86856DD6-54C3-4E61-8FFA-C5C59C744505}" dt="2024-02-17T13:45:06.897" v="15525"/>
          <ac:picMkLst>
            <pc:docMk/>
            <pc:sldMk cId="1745092315" sldId="259"/>
            <ac:picMk id="14" creationId="{BEE94A9B-0833-25F2-F85E-774EAADE9054}"/>
          </ac:picMkLst>
        </pc:picChg>
        <pc:picChg chg="add del mod">
          <ac:chgData name="Marina Pavlovic" userId="0d7f52ac4825222f" providerId="LiveId" clId="{86856DD6-54C3-4E61-8FFA-C5C59C744505}" dt="2024-02-17T13:45:10.664" v="15527"/>
          <ac:picMkLst>
            <pc:docMk/>
            <pc:sldMk cId="1745092315" sldId="259"/>
            <ac:picMk id="16" creationId="{05A212F6-91F1-3B08-D34C-D8D4B174BA83}"/>
          </ac:picMkLst>
        </pc:picChg>
        <pc:picChg chg="add del mod ord">
          <ac:chgData name="Marina Pavlovic" userId="0d7f52ac4825222f" providerId="LiveId" clId="{86856DD6-54C3-4E61-8FFA-C5C59C744505}" dt="2024-02-17T13:45:32.416" v="15528"/>
          <ac:picMkLst>
            <pc:docMk/>
            <pc:sldMk cId="1745092315" sldId="259"/>
            <ac:picMk id="20" creationId="{4998A2B3-7495-BED1-4252-B7C9BEF0C262}"/>
          </ac:picMkLst>
        </pc:picChg>
        <pc:picChg chg="add del mod">
          <ac:chgData name="Marina Pavlovic" userId="0d7f52ac4825222f" providerId="LiveId" clId="{86856DD6-54C3-4E61-8FFA-C5C59C744505}" dt="2024-02-17T13:45:34.454" v="15530"/>
          <ac:picMkLst>
            <pc:docMk/>
            <pc:sldMk cId="1745092315" sldId="259"/>
            <ac:picMk id="21" creationId="{0B14591E-7647-6563-789E-B43F6EBE6316}"/>
          </ac:picMkLst>
        </pc:picChg>
        <pc:picChg chg="add del mod ord">
          <ac:chgData name="Marina Pavlovic" userId="0d7f52ac4825222f" providerId="LiveId" clId="{86856DD6-54C3-4E61-8FFA-C5C59C744505}" dt="2024-02-17T13:46:04.859" v="15531"/>
          <ac:picMkLst>
            <pc:docMk/>
            <pc:sldMk cId="1745092315" sldId="259"/>
            <ac:picMk id="24" creationId="{03D15D29-2910-703D-A249-F685CD19CCE7}"/>
          </ac:picMkLst>
        </pc:picChg>
        <pc:picChg chg="add mod">
          <ac:chgData name="Marina Pavlovic" userId="0d7f52ac4825222f" providerId="LiveId" clId="{86856DD6-54C3-4E61-8FFA-C5C59C744505}" dt="2024-02-17T13:46:04.859" v="15531"/>
          <ac:picMkLst>
            <pc:docMk/>
            <pc:sldMk cId="1745092315" sldId="259"/>
            <ac:picMk id="25" creationId="{19D14774-4266-80EE-062B-462E77F70DE4}"/>
          </ac:picMkLst>
        </pc:picChg>
        <pc:picChg chg="add del mod">
          <ac:chgData name="Marina Pavlovic" userId="0d7f52ac4825222f" providerId="LiveId" clId="{86856DD6-54C3-4E61-8FFA-C5C59C744505}" dt="2024-02-17T11:52:21.261" v="14131"/>
          <ac:picMkLst>
            <pc:docMk/>
            <pc:sldMk cId="1745092315" sldId="259"/>
            <ac:picMk id="57" creationId="{C27B47C2-2679-784A-A3C4-E8CFFAEFDF0A}"/>
          </ac:picMkLst>
        </pc:picChg>
        <pc:picChg chg="add del mod ord">
          <ac:chgData name="Marina Pavlovic" userId="0d7f52ac4825222f" providerId="LiveId" clId="{86856DD6-54C3-4E61-8FFA-C5C59C744505}" dt="2024-02-17T11:52:55.666" v="14132"/>
          <ac:picMkLst>
            <pc:docMk/>
            <pc:sldMk cId="1745092315" sldId="259"/>
            <ac:picMk id="60" creationId="{272278AD-777F-6EFC-2BF4-240700118DC8}"/>
          </ac:picMkLst>
        </pc:picChg>
        <pc:picChg chg="add del mod">
          <ac:chgData name="Marina Pavlovic" userId="0d7f52ac4825222f" providerId="LiveId" clId="{86856DD6-54C3-4E61-8FFA-C5C59C744505}" dt="2024-02-17T11:53:03.636" v="14134"/>
          <ac:picMkLst>
            <pc:docMk/>
            <pc:sldMk cId="1745092315" sldId="259"/>
            <ac:picMk id="61" creationId="{B5B67A0E-31D1-02B8-E2D8-BAE6F5E9487A}"/>
          </ac:picMkLst>
        </pc:picChg>
        <pc:picChg chg="add del mod ord">
          <ac:chgData name="Marina Pavlovic" userId="0d7f52ac4825222f" providerId="LiveId" clId="{86856DD6-54C3-4E61-8FFA-C5C59C744505}" dt="2024-02-17T11:53:12.679" v="14135"/>
          <ac:picMkLst>
            <pc:docMk/>
            <pc:sldMk cId="1745092315" sldId="259"/>
            <ac:picMk id="64" creationId="{AC9C3D0E-D8C9-7774-ABAF-30033C910459}"/>
          </ac:picMkLst>
        </pc:picChg>
        <pc:picChg chg="add del mod">
          <ac:chgData name="Marina Pavlovic" userId="0d7f52ac4825222f" providerId="LiveId" clId="{86856DD6-54C3-4E61-8FFA-C5C59C744505}" dt="2024-02-17T11:53:19.142" v="14137"/>
          <ac:picMkLst>
            <pc:docMk/>
            <pc:sldMk cId="1745092315" sldId="259"/>
            <ac:picMk id="65" creationId="{BC5E4B79-B463-CBB5-D394-9A97F1EE77A6}"/>
          </ac:picMkLst>
        </pc:picChg>
        <pc:picChg chg="add del mod ord">
          <ac:chgData name="Marina Pavlovic" userId="0d7f52ac4825222f" providerId="LiveId" clId="{86856DD6-54C3-4E61-8FFA-C5C59C744505}" dt="2024-02-17T11:53:27.449" v="14138"/>
          <ac:picMkLst>
            <pc:docMk/>
            <pc:sldMk cId="1745092315" sldId="259"/>
            <ac:picMk id="68" creationId="{388DD635-165D-2525-6216-23BC355864EF}"/>
          </ac:picMkLst>
        </pc:picChg>
        <pc:picChg chg="add del mod">
          <ac:chgData name="Marina Pavlovic" userId="0d7f52ac4825222f" providerId="LiveId" clId="{86856DD6-54C3-4E61-8FFA-C5C59C744505}" dt="2024-02-17T11:53:30.284" v="14140"/>
          <ac:picMkLst>
            <pc:docMk/>
            <pc:sldMk cId="1745092315" sldId="259"/>
            <ac:picMk id="69" creationId="{ABD9FFED-4D7C-5636-C0F4-523ABAC9FABD}"/>
          </ac:picMkLst>
        </pc:picChg>
        <pc:picChg chg="add del mod ord">
          <ac:chgData name="Marina Pavlovic" userId="0d7f52ac4825222f" providerId="LiveId" clId="{86856DD6-54C3-4E61-8FFA-C5C59C744505}" dt="2024-02-17T11:53:55.522" v="14141"/>
          <ac:picMkLst>
            <pc:docMk/>
            <pc:sldMk cId="1745092315" sldId="259"/>
            <ac:picMk id="72" creationId="{577DFFDF-EC65-FEE8-953F-300B2B1FA198}"/>
          </ac:picMkLst>
        </pc:picChg>
        <pc:picChg chg="add del mod">
          <ac:chgData name="Marina Pavlovic" userId="0d7f52ac4825222f" providerId="LiveId" clId="{86856DD6-54C3-4E61-8FFA-C5C59C744505}" dt="2024-02-17T12:12:39.517" v="15185"/>
          <ac:picMkLst>
            <pc:docMk/>
            <pc:sldMk cId="1745092315" sldId="259"/>
            <ac:picMk id="73" creationId="{0B970677-8D0D-82EC-EC1F-BC515DA89FA5}"/>
          </ac:picMkLst>
        </pc:picChg>
        <pc:picChg chg="add del mod ord">
          <ac:chgData name="Marina Pavlovic" userId="0d7f52ac4825222f" providerId="LiveId" clId="{86856DD6-54C3-4E61-8FFA-C5C59C744505}" dt="2024-02-17T12:12:45.327" v="15186"/>
          <ac:picMkLst>
            <pc:docMk/>
            <pc:sldMk cId="1745092315" sldId="259"/>
            <ac:picMk id="96" creationId="{003C9A7B-446F-088D-4A62-B94A29F709F3}"/>
          </ac:picMkLst>
        </pc:picChg>
        <pc:picChg chg="add del mod">
          <ac:chgData name="Marina Pavlovic" userId="0d7f52ac4825222f" providerId="LiveId" clId="{86856DD6-54C3-4E61-8FFA-C5C59C744505}" dt="2024-02-17T12:13:04.092" v="15187"/>
          <ac:picMkLst>
            <pc:docMk/>
            <pc:sldMk cId="1745092315" sldId="259"/>
            <ac:picMk id="97" creationId="{23BA4D58-DAD7-21F8-49FC-96EBFACB4A1F}"/>
          </ac:picMkLst>
        </pc:picChg>
        <pc:picChg chg="add del mod">
          <ac:chgData name="Marina Pavlovic" userId="0d7f52ac4825222f" providerId="LiveId" clId="{86856DD6-54C3-4E61-8FFA-C5C59C744505}" dt="2024-02-17T12:34:30.682" v="15302"/>
          <ac:picMkLst>
            <pc:docMk/>
            <pc:sldMk cId="1745092315" sldId="259"/>
            <ac:picMk id="139" creationId="{EBCA859E-6B31-5F19-A6BA-F7F0408EDA6F}"/>
          </ac:picMkLst>
        </pc:picChg>
        <pc:picChg chg="add del mod ord">
          <ac:chgData name="Marina Pavlovic" userId="0d7f52ac4825222f" providerId="LiveId" clId="{86856DD6-54C3-4E61-8FFA-C5C59C744505}" dt="2024-02-17T12:35:01.897" v="15303"/>
          <ac:picMkLst>
            <pc:docMk/>
            <pc:sldMk cId="1745092315" sldId="259"/>
            <ac:picMk id="142" creationId="{FDA3E937-1920-8985-E3DE-C6CD0C1ABC3F}"/>
          </ac:picMkLst>
        </pc:picChg>
        <pc:picChg chg="add del mod">
          <ac:chgData name="Marina Pavlovic" userId="0d7f52ac4825222f" providerId="LiveId" clId="{86856DD6-54C3-4E61-8FFA-C5C59C744505}" dt="2024-02-17T12:35:04.734" v="15305"/>
          <ac:picMkLst>
            <pc:docMk/>
            <pc:sldMk cId="1745092315" sldId="259"/>
            <ac:picMk id="143" creationId="{0862F4E6-8E9D-0BF6-CF12-F82A20064495}"/>
          </ac:picMkLst>
        </pc:picChg>
        <pc:picChg chg="add del mod ord">
          <ac:chgData name="Marina Pavlovic" userId="0d7f52ac4825222f" providerId="LiveId" clId="{86856DD6-54C3-4E61-8FFA-C5C59C744505}" dt="2024-02-17T12:35:12.774" v="15306"/>
          <ac:picMkLst>
            <pc:docMk/>
            <pc:sldMk cId="1745092315" sldId="259"/>
            <ac:picMk id="146" creationId="{14BFF207-9B7D-3D50-A06A-E3F24E54D3BB}"/>
          </ac:picMkLst>
        </pc:picChg>
        <pc:picChg chg="add del mod">
          <ac:chgData name="Marina Pavlovic" userId="0d7f52ac4825222f" providerId="LiveId" clId="{86856DD6-54C3-4E61-8FFA-C5C59C744505}" dt="2024-02-17T12:35:14.828" v="15308"/>
          <ac:picMkLst>
            <pc:docMk/>
            <pc:sldMk cId="1745092315" sldId="259"/>
            <ac:picMk id="147" creationId="{158D7050-4BB3-AF96-EF41-00B2054D949F}"/>
          </ac:picMkLst>
        </pc:picChg>
        <pc:picChg chg="add del mod ord">
          <ac:chgData name="Marina Pavlovic" userId="0d7f52ac4825222f" providerId="LiveId" clId="{86856DD6-54C3-4E61-8FFA-C5C59C744505}" dt="2024-02-17T12:35:24.795" v="15309"/>
          <ac:picMkLst>
            <pc:docMk/>
            <pc:sldMk cId="1745092315" sldId="259"/>
            <ac:picMk id="150" creationId="{0F484E45-EB7F-E92C-2D57-E8D185AEE8BB}"/>
          </ac:picMkLst>
        </pc:picChg>
        <pc:picChg chg="add del mod">
          <ac:chgData name="Marina Pavlovic" userId="0d7f52ac4825222f" providerId="LiveId" clId="{86856DD6-54C3-4E61-8FFA-C5C59C744505}" dt="2024-02-17T12:35:26.942" v="15311"/>
          <ac:picMkLst>
            <pc:docMk/>
            <pc:sldMk cId="1745092315" sldId="259"/>
            <ac:picMk id="151" creationId="{7B98388E-04C6-3C7E-42F3-C469BF993C6A}"/>
          </ac:picMkLst>
        </pc:picChg>
        <pc:picChg chg="add del mod ord">
          <ac:chgData name="Marina Pavlovic" userId="0d7f52ac4825222f" providerId="LiveId" clId="{86856DD6-54C3-4E61-8FFA-C5C59C744505}" dt="2024-02-17T12:36:01.232" v="15312"/>
          <ac:picMkLst>
            <pc:docMk/>
            <pc:sldMk cId="1745092315" sldId="259"/>
            <ac:picMk id="154" creationId="{949BBE81-0DBB-AD95-E84E-660C7E7837C4}"/>
          </ac:picMkLst>
        </pc:picChg>
        <pc:picChg chg="add del mod">
          <ac:chgData name="Marina Pavlovic" userId="0d7f52ac4825222f" providerId="LiveId" clId="{86856DD6-54C3-4E61-8FFA-C5C59C744505}" dt="2024-02-17T12:36:05.526" v="15314"/>
          <ac:picMkLst>
            <pc:docMk/>
            <pc:sldMk cId="1745092315" sldId="259"/>
            <ac:picMk id="155" creationId="{850775C9-21C0-BB55-8AC4-D6A67F9F5BCB}"/>
          </ac:picMkLst>
        </pc:picChg>
        <pc:picChg chg="add del mod ord">
          <ac:chgData name="Marina Pavlovic" userId="0d7f52ac4825222f" providerId="LiveId" clId="{86856DD6-54C3-4E61-8FFA-C5C59C744505}" dt="2024-02-17T12:36:35.249" v="15315"/>
          <ac:picMkLst>
            <pc:docMk/>
            <pc:sldMk cId="1745092315" sldId="259"/>
            <ac:picMk id="158" creationId="{02859464-4CA2-92E1-1BE7-09D9C66CA410}"/>
          </ac:picMkLst>
        </pc:picChg>
        <pc:picChg chg="add del mod">
          <ac:chgData name="Marina Pavlovic" userId="0d7f52ac4825222f" providerId="LiveId" clId="{86856DD6-54C3-4E61-8FFA-C5C59C744505}" dt="2024-02-17T12:36:50.102" v="15317"/>
          <ac:picMkLst>
            <pc:docMk/>
            <pc:sldMk cId="1745092315" sldId="259"/>
            <ac:picMk id="159" creationId="{58521607-F144-9D63-FC31-C2413240406F}"/>
          </ac:picMkLst>
        </pc:picChg>
        <pc:picChg chg="add del mod ord">
          <ac:chgData name="Marina Pavlovic" userId="0d7f52ac4825222f" providerId="LiveId" clId="{86856DD6-54C3-4E61-8FFA-C5C59C744505}" dt="2024-02-17T12:37:00.216" v="15318"/>
          <ac:picMkLst>
            <pc:docMk/>
            <pc:sldMk cId="1745092315" sldId="259"/>
            <ac:picMk id="162" creationId="{366D4193-2711-BA1F-8C11-BAA9D38D40F3}"/>
          </ac:picMkLst>
        </pc:picChg>
        <pc:picChg chg="add del mod">
          <ac:chgData name="Marina Pavlovic" userId="0d7f52ac4825222f" providerId="LiveId" clId="{86856DD6-54C3-4E61-8FFA-C5C59C744505}" dt="2024-02-17T12:37:02.445" v="15320"/>
          <ac:picMkLst>
            <pc:docMk/>
            <pc:sldMk cId="1745092315" sldId="259"/>
            <ac:picMk id="163" creationId="{D38D41F8-0BAC-B23E-EA3E-B5D6B3C39916}"/>
          </ac:picMkLst>
        </pc:picChg>
        <pc:picChg chg="add del mod ord">
          <ac:chgData name="Marina Pavlovic" userId="0d7f52ac4825222f" providerId="LiveId" clId="{86856DD6-54C3-4E61-8FFA-C5C59C744505}" dt="2024-02-17T12:37:30.591" v="15321"/>
          <ac:picMkLst>
            <pc:docMk/>
            <pc:sldMk cId="1745092315" sldId="259"/>
            <ac:picMk id="166" creationId="{18D344AC-950A-B144-A8AA-F2DE3903BF30}"/>
          </ac:picMkLst>
        </pc:picChg>
        <pc:picChg chg="add del mod">
          <ac:chgData name="Marina Pavlovic" userId="0d7f52ac4825222f" providerId="LiveId" clId="{86856DD6-54C3-4E61-8FFA-C5C59C744505}" dt="2024-02-17T13:44:23.339" v="15521"/>
          <ac:picMkLst>
            <pc:docMk/>
            <pc:sldMk cId="1745092315" sldId="259"/>
            <ac:picMk id="167" creationId="{250B2A7E-AB5D-780D-5529-1E4D76DB3808}"/>
          </ac:picMkLst>
        </pc:picChg>
      </pc:sldChg>
      <pc:sldChg chg="addSp delSp modSp new mod ord modTransition setBg modClrScheme modAnim chgLayout modNotesTx">
        <pc:chgData name="Marina Pavlovic" userId="0d7f52ac4825222f" providerId="LiveId" clId="{86856DD6-54C3-4E61-8FFA-C5C59C744505}" dt="2024-02-17T13:51:48.233" v="15549"/>
        <pc:sldMkLst>
          <pc:docMk/>
          <pc:sldMk cId="3265850075" sldId="260"/>
        </pc:sldMkLst>
        <pc:spChg chg="mod ord">
          <ac:chgData name="Marina Pavlovic" userId="0d7f52ac4825222f" providerId="LiveId" clId="{86856DD6-54C3-4E61-8FFA-C5C59C744505}" dt="2024-02-09T09:18:44.737" v="3782" actId="26606"/>
          <ac:spMkLst>
            <pc:docMk/>
            <pc:sldMk cId="3265850075" sldId="260"/>
            <ac:spMk id="2" creationId="{E8BEAC58-9FDC-69D8-0EC7-5A67FE4B606E}"/>
          </ac:spMkLst>
        </pc:spChg>
        <pc:spChg chg="add mod ord">
          <ac:chgData name="Marina Pavlovic" userId="0d7f52ac4825222f" providerId="LiveId" clId="{86856DD6-54C3-4E61-8FFA-C5C59C744505}" dt="2024-02-11T08:26:08.346" v="4834" actId="255"/>
          <ac:spMkLst>
            <pc:docMk/>
            <pc:sldMk cId="3265850075" sldId="260"/>
            <ac:spMk id="3" creationId="{F43DF893-8856-96C5-7C7E-25825DD2393C}"/>
          </ac:spMkLst>
        </pc:spChg>
        <pc:spChg chg="add mod ord">
          <ac:chgData name="Marina Pavlovic" userId="0d7f52ac4825222f" providerId="LiveId" clId="{86856DD6-54C3-4E61-8FFA-C5C59C744505}" dt="2024-02-11T09:40:43.119" v="8746" actId="20577"/>
          <ac:spMkLst>
            <pc:docMk/>
            <pc:sldMk cId="3265850075" sldId="260"/>
            <ac:spMk id="4" creationId="{715748B0-FDDD-5833-0F95-835A1A295731}"/>
          </ac:spMkLst>
        </pc:spChg>
        <pc:spChg chg="add del mod ord">
          <ac:chgData name="Marina Pavlovic" userId="0d7f52ac4825222f" providerId="LiveId" clId="{86856DD6-54C3-4E61-8FFA-C5C59C744505}" dt="2024-02-09T09:19:26.484" v="3784" actId="21"/>
          <ac:spMkLst>
            <pc:docMk/>
            <pc:sldMk cId="3265850075" sldId="260"/>
            <ac:spMk id="5" creationId="{A8A2C425-53C3-39AE-E6FA-9CFD37AF7FE4}"/>
          </ac:spMkLst>
        </pc:spChg>
        <pc:spChg chg="add">
          <ac:chgData name="Marina Pavlovic" userId="0d7f52ac4825222f" providerId="LiveId" clId="{86856DD6-54C3-4E61-8FFA-C5C59C744505}" dt="2024-02-09T09:18:44.737" v="3782" actId="26606"/>
          <ac:spMkLst>
            <pc:docMk/>
            <pc:sldMk cId="3265850075" sldId="260"/>
            <ac:spMk id="11" creationId="{2D6FBB9D-1CAA-4D05-AB33-BABDFE17B843}"/>
          </ac:spMkLst>
        </pc:spChg>
        <pc:spChg chg="add">
          <ac:chgData name="Marina Pavlovic" userId="0d7f52ac4825222f" providerId="LiveId" clId="{86856DD6-54C3-4E61-8FFA-C5C59C744505}" dt="2024-02-09T09:18:44.737" v="3782" actId="26606"/>
          <ac:spMkLst>
            <pc:docMk/>
            <pc:sldMk cId="3265850075" sldId="260"/>
            <ac:spMk id="13" creationId="{04727B71-B4B6-4823-80A1-68C40B475118}"/>
          </ac:spMkLst>
        </pc:spChg>
        <pc:spChg chg="add">
          <ac:chgData name="Marina Pavlovic" userId="0d7f52ac4825222f" providerId="LiveId" clId="{86856DD6-54C3-4E61-8FFA-C5C59C744505}" dt="2024-02-09T09:18:44.737" v="3782" actId="26606"/>
          <ac:spMkLst>
            <pc:docMk/>
            <pc:sldMk cId="3265850075" sldId="260"/>
            <ac:spMk id="15" creationId="{79A6DB05-9FB5-4B07-8675-74C23D4FD89D}"/>
          </ac:spMkLst>
        </pc:spChg>
        <pc:spChg chg="add">
          <ac:chgData name="Marina Pavlovic" userId="0d7f52ac4825222f" providerId="LiveId" clId="{86856DD6-54C3-4E61-8FFA-C5C59C744505}" dt="2024-02-09T09:18:44.737" v="3782" actId="26606"/>
          <ac:spMkLst>
            <pc:docMk/>
            <pc:sldMk cId="3265850075" sldId="260"/>
            <ac:spMk id="17" creationId="{BC68A55F-7B32-44D8-AEE5-1AF40532656C}"/>
          </ac:spMkLst>
        </pc:spChg>
        <pc:spChg chg="add">
          <ac:chgData name="Marina Pavlovic" userId="0d7f52ac4825222f" providerId="LiveId" clId="{86856DD6-54C3-4E61-8FFA-C5C59C744505}" dt="2024-02-09T09:18:44.737" v="3782" actId="26606"/>
          <ac:spMkLst>
            <pc:docMk/>
            <pc:sldMk cId="3265850075" sldId="260"/>
            <ac:spMk id="19" creationId="{CD1AAA2C-FBBE-42AA-B869-31D524B7653F}"/>
          </ac:spMkLst>
        </pc:spChg>
        <pc:spChg chg="add">
          <ac:chgData name="Marina Pavlovic" userId="0d7f52ac4825222f" providerId="LiveId" clId="{86856DD6-54C3-4E61-8FFA-C5C59C744505}" dt="2024-02-09T09:18:44.737" v="3782" actId="26606"/>
          <ac:spMkLst>
            <pc:docMk/>
            <pc:sldMk cId="3265850075" sldId="260"/>
            <ac:spMk id="21" creationId="{5F937BBF-9326-4230-AB1B-F1795E350559}"/>
          </ac:spMkLst>
        </pc:spChg>
        <pc:picChg chg="add del mod ord">
          <ac:chgData name="Marina Pavlovic" userId="0d7f52ac4825222f" providerId="LiveId" clId="{86856DD6-54C3-4E61-8FFA-C5C59C744505}" dt="2024-02-17T13:51:48.233" v="15549"/>
          <ac:picMkLst>
            <pc:docMk/>
            <pc:sldMk cId="3265850075" sldId="260"/>
            <ac:picMk id="7" creationId="{78DB881A-634C-6504-F274-FB9DE8224B57}"/>
          </ac:picMkLst>
        </pc:picChg>
        <pc:picChg chg="add mod">
          <ac:chgData name="Marina Pavlovic" userId="0d7f52ac4825222f" providerId="LiveId" clId="{86856DD6-54C3-4E61-8FFA-C5C59C744505}" dt="2024-02-17T13:51:48.233" v="15549"/>
          <ac:picMkLst>
            <pc:docMk/>
            <pc:sldMk cId="3265850075" sldId="260"/>
            <ac:picMk id="8" creationId="{3C38E3BF-EE1E-99D8-F14F-12E740AFF53A}"/>
          </ac:picMkLst>
        </pc:picChg>
        <pc:picChg chg="add del mod">
          <ac:chgData name="Marina Pavlovic" userId="0d7f52ac4825222f" providerId="LiveId" clId="{86856DD6-54C3-4E61-8FFA-C5C59C744505}" dt="2024-02-17T13:03:40.008" v="15473"/>
          <ac:picMkLst>
            <pc:docMk/>
            <pc:sldMk cId="3265850075" sldId="260"/>
            <ac:picMk id="8" creationId="{D585F5EF-906D-4806-E16D-3A0117C70BFF}"/>
          </ac:picMkLst>
        </pc:picChg>
        <pc:picChg chg="add del mod ord">
          <ac:chgData name="Marina Pavlovic" userId="0d7f52ac4825222f" providerId="LiveId" clId="{86856DD6-54C3-4E61-8FFA-C5C59C744505}" dt="2024-02-17T13:03:50.470" v="15474"/>
          <ac:picMkLst>
            <pc:docMk/>
            <pc:sldMk cId="3265850075" sldId="260"/>
            <ac:picMk id="12" creationId="{B2F3D190-956C-FE4C-2B97-F42472497856}"/>
          </ac:picMkLst>
        </pc:picChg>
        <pc:picChg chg="add del mod">
          <ac:chgData name="Marina Pavlovic" userId="0d7f52ac4825222f" providerId="LiveId" clId="{86856DD6-54C3-4E61-8FFA-C5C59C744505}" dt="2024-02-17T13:03:52.486" v="15476"/>
          <ac:picMkLst>
            <pc:docMk/>
            <pc:sldMk cId="3265850075" sldId="260"/>
            <ac:picMk id="14" creationId="{4FB4BBF6-FDA1-CDCD-420C-8801A22BA0FD}"/>
          </ac:picMkLst>
        </pc:picChg>
        <pc:picChg chg="add del mod ord">
          <ac:chgData name="Marina Pavlovic" userId="0d7f52ac4825222f" providerId="LiveId" clId="{86856DD6-54C3-4E61-8FFA-C5C59C744505}" dt="2024-02-17T13:04:11.982" v="15477"/>
          <ac:picMkLst>
            <pc:docMk/>
            <pc:sldMk cId="3265850075" sldId="260"/>
            <ac:picMk id="20" creationId="{3FFCD7DE-CA61-427B-C991-2D8B92969017}"/>
          </ac:picMkLst>
        </pc:picChg>
        <pc:picChg chg="add del mod">
          <ac:chgData name="Marina Pavlovic" userId="0d7f52ac4825222f" providerId="LiveId" clId="{86856DD6-54C3-4E61-8FFA-C5C59C744505}" dt="2024-02-17T13:51:13.318" v="15548"/>
          <ac:picMkLst>
            <pc:docMk/>
            <pc:sldMk cId="3265850075" sldId="260"/>
            <ac:picMk id="22" creationId="{FB3D447E-D29F-CE37-5641-C002EB5D0C86}"/>
          </ac:picMkLst>
        </pc:picChg>
      </pc:sldChg>
      <pc:sldChg chg="addSp delSp modSp new mod modTransition setBg modClrScheme modAnim delDesignElem chgLayout modNotesTx">
        <pc:chgData name="Marina Pavlovic" userId="0d7f52ac4825222f" providerId="LiveId" clId="{86856DD6-54C3-4E61-8FFA-C5C59C744505}" dt="2024-02-17T14:57:28.480" v="15847"/>
        <pc:sldMkLst>
          <pc:docMk/>
          <pc:sldMk cId="935093452" sldId="261"/>
        </pc:sldMkLst>
        <pc:spChg chg="mod ord">
          <ac:chgData name="Marina Pavlovic" userId="0d7f52ac4825222f" providerId="LiveId" clId="{86856DD6-54C3-4E61-8FFA-C5C59C744505}" dt="2024-02-09T09:34:12.084" v="3852" actId="700"/>
          <ac:spMkLst>
            <pc:docMk/>
            <pc:sldMk cId="935093452" sldId="261"/>
            <ac:spMk id="2" creationId="{CACC1E9F-7E6F-1F2D-C795-9569DDD3E626}"/>
          </ac:spMkLst>
        </pc:spChg>
        <pc:spChg chg="add del mod ord">
          <ac:chgData name="Marina Pavlovic" userId="0d7f52ac4825222f" providerId="LiveId" clId="{86856DD6-54C3-4E61-8FFA-C5C59C744505}" dt="2024-02-09T09:20:39.868" v="3788" actId="700"/>
          <ac:spMkLst>
            <pc:docMk/>
            <pc:sldMk cId="935093452" sldId="261"/>
            <ac:spMk id="3" creationId="{EB25DF47-F8ED-4C9F-D107-1F7BC1B95DAF}"/>
          </ac:spMkLst>
        </pc:spChg>
        <pc:spChg chg="add del mod ord">
          <ac:chgData name="Marina Pavlovic" userId="0d7f52ac4825222f" providerId="LiveId" clId="{86856DD6-54C3-4E61-8FFA-C5C59C744505}" dt="2024-02-09T09:34:55.923" v="3858" actId="26606"/>
          <ac:spMkLst>
            <pc:docMk/>
            <pc:sldMk cId="935093452" sldId="261"/>
            <ac:spMk id="4" creationId="{348437D5-2F16-4070-C9F5-A82D531E88AE}"/>
          </ac:spMkLst>
        </pc:spChg>
        <pc:spChg chg="add del mod ord">
          <ac:chgData name="Marina Pavlovic" userId="0d7f52ac4825222f" providerId="LiveId" clId="{86856DD6-54C3-4E61-8FFA-C5C59C744505}" dt="2024-02-09T09:35:02.539" v="3859" actId="21"/>
          <ac:spMkLst>
            <pc:docMk/>
            <pc:sldMk cId="935093452" sldId="261"/>
            <ac:spMk id="6" creationId="{5CDB2104-3E28-9E8A-0DF5-3CB97008E751}"/>
          </ac:spMkLst>
        </pc:spChg>
        <pc:spChg chg="add mod ord">
          <ac:chgData name="Marina Pavlovic" userId="0d7f52ac4825222f" providerId="LiveId" clId="{86856DD6-54C3-4E61-8FFA-C5C59C744505}" dt="2024-02-11T08:27:27.659" v="4840" actId="27636"/>
          <ac:spMkLst>
            <pc:docMk/>
            <pc:sldMk cId="935093452" sldId="261"/>
            <ac:spMk id="7" creationId="{9962BA1B-32A2-B550-F2B8-EEE5AD185864}"/>
          </ac:spMkLst>
        </pc:spChg>
        <pc:spChg chg="add del">
          <ac:chgData name="Marina Pavlovic" userId="0d7f52ac4825222f" providerId="LiveId" clId="{86856DD6-54C3-4E61-8FFA-C5C59C744505}" dt="2024-02-09T09:22:31.960" v="3795" actId="26606"/>
          <ac:spMkLst>
            <pc:docMk/>
            <pc:sldMk cId="935093452" sldId="261"/>
            <ac:spMk id="9" creationId="{2D6FBB9D-1CAA-4D05-AB33-BABDFE17B843}"/>
          </ac:spMkLst>
        </pc:spChg>
        <pc:spChg chg="add del">
          <ac:chgData name="Marina Pavlovic" userId="0d7f52ac4825222f" providerId="LiveId" clId="{86856DD6-54C3-4E61-8FFA-C5C59C744505}" dt="2024-02-09T09:22:31.960" v="3795" actId="26606"/>
          <ac:spMkLst>
            <pc:docMk/>
            <pc:sldMk cId="935093452" sldId="261"/>
            <ac:spMk id="11" creationId="{04727B71-B4B6-4823-80A1-68C40B475118}"/>
          </ac:spMkLst>
        </pc:spChg>
        <pc:spChg chg="add del">
          <ac:chgData name="Marina Pavlovic" userId="0d7f52ac4825222f" providerId="LiveId" clId="{86856DD6-54C3-4E61-8FFA-C5C59C744505}" dt="2024-02-09T09:22:31.960" v="3795" actId="26606"/>
          <ac:spMkLst>
            <pc:docMk/>
            <pc:sldMk cId="935093452" sldId="261"/>
            <ac:spMk id="13" creationId="{79A6DB05-9FB5-4B07-8675-74C23D4FD89D}"/>
          </ac:spMkLst>
        </pc:spChg>
        <pc:spChg chg="add del">
          <ac:chgData name="Marina Pavlovic" userId="0d7f52ac4825222f" providerId="LiveId" clId="{86856DD6-54C3-4E61-8FFA-C5C59C744505}" dt="2024-02-09T09:22:31.960" v="3795" actId="26606"/>
          <ac:spMkLst>
            <pc:docMk/>
            <pc:sldMk cId="935093452" sldId="261"/>
            <ac:spMk id="15" creationId="{CBB2B1F0-0DD6-4744-9A46-7A344FB48E40}"/>
          </ac:spMkLst>
        </pc:spChg>
        <pc:spChg chg="add del">
          <ac:chgData name="Marina Pavlovic" userId="0d7f52ac4825222f" providerId="LiveId" clId="{86856DD6-54C3-4E61-8FFA-C5C59C744505}" dt="2024-02-09T09:22:31.960" v="3795" actId="26606"/>
          <ac:spMkLst>
            <pc:docMk/>
            <pc:sldMk cId="935093452" sldId="261"/>
            <ac:spMk id="17" creationId="{7A0B5DEA-ADF6-4BA5-9307-147F0A4685A0}"/>
          </ac:spMkLst>
        </pc:spChg>
        <pc:spChg chg="add del">
          <ac:chgData name="Marina Pavlovic" userId="0d7f52ac4825222f" providerId="LiveId" clId="{86856DD6-54C3-4E61-8FFA-C5C59C744505}" dt="2024-02-09T09:22:31.960" v="3795" actId="26606"/>
          <ac:spMkLst>
            <pc:docMk/>
            <pc:sldMk cId="935093452" sldId="261"/>
            <ac:spMk id="19" creationId="{9DECDBF4-02B6-4BB4-B65B-B8107AD6A9E8}"/>
          </ac:spMkLst>
        </pc:spChg>
        <pc:spChg chg="add del">
          <ac:chgData name="Marina Pavlovic" userId="0d7f52ac4825222f" providerId="LiveId" clId="{86856DD6-54C3-4E61-8FFA-C5C59C744505}" dt="2024-02-09T09:34:12.084" v="3852" actId="700"/>
          <ac:spMkLst>
            <pc:docMk/>
            <pc:sldMk cId="935093452" sldId="261"/>
            <ac:spMk id="21" creationId="{463EEC44-1BA3-44ED-81FC-A644B04B2A44}"/>
          </ac:spMkLst>
        </pc:spChg>
        <pc:spChg chg="add del">
          <ac:chgData name="Marina Pavlovic" userId="0d7f52ac4825222f" providerId="LiveId" clId="{86856DD6-54C3-4E61-8FFA-C5C59C744505}" dt="2024-02-09T09:34:12.084" v="3852" actId="700"/>
          <ac:spMkLst>
            <pc:docMk/>
            <pc:sldMk cId="935093452" sldId="261"/>
            <ac:spMk id="22" creationId="{2D6FBB9D-1CAA-4D05-AB33-BABDFE17B843}"/>
          </ac:spMkLst>
        </pc:spChg>
        <pc:spChg chg="add del">
          <ac:chgData name="Marina Pavlovic" userId="0d7f52ac4825222f" providerId="LiveId" clId="{86856DD6-54C3-4E61-8FFA-C5C59C744505}" dt="2024-02-09T09:34:12.084" v="3852" actId="700"/>
          <ac:spMkLst>
            <pc:docMk/>
            <pc:sldMk cId="935093452" sldId="261"/>
            <ac:spMk id="23" creationId="{04727B71-B4B6-4823-80A1-68C40B475118}"/>
          </ac:spMkLst>
        </pc:spChg>
        <pc:spChg chg="add del">
          <ac:chgData name="Marina Pavlovic" userId="0d7f52ac4825222f" providerId="LiveId" clId="{86856DD6-54C3-4E61-8FFA-C5C59C744505}" dt="2024-02-09T09:34:12.084" v="3852" actId="700"/>
          <ac:spMkLst>
            <pc:docMk/>
            <pc:sldMk cId="935093452" sldId="261"/>
            <ac:spMk id="24" creationId="{79A6DB05-9FB5-4B07-8675-74C23D4FD89D}"/>
          </ac:spMkLst>
        </pc:spChg>
        <pc:spChg chg="add del">
          <ac:chgData name="Marina Pavlovic" userId="0d7f52ac4825222f" providerId="LiveId" clId="{86856DD6-54C3-4E61-8FFA-C5C59C744505}" dt="2024-02-09T09:34:12.084" v="3852" actId="700"/>
          <ac:spMkLst>
            <pc:docMk/>
            <pc:sldMk cId="935093452" sldId="261"/>
            <ac:spMk id="25" creationId="{1C799903-48D5-4A31-A1A2-541072D9771E}"/>
          </ac:spMkLst>
        </pc:spChg>
        <pc:spChg chg="add del">
          <ac:chgData name="Marina Pavlovic" userId="0d7f52ac4825222f" providerId="LiveId" clId="{86856DD6-54C3-4E61-8FFA-C5C59C744505}" dt="2024-02-09T09:34:12.084" v="3852" actId="700"/>
          <ac:spMkLst>
            <pc:docMk/>
            <pc:sldMk cId="935093452" sldId="261"/>
            <ac:spMk id="26" creationId="{8EFFF109-FC58-4FD3-BE05-9775A1310F55}"/>
          </ac:spMkLst>
        </pc:spChg>
        <pc:spChg chg="add del">
          <ac:chgData name="Marina Pavlovic" userId="0d7f52ac4825222f" providerId="LiveId" clId="{86856DD6-54C3-4E61-8FFA-C5C59C744505}" dt="2024-02-09T09:34:12.084" v="3852" actId="700"/>
          <ac:spMkLst>
            <pc:docMk/>
            <pc:sldMk cId="935093452" sldId="261"/>
            <ac:spMk id="27" creationId="{E1B96AD6-92A9-4273-A62B-96A1C3E0BA95}"/>
          </ac:spMkLst>
        </pc:spChg>
        <pc:graphicFrameChg chg="add del modGraphic">
          <ac:chgData name="Marina Pavlovic" userId="0d7f52ac4825222f" providerId="LiveId" clId="{86856DD6-54C3-4E61-8FFA-C5C59C744505}" dt="2024-02-09T09:22:23.355" v="3793" actId="1032"/>
          <ac:graphicFrameMkLst>
            <pc:docMk/>
            <pc:sldMk cId="935093452" sldId="261"/>
            <ac:graphicFrameMk id="5" creationId="{0257BD6C-F82F-4F40-5623-F17C04D06114}"/>
          </ac:graphicFrameMkLst>
        </pc:graphicFrameChg>
        <pc:graphicFrameChg chg="add del">
          <ac:chgData name="Marina Pavlovic" userId="0d7f52ac4825222f" providerId="LiveId" clId="{86856DD6-54C3-4E61-8FFA-C5C59C744505}" dt="2024-02-09T09:34:55.923" v="3857" actId="26606"/>
          <ac:graphicFrameMkLst>
            <pc:docMk/>
            <pc:sldMk cId="935093452" sldId="261"/>
            <ac:graphicFrameMk id="10" creationId="{D504E645-52B3-F7A4-EAF3-F4B23E55A5C9}"/>
          </ac:graphicFrameMkLst>
        </pc:graphicFrameChg>
        <pc:graphicFrameChg chg="add mod modGraphic">
          <ac:chgData name="Marina Pavlovic" userId="0d7f52ac4825222f" providerId="LiveId" clId="{86856DD6-54C3-4E61-8FFA-C5C59C744505}" dt="2024-02-09T11:08:59.460" v="4271" actId="13926"/>
          <ac:graphicFrameMkLst>
            <pc:docMk/>
            <pc:sldMk cId="935093452" sldId="261"/>
            <ac:graphicFrameMk id="12" creationId="{4B79BBE5-90CF-2112-222C-BD5E5B492A77}"/>
          </ac:graphicFrameMkLst>
        </pc:graphicFrameChg>
        <pc:picChg chg="add del mod">
          <ac:chgData name="Marina Pavlovic" userId="0d7f52ac4825222f" providerId="LiveId" clId="{86856DD6-54C3-4E61-8FFA-C5C59C744505}" dt="2024-02-17T13:52:14.652" v="15552"/>
          <ac:picMkLst>
            <pc:docMk/>
            <pc:sldMk cId="935093452" sldId="261"/>
            <ac:picMk id="6" creationId="{665E9F5B-FE5D-3574-C4BC-1C1D4B99495C}"/>
          </ac:picMkLst>
        </pc:picChg>
        <pc:picChg chg="add del mod ord">
          <ac:chgData name="Marina Pavlovic" userId="0d7f52ac4825222f" providerId="LiveId" clId="{86856DD6-54C3-4E61-8FFA-C5C59C744505}" dt="2024-02-17T13:52:51.765" v="15553"/>
          <ac:picMkLst>
            <pc:docMk/>
            <pc:sldMk cId="935093452" sldId="261"/>
            <ac:picMk id="10" creationId="{4F9A59DC-51F1-972F-2484-841E273B34F5}"/>
          </ac:picMkLst>
        </pc:picChg>
        <pc:picChg chg="add del mod">
          <ac:chgData name="Marina Pavlovic" userId="0d7f52ac4825222f" providerId="LiveId" clId="{86856DD6-54C3-4E61-8FFA-C5C59C744505}" dt="2024-02-17T13:52:53.655" v="15555"/>
          <ac:picMkLst>
            <pc:docMk/>
            <pc:sldMk cId="935093452" sldId="261"/>
            <ac:picMk id="11" creationId="{AA4B778A-FCF2-9BFE-65CF-1EB883FADD1F}"/>
          </ac:picMkLst>
        </pc:picChg>
        <pc:picChg chg="add del mod ord">
          <ac:chgData name="Marina Pavlovic" userId="0d7f52ac4825222f" providerId="LiveId" clId="{86856DD6-54C3-4E61-8FFA-C5C59C744505}" dt="2024-02-17T13:53:00.584" v="15556"/>
          <ac:picMkLst>
            <pc:docMk/>
            <pc:sldMk cId="935093452" sldId="261"/>
            <ac:picMk id="15" creationId="{1D4CE5FA-93FE-7209-9693-6699AC099C24}"/>
          </ac:picMkLst>
        </pc:picChg>
        <pc:picChg chg="add del mod">
          <ac:chgData name="Marina Pavlovic" userId="0d7f52ac4825222f" providerId="LiveId" clId="{86856DD6-54C3-4E61-8FFA-C5C59C744505}" dt="2024-02-17T13:53:02.316" v="15558"/>
          <ac:picMkLst>
            <pc:docMk/>
            <pc:sldMk cId="935093452" sldId="261"/>
            <ac:picMk id="16" creationId="{07B478A1-E995-BC0C-8C70-95F5B14BB4BE}"/>
          </ac:picMkLst>
        </pc:picChg>
        <pc:picChg chg="add del mod ord">
          <ac:chgData name="Marina Pavlovic" userId="0d7f52ac4825222f" providerId="LiveId" clId="{86856DD6-54C3-4E61-8FFA-C5C59C744505}" dt="2024-02-17T13:53:31.627" v="15559"/>
          <ac:picMkLst>
            <pc:docMk/>
            <pc:sldMk cId="935093452" sldId="261"/>
            <ac:picMk id="19" creationId="{E8F48049-C798-0DF8-FDAD-9A0254A22FB5}"/>
          </ac:picMkLst>
        </pc:picChg>
        <pc:picChg chg="add del mod">
          <ac:chgData name="Marina Pavlovic" userId="0d7f52ac4825222f" providerId="LiveId" clId="{86856DD6-54C3-4E61-8FFA-C5C59C744505}" dt="2024-02-17T13:53:33.086" v="15561"/>
          <ac:picMkLst>
            <pc:docMk/>
            <pc:sldMk cId="935093452" sldId="261"/>
            <ac:picMk id="20" creationId="{45493B73-DE50-90EC-FBFC-F9F74F3E8B58}"/>
          </ac:picMkLst>
        </pc:picChg>
        <pc:picChg chg="add del mod ord">
          <ac:chgData name="Marina Pavlovic" userId="0d7f52ac4825222f" providerId="LiveId" clId="{86856DD6-54C3-4E61-8FFA-C5C59C744505}" dt="2024-02-17T13:53:40.171" v="15562"/>
          <ac:picMkLst>
            <pc:docMk/>
            <pc:sldMk cId="935093452" sldId="261"/>
            <ac:picMk id="23" creationId="{BA06365E-6A5B-D931-D666-A773F58D4287}"/>
          </ac:picMkLst>
        </pc:picChg>
        <pc:picChg chg="add del mod">
          <ac:chgData name="Marina Pavlovic" userId="0d7f52ac4825222f" providerId="LiveId" clId="{86856DD6-54C3-4E61-8FFA-C5C59C744505}" dt="2024-02-17T13:53:41.791" v="15564"/>
          <ac:picMkLst>
            <pc:docMk/>
            <pc:sldMk cId="935093452" sldId="261"/>
            <ac:picMk id="24" creationId="{6900480F-9233-4ED7-35C1-40F18E841827}"/>
          </ac:picMkLst>
        </pc:picChg>
        <pc:picChg chg="add del mod ord">
          <ac:chgData name="Marina Pavlovic" userId="0d7f52ac4825222f" providerId="LiveId" clId="{86856DD6-54C3-4E61-8FFA-C5C59C744505}" dt="2024-02-17T13:54:08.361" v="15565"/>
          <ac:picMkLst>
            <pc:docMk/>
            <pc:sldMk cId="935093452" sldId="261"/>
            <ac:picMk id="27" creationId="{9A82BA46-210F-C368-99E1-78F3490D290F}"/>
          </ac:picMkLst>
        </pc:picChg>
        <pc:picChg chg="add del mod">
          <ac:chgData name="Marina Pavlovic" userId="0d7f52ac4825222f" providerId="LiveId" clId="{86856DD6-54C3-4E61-8FFA-C5C59C744505}" dt="2024-02-17T13:54:10.158" v="15567"/>
          <ac:picMkLst>
            <pc:docMk/>
            <pc:sldMk cId="935093452" sldId="261"/>
            <ac:picMk id="28" creationId="{2BE39713-ED6D-4F01-FC90-55F755ECA910}"/>
          </ac:picMkLst>
        </pc:picChg>
        <pc:picChg chg="add del mod ord">
          <ac:chgData name="Marina Pavlovic" userId="0d7f52ac4825222f" providerId="LiveId" clId="{86856DD6-54C3-4E61-8FFA-C5C59C744505}" dt="2024-02-17T13:54:26.575" v="15568"/>
          <ac:picMkLst>
            <pc:docMk/>
            <pc:sldMk cId="935093452" sldId="261"/>
            <ac:picMk id="31" creationId="{59722DE9-E337-A536-2008-5A6C701B6FCA}"/>
          </ac:picMkLst>
        </pc:picChg>
        <pc:picChg chg="add del mod">
          <ac:chgData name="Marina Pavlovic" userId="0d7f52ac4825222f" providerId="LiveId" clId="{86856DD6-54C3-4E61-8FFA-C5C59C744505}" dt="2024-02-17T13:54:28.566" v="15570"/>
          <ac:picMkLst>
            <pc:docMk/>
            <pc:sldMk cId="935093452" sldId="261"/>
            <ac:picMk id="32" creationId="{317C9F5D-E573-37C6-5274-45208DAFBC24}"/>
          </ac:picMkLst>
        </pc:picChg>
        <pc:picChg chg="add del mod ord">
          <ac:chgData name="Marina Pavlovic" userId="0d7f52ac4825222f" providerId="LiveId" clId="{86856DD6-54C3-4E61-8FFA-C5C59C744505}" dt="2024-02-17T13:54:54.991" v="15571"/>
          <ac:picMkLst>
            <pc:docMk/>
            <pc:sldMk cId="935093452" sldId="261"/>
            <ac:picMk id="35" creationId="{AD98714B-2F3A-DC6E-01F6-9D4C3BBC2B9A}"/>
          </ac:picMkLst>
        </pc:picChg>
        <pc:picChg chg="add del mod">
          <ac:chgData name="Marina Pavlovic" userId="0d7f52ac4825222f" providerId="LiveId" clId="{86856DD6-54C3-4E61-8FFA-C5C59C744505}" dt="2024-02-17T13:54:56.697" v="15573"/>
          <ac:picMkLst>
            <pc:docMk/>
            <pc:sldMk cId="935093452" sldId="261"/>
            <ac:picMk id="36" creationId="{B287E4AE-979B-749E-684D-22E7D08E2B80}"/>
          </ac:picMkLst>
        </pc:picChg>
        <pc:picChg chg="add del mod ord">
          <ac:chgData name="Marina Pavlovic" userId="0d7f52ac4825222f" providerId="LiveId" clId="{86856DD6-54C3-4E61-8FFA-C5C59C744505}" dt="2024-02-17T13:55:41.816" v="15574"/>
          <ac:picMkLst>
            <pc:docMk/>
            <pc:sldMk cId="935093452" sldId="261"/>
            <ac:picMk id="39" creationId="{3E27A400-B111-83AE-9739-02DEB5D09818}"/>
          </ac:picMkLst>
        </pc:picChg>
        <pc:picChg chg="add del mod">
          <ac:chgData name="Marina Pavlovic" userId="0d7f52ac4825222f" providerId="LiveId" clId="{86856DD6-54C3-4E61-8FFA-C5C59C744505}" dt="2024-02-17T13:55:46.004" v="15576"/>
          <ac:picMkLst>
            <pc:docMk/>
            <pc:sldMk cId="935093452" sldId="261"/>
            <ac:picMk id="40" creationId="{741B1945-A096-F2D1-A66C-3591E596D87A}"/>
          </ac:picMkLst>
        </pc:picChg>
        <pc:picChg chg="add del mod ord">
          <ac:chgData name="Marina Pavlovic" userId="0d7f52ac4825222f" providerId="LiveId" clId="{86856DD6-54C3-4E61-8FFA-C5C59C744505}" dt="2024-02-17T13:56:04.820" v="15577"/>
          <ac:picMkLst>
            <pc:docMk/>
            <pc:sldMk cId="935093452" sldId="261"/>
            <ac:picMk id="43" creationId="{DD14EB6B-7C02-C01D-B0BE-E410E68208C1}"/>
          </ac:picMkLst>
        </pc:picChg>
        <pc:picChg chg="add del mod">
          <ac:chgData name="Marina Pavlovic" userId="0d7f52ac4825222f" providerId="LiveId" clId="{86856DD6-54C3-4E61-8FFA-C5C59C744505}" dt="2024-02-17T13:56:07.087" v="15579"/>
          <ac:picMkLst>
            <pc:docMk/>
            <pc:sldMk cId="935093452" sldId="261"/>
            <ac:picMk id="44" creationId="{F93B9F7A-74D5-44C8-D681-19F91E072148}"/>
          </ac:picMkLst>
        </pc:picChg>
        <pc:picChg chg="add del mod ord">
          <ac:chgData name="Marina Pavlovic" userId="0d7f52ac4825222f" providerId="LiveId" clId="{86856DD6-54C3-4E61-8FFA-C5C59C744505}" dt="2024-02-17T13:56:50.386" v="15580"/>
          <ac:picMkLst>
            <pc:docMk/>
            <pc:sldMk cId="935093452" sldId="261"/>
            <ac:picMk id="47" creationId="{76AD64F2-A0DC-05E4-975F-3923743AB0BE}"/>
          </ac:picMkLst>
        </pc:picChg>
        <pc:picChg chg="add del mod">
          <ac:chgData name="Marina Pavlovic" userId="0d7f52ac4825222f" providerId="LiveId" clId="{86856DD6-54C3-4E61-8FFA-C5C59C744505}" dt="2024-02-17T14:53:16.272" v="15819"/>
          <ac:picMkLst>
            <pc:docMk/>
            <pc:sldMk cId="935093452" sldId="261"/>
            <ac:picMk id="48" creationId="{2B7F0CD0-438F-FEE8-B7AB-CA51F93E1A38}"/>
          </ac:picMkLst>
        </pc:picChg>
        <pc:picChg chg="add del mod ord">
          <ac:chgData name="Marina Pavlovic" userId="0d7f52ac4825222f" providerId="LiveId" clId="{86856DD6-54C3-4E61-8FFA-C5C59C744505}" dt="2024-02-17T14:53:46.981" v="15820"/>
          <ac:picMkLst>
            <pc:docMk/>
            <pc:sldMk cId="935093452" sldId="261"/>
            <ac:picMk id="58" creationId="{14B77AFA-CA2F-5D92-A1F6-BE4D4124ECC3}"/>
          </ac:picMkLst>
        </pc:picChg>
        <pc:picChg chg="add del mod">
          <ac:chgData name="Marina Pavlovic" userId="0d7f52ac4825222f" providerId="LiveId" clId="{86856DD6-54C3-4E61-8FFA-C5C59C744505}" dt="2024-02-17T14:53:48.551" v="15822"/>
          <ac:picMkLst>
            <pc:docMk/>
            <pc:sldMk cId="935093452" sldId="261"/>
            <ac:picMk id="59" creationId="{9FE05320-3FC8-C92C-4543-30AA0EFB3AB4}"/>
          </ac:picMkLst>
        </pc:picChg>
        <pc:picChg chg="add del mod ord">
          <ac:chgData name="Marina Pavlovic" userId="0d7f52ac4825222f" providerId="LiveId" clId="{86856DD6-54C3-4E61-8FFA-C5C59C744505}" dt="2024-02-17T14:54:12.054" v="15823"/>
          <ac:picMkLst>
            <pc:docMk/>
            <pc:sldMk cId="935093452" sldId="261"/>
            <ac:picMk id="62" creationId="{8F2021CF-8C6C-849D-9DD5-5C98D8B4CCF8}"/>
          </ac:picMkLst>
        </pc:picChg>
        <pc:picChg chg="add del mod">
          <ac:chgData name="Marina Pavlovic" userId="0d7f52ac4825222f" providerId="LiveId" clId="{86856DD6-54C3-4E61-8FFA-C5C59C744505}" dt="2024-02-17T14:54:13.938" v="15825"/>
          <ac:picMkLst>
            <pc:docMk/>
            <pc:sldMk cId="935093452" sldId="261"/>
            <ac:picMk id="63" creationId="{172DD21E-AE0B-2C14-8232-ACD2A7E2E1CC}"/>
          </ac:picMkLst>
        </pc:picChg>
        <pc:picChg chg="add del mod ord">
          <ac:chgData name="Marina Pavlovic" userId="0d7f52ac4825222f" providerId="LiveId" clId="{86856DD6-54C3-4E61-8FFA-C5C59C744505}" dt="2024-02-17T14:54:48.295" v="15826"/>
          <ac:picMkLst>
            <pc:docMk/>
            <pc:sldMk cId="935093452" sldId="261"/>
            <ac:picMk id="66" creationId="{516901DE-CD7F-A028-8E05-58E1EA9CBA54}"/>
          </ac:picMkLst>
        </pc:picChg>
        <pc:picChg chg="add del mod">
          <ac:chgData name="Marina Pavlovic" userId="0d7f52ac4825222f" providerId="LiveId" clId="{86856DD6-54C3-4E61-8FFA-C5C59C744505}" dt="2024-02-17T14:54:52.578" v="15828"/>
          <ac:picMkLst>
            <pc:docMk/>
            <pc:sldMk cId="935093452" sldId="261"/>
            <ac:picMk id="67" creationId="{F07A5056-BB83-CAFB-13FB-E407E1F6371A}"/>
          </ac:picMkLst>
        </pc:picChg>
        <pc:picChg chg="add del mod ord">
          <ac:chgData name="Marina Pavlovic" userId="0d7f52ac4825222f" providerId="LiveId" clId="{86856DD6-54C3-4E61-8FFA-C5C59C744505}" dt="2024-02-17T14:55:05.842" v="15829"/>
          <ac:picMkLst>
            <pc:docMk/>
            <pc:sldMk cId="935093452" sldId="261"/>
            <ac:picMk id="70" creationId="{EBA6F749-2D32-2FC0-811E-D30ACDB9115E}"/>
          </ac:picMkLst>
        </pc:picChg>
        <pc:picChg chg="add del mod">
          <ac:chgData name="Marina Pavlovic" userId="0d7f52ac4825222f" providerId="LiveId" clId="{86856DD6-54C3-4E61-8FFA-C5C59C744505}" dt="2024-02-17T14:55:07.351" v="15831"/>
          <ac:picMkLst>
            <pc:docMk/>
            <pc:sldMk cId="935093452" sldId="261"/>
            <ac:picMk id="71" creationId="{6CB43138-B04D-3769-3170-D2DA4A460D98}"/>
          </ac:picMkLst>
        </pc:picChg>
        <pc:picChg chg="add del mod ord">
          <ac:chgData name="Marina Pavlovic" userId="0d7f52ac4825222f" providerId="LiveId" clId="{86856DD6-54C3-4E61-8FFA-C5C59C744505}" dt="2024-02-17T14:55:16.249" v="15832"/>
          <ac:picMkLst>
            <pc:docMk/>
            <pc:sldMk cId="935093452" sldId="261"/>
            <ac:picMk id="74" creationId="{E484C24E-83C8-ACC0-F5AF-0049D45A553A}"/>
          </ac:picMkLst>
        </pc:picChg>
        <pc:picChg chg="add del mod">
          <ac:chgData name="Marina Pavlovic" userId="0d7f52ac4825222f" providerId="LiveId" clId="{86856DD6-54C3-4E61-8FFA-C5C59C744505}" dt="2024-02-17T14:55:17.736" v="15834"/>
          <ac:picMkLst>
            <pc:docMk/>
            <pc:sldMk cId="935093452" sldId="261"/>
            <ac:picMk id="75" creationId="{5D2081A4-85DA-40E1-521A-95560549E56B}"/>
          </ac:picMkLst>
        </pc:picChg>
        <pc:picChg chg="add del mod ord">
          <ac:chgData name="Marina Pavlovic" userId="0d7f52ac4825222f" providerId="LiveId" clId="{86856DD6-54C3-4E61-8FFA-C5C59C744505}" dt="2024-02-17T14:55:45.083" v="15835"/>
          <ac:picMkLst>
            <pc:docMk/>
            <pc:sldMk cId="935093452" sldId="261"/>
            <ac:picMk id="78" creationId="{C6CBA9FB-22E8-1053-C1C5-AC0F7DADA523}"/>
          </ac:picMkLst>
        </pc:picChg>
        <pc:picChg chg="add del mod">
          <ac:chgData name="Marina Pavlovic" userId="0d7f52ac4825222f" providerId="LiveId" clId="{86856DD6-54C3-4E61-8FFA-C5C59C744505}" dt="2024-02-17T14:55:47.138" v="15837"/>
          <ac:picMkLst>
            <pc:docMk/>
            <pc:sldMk cId="935093452" sldId="261"/>
            <ac:picMk id="79" creationId="{C2DB9D3C-07D8-270F-15C3-9E96D9CF5DA5}"/>
          </ac:picMkLst>
        </pc:picChg>
        <pc:picChg chg="add del mod ord">
          <ac:chgData name="Marina Pavlovic" userId="0d7f52ac4825222f" providerId="LiveId" clId="{86856DD6-54C3-4E61-8FFA-C5C59C744505}" dt="2024-02-17T14:56:03.272" v="15838"/>
          <ac:picMkLst>
            <pc:docMk/>
            <pc:sldMk cId="935093452" sldId="261"/>
            <ac:picMk id="82" creationId="{404B81E9-9518-7260-5876-96A562673778}"/>
          </ac:picMkLst>
        </pc:picChg>
        <pc:picChg chg="add del mod">
          <ac:chgData name="Marina Pavlovic" userId="0d7f52ac4825222f" providerId="LiveId" clId="{86856DD6-54C3-4E61-8FFA-C5C59C744505}" dt="2024-02-17T14:56:05.082" v="15840"/>
          <ac:picMkLst>
            <pc:docMk/>
            <pc:sldMk cId="935093452" sldId="261"/>
            <ac:picMk id="83" creationId="{7CE9B3B1-2167-652A-FF87-4B29264188A7}"/>
          </ac:picMkLst>
        </pc:picChg>
        <pc:picChg chg="add del mod ord">
          <ac:chgData name="Marina Pavlovic" userId="0d7f52ac4825222f" providerId="LiveId" clId="{86856DD6-54C3-4E61-8FFA-C5C59C744505}" dt="2024-02-17T14:56:33.819" v="15841"/>
          <ac:picMkLst>
            <pc:docMk/>
            <pc:sldMk cId="935093452" sldId="261"/>
            <ac:picMk id="86" creationId="{3405279B-5959-D029-27C3-3CBEE868C793}"/>
          </ac:picMkLst>
        </pc:picChg>
        <pc:picChg chg="add del mod">
          <ac:chgData name="Marina Pavlovic" userId="0d7f52ac4825222f" providerId="LiveId" clId="{86856DD6-54C3-4E61-8FFA-C5C59C744505}" dt="2024-02-17T14:56:38.758" v="15843"/>
          <ac:picMkLst>
            <pc:docMk/>
            <pc:sldMk cId="935093452" sldId="261"/>
            <ac:picMk id="87" creationId="{5C858D58-F9F4-7019-E915-2D4A5B091FAC}"/>
          </ac:picMkLst>
        </pc:picChg>
        <pc:picChg chg="add del mod ord">
          <ac:chgData name="Marina Pavlovic" userId="0d7f52ac4825222f" providerId="LiveId" clId="{86856DD6-54C3-4E61-8FFA-C5C59C744505}" dt="2024-02-17T14:56:50.891" v="15844"/>
          <ac:picMkLst>
            <pc:docMk/>
            <pc:sldMk cId="935093452" sldId="261"/>
            <ac:picMk id="90" creationId="{45EC4085-C629-2232-3C2E-54B8FE89CC91}"/>
          </ac:picMkLst>
        </pc:picChg>
        <pc:picChg chg="add del mod">
          <ac:chgData name="Marina Pavlovic" userId="0d7f52ac4825222f" providerId="LiveId" clId="{86856DD6-54C3-4E61-8FFA-C5C59C744505}" dt="2024-02-17T14:56:52.401" v="15846"/>
          <ac:picMkLst>
            <pc:docMk/>
            <pc:sldMk cId="935093452" sldId="261"/>
            <ac:picMk id="91" creationId="{69C9AB1F-D683-223D-538A-5D8811B81118}"/>
          </ac:picMkLst>
        </pc:picChg>
        <pc:picChg chg="add del mod ord">
          <ac:chgData name="Marina Pavlovic" userId="0d7f52ac4825222f" providerId="LiveId" clId="{86856DD6-54C3-4E61-8FFA-C5C59C744505}" dt="2024-02-17T14:57:28.480" v="15847"/>
          <ac:picMkLst>
            <pc:docMk/>
            <pc:sldMk cId="935093452" sldId="261"/>
            <ac:picMk id="94" creationId="{592F2F0A-C0A4-3026-4A69-498CA9BB33A7}"/>
          </ac:picMkLst>
        </pc:picChg>
        <pc:picChg chg="add mod">
          <ac:chgData name="Marina Pavlovic" userId="0d7f52ac4825222f" providerId="LiveId" clId="{86856DD6-54C3-4E61-8FFA-C5C59C744505}" dt="2024-02-17T14:57:28.480" v="15847"/>
          <ac:picMkLst>
            <pc:docMk/>
            <pc:sldMk cId="935093452" sldId="261"/>
            <ac:picMk id="95" creationId="{3846CCBC-4E7B-843E-D531-495071B01A8E}"/>
          </ac:picMkLst>
        </pc:picChg>
      </pc:sldChg>
      <pc:sldChg chg="addSp delSp modSp new mod modTransition setBg modClrScheme modAnim delDesignElem chgLayout modNotesTx">
        <pc:chgData name="Marina Pavlovic" userId="0d7f52ac4825222f" providerId="LiveId" clId="{86856DD6-54C3-4E61-8FFA-C5C59C744505}" dt="2024-02-17T14:59:07.366" v="15856"/>
        <pc:sldMkLst>
          <pc:docMk/>
          <pc:sldMk cId="4256981862" sldId="262"/>
        </pc:sldMkLst>
        <pc:spChg chg="mod ord">
          <ac:chgData name="Marina Pavlovic" userId="0d7f52ac4825222f" providerId="LiveId" clId="{86856DD6-54C3-4E61-8FFA-C5C59C744505}" dt="2024-02-09T10:27:59.559" v="3972" actId="700"/>
          <ac:spMkLst>
            <pc:docMk/>
            <pc:sldMk cId="4256981862" sldId="262"/>
            <ac:spMk id="2" creationId="{FEF64633-5DE3-0C97-786A-510490554D36}"/>
          </ac:spMkLst>
        </pc:spChg>
        <pc:spChg chg="add del mod ord">
          <ac:chgData name="Marina Pavlovic" userId="0d7f52ac4825222f" providerId="LiveId" clId="{86856DD6-54C3-4E61-8FFA-C5C59C744505}" dt="2024-02-09T10:11:49.712" v="3964" actId="21"/>
          <ac:spMkLst>
            <pc:docMk/>
            <pc:sldMk cId="4256981862" sldId="262"/>
            <ac:spMk id="3" creationId="{F68ABEB1-ABE4-6E91-034F-38E779BC42AE}"/>
          </ac:spMkLst>
        </pc:spChg>
        <pc:spChg chg="add del mod ord">
          <ac:chgData name="Marina Pavlovic" userId="0d7f52ac4825222f" providerId="LiveId" clId="{86856DD6-54C3-4E61-8FFA-C5C59C744505}" dt="2024-02-09T09:28:36.431" v="3819" actId="22"/>
          <ac:spMkLst>
            <pc:docMk/>
            <pc:sldMk cId="4256981862" sldId="262"/>
            <ac:spMk id="4" creationId="{A2C0F344-6831-87FB-055C-098DD5570045}"/>
          </ac:spMkLst>
        </pc:spChg>
        <pc:spChg chg="add del mod ord">
          <ac:chgData name="Marina Pavlovic" userId="0d7f52ac4825222f" providerId="LiveId" clId="{86856DD6-54C3-4E61-8FFA-C5C59C744505}" dt="2024-02-05T15:27:20.219" v="582"/>
          <ac:spMkLst>
            <pc:docMk/>
            <pc:sldMk cId="4256981862" sldId="262"/>
            <ac:spMk id="4" creationId="{C554EB38-09CC-B976-2CE8-EE6BD213B7C1}"/>
          </ac:spMkLst>
        </pc:spChg>
        <pc:spChg chg="add del mod ord">
          <ac:chgData name="Marina Pavlovic" userId="0d7f52ac4825222f" providerId="LiveId" clId="{86856DD6-54C3-4E61-8FFA-C5C59C744505}" dt="2024-02-05T15:30:21.399" v="602" actId="26606"/>
          <ac:spMkLst>
            <pc:docMk/>
            <pc:sldMk cId="4256981862" sldId="262"/>
            <ac:spMk id="5" creationId="{3CBF11C0-34AF-5EFC-62CA-A58886BAFC50}"/>
          </ac:spMkLst>
        </pc:spChg>
        <pc:spChg chg="add del mod">
          <ac:chgData name="Marina Pavlovic" userId="0d7f52ac4825222f" providerId="LiveId" clId="{86856DD6-54C3-4E61-8FFA-C5C59C744505}" dt="2024-02-09T10:02:46.505" v="3907"/>
          <ac:spMkLst>
            <pc:docMk/>
            <pc:sldMk cId="4256981862" sldId="262"/>
            <ac:spMk id="8" creationId="{665ACB1E-0475-2988-59F3-BB8BC9BF6B0E}"/>
          </ac:spMkLst>
        </pc:spChg>
        <pc:spChg chg="add del">
          <ac:chgData name="Marina Pavlovic" userId="0d7f52ac4825222f" providerId="LiveId" clId="{86856DD6-54C3-4E61-8FFA-C5C59C744505}" dt="2024-02-09T09:25:42.766" v="3805" actId="26606"/>
          <ac:spMkLst>
            <pc:docMk/>
            <pc:sldMk cId="4256981862" sldId="262"/>
            <ac:spMk id="11" creationId="{8D06CE56-3881-4ADA-8CEF-D18B02C242A3}"/>
          </ac:spMkLst>
        </pc:spChg>
        <pc:spChg chg="add del">
          <ac:chgData name="Marina Pavlovic" userId="0d7f52ac4825222f" providerId="LiveId" clId="{86856DD6-54C3-4E61-8FFA-C5C59C744505}" dt="2024-02-09T09:23:58.642" v="3797" actId="700"/>
          <ac:spMkLst>
            <pc:docMk/>
            <pc:sldMk cId="4256981862" sldId="262"/>
            <ac:spMk id="12" creationId="{2D6FBB9D-1CAA-4D05-AB33-BABDFE17B843}"/>
          </ac:spMkLst>
        </pc:spChg>
        <pc:spChg chg="add del">
          <ac:chgData name="Marina Pavlovic" userId="0d7f52ac4825222f" providerId="LiveId" clId="{86856DD6-54C3-4E61-8FFA-C5C59C744505}" dt="2024-02-09T09:25:42.766" v="3805" actId="26606"/>
          <ac:spMkLst>
            <pc:docMk/>
            <pc:sldMk cId="4256981862" sldId="262"/>
            <ac:spMk id="13" creationId="{79F3C543-62EC-4433-9C93-A2CD8764E9B4}"/>
          </ac:spMkLst>
        </pc:spChg>
        <pc:spChg chg="add del">
          <ac:chgData name="Marina Pavlovic" userId="0d7f52ac4825222f" providerId="LiveId" clId="{86856DD6-54C3-4E61-8FFA-C5C59C744505}" dt="2024-02-09T09:23:58.642" v="3797" actId="700"/>
          <ac:spMkLst>
            <pc:docMk/>
            <pc:sldMk cId="4256981862" sldId="262"/>
            <ac:spMk id="14" creationId="{04727B71-B4B6-4823-80A1-68C40B475118}"/>
          </ac:spMkLst>
        </pc:spChg>
        <pc:spChg chg="add del">
          <ac:chgData name="Marina Pavlovic" userId="0d7f52ac4825222f" providerId="LiveId" clId="{86856DD6-54C3-4E61-8FFA-C5C59C744505}" dt="2024-02-09T09:25:42.766" v="3805" actId="26606"/>
          <ac:spMkLst>
            <pc:docMk/>
            <pc:sldMk cId="4256981862" sldId="262"/>
            <ac:spMk id="15" creationId="{5DCB5928-DC7D-4612-9922-441966E15627}"/>
          </ac:spMkLst>
        </pc:spChg>
        <pc:spChg chg="add del">
          <ac:chgData name="Marina Pavlovic" userId="0d7f52ac4825222f" providerId="LiveId" clId="{86856DD6-54C3-4E61-8FFA-C5C59C744505}" dt="2024-02-09T09:23:58.642" v="3797" actId="700"/>
          <ac:spMkLst>
            <pc:docMk/>
            <pc:sldMk cId="4256981862" sldId="262"/>
            <ac:spMk id="16" creationId="{79A6DB05-9FB5-4B07-8675-74C23D4FD89D}"/>
          </ac:spMkLst>
        </pc:spChg>
        <pc:spChg chg="add del">
          <ac:chgData name="Marina Pavlovic" userId="0d7f52ac4825222f" providerId="LiveId" clId="{86856DD6-54C3-4E61-8FFA-C5C59C744505}" dt="2024-02-09T09:25:42.766" v="3805" actId="26606"/>
          <ac:spMkLst>
            <pc:docMk/>
            <pc:sldMk cId="4256981862" sldId="262"/>
            <ac:spMk id="17" creationId="{682C1161-1736-45EC-99B7-33F3CAE9D517}"/>
          </ac:spMkLst>
        </pc:spChg>
        <pc:spChg chg="add del">
          <ac:chgData name="Marina Pavlovic" userId="0d7f52ac4825222f" providerId="LiveId" clId="{86856DD6-54C3-4E61-8FFA-C5C59C744505}" dt="2024-02-09T09:23:58.642" v="3797" actId="700"/>
          <ac:spMkLst>
            <pc:docMk/>
            <pc:sldMk cId="4256981862" sldId="262"/>
            <ac:spMk id="18" creationId="{7517A47C-B2E5-4B79-8061-D74B1311AF6E}"/>
          </ac:spMkLst>
        </pc:spChg>
        <pc:spChg chg="add del">
          <ac:chgData name="Marina Pavlovic" userId="0d7f52ac4825222f" providerId="LiveId" clId="{86856DD6-54C3-4E61-8FFA-C5C59C744505}" dt="2024-02-09T09:25:42.766" v="3805" actId="26606"/>
          <ac:spMkLst>
            <pc:docMk/>
            <pc:sldMk cId="4256981862" sldId="262"/>
            <ac:spMk id="19" creationId="{84D4DDB8-B68F-45B0-9F62-C4279996F672}"/>
          </ac:spMkLst>
        </pc:spChg>
        <pc:spChg chg="add del">
          <ac:chgData name="Marina Pavlovic" userId="0d7f52ac4825222f" providerId="LiveId" clId="{86856DD6-54C3-4E61-8FFA-C5C59C744505}" dt="2024-02-09T09:23:58.642" v="3797" actId="700"/>
          <ac:spMkLst>
            <pc:docMk/>
            <pc:sldMk cId="4256981862" sldId="262"/>
            <ac:spMk id="20" creationId="{C505E780-2083-4CB5-A42A-5E0E2908ECC3}"/>
          </ac:spMkLst>
        </pc:spChg>
        <pc:spChg chg="add del">
          <ac:chgData name="Marina Pavlovic" userId="0d7f52ac4825222f" providerId="LiveId" clId="{86856DD6-54C3-4E61-8FFA-C5C59C744505}" dt="2024-02-09T09:25:42.766" v="3805" actId="26606"/>
          <ac:spMkLst>
            <pc:docMk/>
            <pc:sldMk cId="4256981862" sldId="262"/>
            <ac:spMk id="21" creationId="{AF2F604E-43BE-4DC3-B983-E071523364F8}"/>
          </ac:spMkLst>
        </pc:spChg>
        <pc:spChg chg="add del">
          <ac:chgData name="Marina Pavlovic" userId="0d7f52ac4825222f" providerId="LiveId" clId="{86856DD6-54C3-4E61-8FFA-C5C59C744505}" dt="2024-02-09T09:23:58.642" v="3797" actId="700"/>
          <ac:spMkLst>
            <pc:docMk/>
            <pc:sldMk cId="4256981862" sldId="262"/>
            <ac:spMk id="22" creationId="{D2C0AE1C-0118-41AE-8A10-7CDCBF10E96F}"/>
          </ac:spMkLst>
        </pc:spChg>
        <pc:spChg chg="add del mod">
          <ac:chgData name="Marina Pavlovic" userId="0d7f52ac4825222f" providerId="LiveId" clId="{86856DD6-54C3-4E61-8FFA-C5C59C744505}" dt="2024-02-09T10:05:18.898" v="3929" actId="21"/>
          <ac:spMkLst>
            <pc:docMk/>
            <pc:sldMk cId="4256981862" sldId="262"/>
            <ac:spMk id="23" creationId="{6A994AAE-8213-6FAB-4ED5-9BAE70249F23}"/>
          </ac:spMkLst>
        </pc:spChg>
        <pc:spChg chg="add del">
          <ac:chgData name="Marina Pavlovic" userId="0d7f52ac4825222f" providerId="LiveId" clId="{86856DD6-54C3-4E61-8FFA-C5C59C744505}" dt="2024-02-09T09:23:58.642" v="3797" actId="700"/>
          <ac:spMkLst>
            <pc:docMk/>
            <pc:sldMk cId="4256981862" sldId="262"/>
            <ac:spMk id="24" creationId="{463EEC44-1BA3-44ED-81FC-A644B04B2A44}"/>
          </ac:spMkLst>
        </pc:spChg>
        <pc:spChg chg="add del">
          <ac:chgData name="Marina Pavlovic" userId="0d7f52ac4825222f" providerId="LiveId" clId="{86856DD6-54C3-4E61-8FFA-C5C59C744505}" dt="2024-02-09T09:25:42.766" v="3805" actId="26606"/>
          <ac:spMkLst>
            <pc:docMk/>
            <pc:sldMk cId="4256981862" sldId="262"/>
            <ac:spMk id="26" creationId="{08C9B587-E65E-4B52-B37C-ABEBB6E87928}"/>
          </ac:spMkLst>
        </pc:spChg>
        <pc:spChg chg="add del">
          <ac:chgData name="Marina Pavlovic" userId="0d7f52ac4825222f" providerId="LiveId" clId="{86856DD6-54C3-4E61-8FFA-C5C59C744505}" dt="2024-02-09T09:27:16.841" v="3812" actId="700"/>
          <ac:spMkLst>
            <pc:docMk/>
            <pc:sldMk cId="4256981862" sldId="262"/>
            <ac:spMk id="31" creationId="{8D06CE56-3881-4ADA-8CEF-D18B02C242A3}"/>
          </ac:spMkLst>
        </pc:spChg>
        <pc:spChg chg="add del">
          <ac:chgData name="Marina Pavlovic" userId="0d7f52ac4825222f" providerId="LiveId" clId="{86856DD6-54C3-4E61-8FFA-C5C59C744505}" dt="2024-02-09T09:27:16.841" v="3812" actId="700"/>
          <ac:spMkLst>
            <pc:docMk/>
            <pc:sldMk cId="4256981862" sldId="262"/>
            <ac:spMk id="33" creationId="{79F3C543-62EC-4433-9C93-A2CD8764E9B4}"/>
          </ac:spMkLst>
        </pc:spChg>
        <pc:spChg chg="add del">
          <ac:chgData name="Marina Pavlovic" userId="0d7f52ac4825222f" providerId="LiveId" clId="{86856DD6-54C3-4E61-8FFA-C5C59C744505}" dt="2024-02-09T09:27:16.841" v="3812" actId="700"/>
          <ac:spMkLst>
            <pc:docMk/>
            <pc:sldMk cId="4256981862" sldId="262"/>
            <ac:spMk id="35" creationId="{68AF5748-FED8-45BA-8631-26D1D10F3246}"/>
          </ac:spMkLst>
        </pc:spChg>
        <pc:spChg chg="add del">
          <ac:chgData name="Marina Pavlovic" userId="0d7f52ac4825222f" providerId="LiveId" clId="{86856DD6-54C3-4E61-8FFA-C5C59C744505}" dt="2024-02-09T09:27:16.841" v="3812" actId="700"/>
          <ac:spMkLst>
            <pc:docMk/>
            <pc:sldMk cId="4256981862" sldId="262"/>
            <ac:spMk id="37" creationId="{AF2F604E-43BE-4DC3-B983-E071523364F8}"/>
          </ac:spMkLst>
        </pc:spChg>
        <pc:spChg chg="add del">
          <ac:chgData name="Marina Pavlovic" userId="0d7f52ac4825222f" providerId="LiveId" clId="{86856DD6-54C3-4E61-8FFA-C5C59C744505}" dt="2024-02-09T09:27:16.841" v="3812" actId="700"/>
          <ac:spMkLst>
            <pc:docMk/>
            <pc:sldMk cId="4256981862" sldId="262"/>
            <ac:spMk id="39" creationId="{08C9B587-E65E-4B52-B37C-ABEBB6E87928}"/>
          </ac:spMkLst>
        </pc:spChg>
        <pc:spChg chg="add del mod">
          <ac:chgData name="Marina Pavlovic" userId="0d7f52ac4825222f" providerId="LiveId" clId="{86856DD6-54C3-4E61-8FFA-C5C59C744505}" dt="2024-02-09T09:50:38.365" v="3879"/>
          <ac:spMkLst>
            <pc:docMk/>
            <pc:sldMk cId="4256981862" sldId="262"/>
            <ac:spMk id="42" creationId="{46D3B5E6-FC8D-76E9-8B23-C8E79DC2F581}"/>
          </ac:spMkLst>
        </pc:spChg>
        <pc:spChg chg="add del mod">
          <ac:chgData name="Marina Pavlovic" userId="0d7f52ac4825222f" providerId="LiveId" clId="{86856DD6-54C3-4E61-8FFA-C5C59C744505}" dt="2024-02-09T09:50:38.365" v="3879"/>
          <ac:spMkLst>
            <pc:docMk/>
            <pc:sldMk cId="4256981862" sldId="262"/>
            <ac:spMk id="43" creationId="{789E04B6-1E6C-91C7-F621-83E2E00699E5}"/>
          </ac:spMkLst>
        </pc:spChg>
        <pc:spChg chg="add del mod">
          <ac:chgData name="Marina Pavlovic" userId="0d7f52ac4825222f" providerId="LiveId" clId="{86856DD6-54C3-4E61-8FFA-C5C59C744505}" dt="2024-02-09T09:50:38.365" v="3879"/>
          <ac:spMkLst>
            <pc:docMk/>
            <pc:sldMk cId="4256981862" sldId="262"/>
            <ac:spMk id="44" creationId="{183E5A8F-FAA7-113F-F428-4A6502C3A65A}"/>
          </ac:spMkLst>
        </pc:spChg>
        <pc:spChg chg="add del mod">
          <ac:chgData name="Marina Pavlovic" userId="0d7f52ac4825222f" providerId="LiveId" clId="{86856DD6-54C3-4E61-8FFA-C5C59C744505}" dt="2024-02-09T09:50:38.365" v="3879"/>
          <ac:spMkLst>
            <pc:docMk/>
            <pc:sldMk cId="4256981862" sldId="262"/>
            <ac:spMk id="45" creationId="{81BCC320-40FC-CC72-0187-33440BFEF221}"/>
          </ac:spMkLst>
        </pc:spChg>
        <pc:spChg chg="add del mod">
          <ac:chgData name="Marina Pavlovic" userId="0d7f52ac4825222f" providerId="LiveId" clId="{86856DD6-54C3-4E61-8FFA-C5C59C744505}" dt="2024-02-09T09:50:38.365" v="3879"/>
          <ac:spMkLst>
            <pc:docMk/>
            <pc:sldMk cId="4256981862" sldId="262"/>
            <ac:spMk id="46" creationId="{F1D1FC3F-167F-EE67-B517-B6B3443F2B64}"/>
          </ac:spMkLst>
        </pc:spChg>
        <pc:spChg chg="add del mod">
          <ac:chgData name="Marina Pavlovic" userId="0d7f52ac4825222f" providerId="LiveId" clId="{86856DD6-54C3-4E61-8FFA-C5C59C744505}" dt="2024-02-09T09:50:38.365" v="3879"/>
          <ac:spMkLst>
            <pc:docMk/>
            <pc:sldMk cId="4256981862" sldId="262"/>
            <ac:spMk id="47" creationId="{B96F31DF-FD8C-6F75-8FE1-50EAD4E2FA67}"/>
          </ac:spMkLst>
        </pc:spChg>
        <pc:spChg chg="add del mod">
          <ac:chgData name="Marina Pavlovic" userId="0d7f52ac4825222f" providerId="LiveId" clId="{86856DD6-54C3-4E61-8FFA-C5C59C744505}" dt="2024-02-09T09:50:38.365" v="3879"/>
          <ac:spMkLst>
            <pc:docMk/>
            <pc:sldMk cId="4256981862" sldId="262"/>
            <ac:spMk id="48" creationId="{01A0DF8D-A60A-5949-E164-C38365C97831}"/>
          </ac:spMkLst>
        </pc:spChg>
        <pc:spChg chg="add del mod">
          <ac:chgData name="Marina Pavlovic" userId="0d7f52ac4825222f" providerId="LiveId" clId="{86856DD6-54C3-4E61-8FFA-C5C59C744505}" dt="2024-02-09T09:50:38.365" v="3879"/>
          <ac:spMkLst>
            <pc:docMk/>
            <pc:sldMk cId="4256981862" sldId="262"/>
            <ac:spMk id="49" creationId="{2A6024E0-5815-0995-92D1-0375D6E7CD6E}"/>
          </ac:spMkLst>
        </pc:spChg>
        <pc:spChg chg="add del mod">
          <ac:chgData name="Marina Pavlovic" userId="0d7f52ac4825222f" providerId="LiveId" clId="{86856DD6-54C3-4E61-8FFA-C5C59C744505}" dt="2024-02-09T09:50:38.365" v="3879"/>
          <ac:spMkLst>
            <pc:docMk/>
            <pc:sldMk cId="4256981862" sldId="262"/>
            <ac:spMk id="50" creationId="{3978C66F-2F66-FF23-108D-45759D741B53}"/>
          </ac:spMkLst>
        </pc:spChg>
        <pc:spChg chg="add del mod">
          <ac:chgData name="Marina Pavlovic" userId="0d7f52ac4825222f" providerId="LiveId" clId="{86856DD6-54C3-4E61-8FFA-C5C59C744505}" dt="2024-02-09T09:50:38.365" v="3879"/>
          <ac:spMkLst>
            <pc:docMk/>
            <pc:sldMk cId="4256981862" sldId="262"/>
            <ac:spMk id="51" creationId="{6BC94AE9-E1D2-F480-DA9D-9655C78B6313}"/>
          </ac:spMkLst>
        </pc:spChg>
        <pc:spChg chg="add del mod">
          <ac:chgData name="Marina Pavlovic" userId="0d7f52ac4825222f" providerId="LiveId" clId="{86856DD6-54C3-4E61-8FFA-C5C59C744505}" dt="2024-02-09T09:50:38.365" v="3879"/>
          <ac:spMkLst>
            <pc:docMk/>
            <pc:sldMk cId="4256981862" sldId="262"/>
            <ac:spMk id="52" creationId="{17521427-57E6-E0DF-A0EB-9AE963900CCA}"/>
          </ac:spMkLst>
        </pc:spChg>
        <pc:spChg chg="add del mod">
          <ac:chgData name="Marina Pavlovic" userId="0d7f52ac4825222f" providerId="LiveId" clId="{86856DD6-54C3-4E61-8FFA-C5C59C744505}" dt="2024-02-09T09:50:38.365" v="3879"/>
          <ac:spMkLst>
            <pc:docMk/>
            <pc:sldMk cId="4256981862" sldId="262"/>
            <ac:spMk id="53" creationId="{CA3985A7-F235-227C-698E-E56A6E688725}"/>
          </ac:spMkLst>
        </pc:spChg>
        <pc:spChg chg="add del mod">
          <ac:chgData name="Marina Pavlovic" userId="0d7f52ac4825222f" providerId="LiveId" clId="{86856DD6-54C3-4E61-8FFA-C5C59C744505}" dt="2024-02-09T09:50:38.365" v="3879"/>
          <ac:spMkLst>
            <pc:docMk/>
            <pc:sldMk cId="4256981862" sldId="262"/>
            <ac:spMk id="54" creationId="{C7195859-C0E6-1C9F-1088-0E7145ACC913}"/>
          </ac:spMkLst>
        </pc:spChg>
        <pc:spChg chg="add del mod">
          <ac:chgData name="Marina Pavlovic" userId="0d7f52ac4825222f" providerId="LiveId" clId="{86856DD6-54C3-4E61-8FFA-C5C59C744505}" dt="2024-02-09T09:50:38.365" v="3879"/>
          <ac:spMkLst>
            <pc:docMk/>
            <pc:sldMk cId="4256981862" sldId="262"/>
            <ac:spMk id="55" creationId="{5C35ACA3-D6A6-3BE0-D1F1-21405B17DACD}"/>
          </ac:spMkLst>
        </pc:spChg>
        <pc:spChg chg="add del mod">
          <ac:chgData name="Marina Pavlovic" userId="0d7f52ac4825222f" providerId="LiveId" clId="{86856DD6-54C3-4E61-8FFA-C5C59C744505}" dt="2024-02-09T09:50:38.365" v="3879"/>
          <ac:spMkLst>
            <pc:docMk/>
            <pc:sldMk cId="4256981862" sldId="262"/>
            <ac:spMk id="56" creationId="{1FA69778-6648-0F5A-3D11-259906194DF7}"/>
          </ac:spMkLst>
        </pc:spChg>
        <pc:spChg chg="add del mod">
          <ac:chgData name="Marina Pavlovic" userId="0d7f52ac4825222f" providerId="LiveId" clId="{86856DD6-54C3-4E61-8FFA-C5C59C744505}" dt="2024-02-09T09:50:38.365" v="3879"/>
          <ac:spMkLst>
            <pc:docMk/>
            <pc:sldMk cId="4256981862" sldId="262"/>
            <ac:spMk id="57" creationId="{E5ABFD23-0588-37CC-A181-CA27EC554D3F}"/>
          </ac:spMkLst>
        </pc:spChg>
        <pc:spChg chg="add del mod">
          <ac:chgData name="Marina Pavlovic" userId="0d7f52ac4825222f" providerId="LiveId" clId="{86856DD6-54C3-4E61-8FFA-C5C59C744505}" dt="2024-02-09T09:50:38.365" v="3879"/>
          <ac:spMkLst>
            <pc:docMk/>
            <pc:sldMk cId="4256981862" sldId="262"/>
            <ac:spMk id="58" creationId="{43238318-19B3-8A36-6C5D-DF264119A521}"/>
          </ac:spMkLst>
        </pc:spChg>
        <pc:spChg chg="add del mod">
          <ac:chgData name="Marina Pavlovic" userId="0d7f52ac4825222f" providerId="LiveId" clId="{86856DD6-54C3-4E61-8FFA-C5C59C744505}" dt="2024-02-09T09:50:38.365" v="3879"/>
          <ac:spMkLst>
            <pc:docMk/>
            <pc:sldMk cId="4256981862" sldId="262"/>
            <ac:spMk id="59" creationId="{2BC34222-BA75-6174-A770-CE2AAE0E38FC}"/>
          </ac:spMkLst>
        </pc:spChg>
        <pc:spChg chg="add del mod">
          <ac:chgData name="Marina Pavlovic" userId="0d7f52ac4825222f" providerId="LiveId" clId="{86856DD6-54C3-4E61-8FFA-C5C59C744505}" dt="2024-02-09T09:50:38.365" v="3879"/>
          <ac:spMkLst>
            <pc:docMk/>
            <pc:sldMk cId="4256981862" sldId="262"/>
            <ac:spMk id="60" creationId="{788C3AA4-F797-CF79-5250-7112A2E03CC5}"/>
          </ac:spMkLst>
        </pc:spChg>
        <pc:spChg chg="add del mod">
          <ac:chgData name="Marina Pavlovic" userId="0d7f52ac4825222f" providerId="LiveId" clId="{86856DD6-54C3-4E61-8FFA-C5C59C744505}" dt="2024-02-09T09:50:38.365" v="3879"/>
          <ac:spMkLst>
            <pc:docMk/>
            <pc:sldMk cId="4256981862" sldId="262"/>
            <ac:spMk id="61" creationId="{B93618FC-0AAE-086B-25E1-6F0C434E3B91}"/>
          </ac:spMkLst>
        </pc:spChg>
        <pc:spChg chg="add del mod">
          <ac:chgData name="Marina Pavlovic" userId="0d7f52ac4825222f" providerId="LiveId" clId="{86856DD6-54C3-4E61-8FFA-C5C59C744505}" dt="2024-02-09T09:50:38.365" v="3879"/>
          <ac:spMkLst>
            <pc:docMk/>
            <pc:sldMk cId="4256981862" sldId="262"/>
            <ac:spMk id="62" creationId="{4BD0358E-840A-2014-2F5E-49A51F50F6E4}"/>
          </ac:spMkLst>
        </pc:spChg>
        <pc:spChg chg="add del mod">
          <ac:chgData name="Marina Pavlovic" userId="0d7f52ac4825222f" providerId="LiveId" clId="{86856DD6-54C3-4E61-8FFA-C5C59C744505}" dt="2024-02-09T09:50:38.365" v="3879"/>
          <ac:spMkLst>
            <pc:docMk/>
            <pc:sldMk cId="4256981862" sldId="262"/>
            <ac:spMk id="63" creationId="{11D9A5DB-74FB-26E0-609D-F52D5ADCB123}"/>
          </ac:spMkLst>
        </pc:spChg>
        <pc:spChg chg="add del mod">
          <ac:chgData name="Marina Pavlovic" userId="0d7f52ac4825222f" providerId="LiveId" clId="{86856DD6-54C3-4E61-8FFA-C5C59C744505}" dt="2024-02-09T09:50:38.365" v="3879"/>
          <ac:spMkLst>
            <pc:docMk/>
            <pc:sldMk cId="4256981862" sldId="262"/>
            <ac:spMk id="64" creationId="{8BD36CE4-F9E0-9A6E-B927-EDA4C81AB1A4}"/>
          </ac:spMkLst>
        </pc:spChg>
        <pc:spChg chg="add del mod">
          <ac:chgData name="Marina Pavlovic" userId="0d7f52ac4825222f" providerId="LiveId" clId="{86856DD6-54C3-4E61-8FFA-C5C59C744505}" dt="2024-02-09T09:50:38.365" v="3879"/>
          <ac:spMkLst>
            <pc:docMk/>
            <pc:sldMk cId="4256981862" sldId="262"/>
            <ac:spMk id="65" creationId="{8AA5C332-65B8-ABAC-F272-F8CBC08641AA}"/>
          </ac:spMkLst>
        </pc:spChg>
        <pc:spChg chg="add del mod">
          <ac:chgData name="Marina Pavlovic" userId="0d7f52ac4825222f" providerId="LiveId" clId="{86856DD6-54C3-4E61-8FFA-C5C59C744505}" dt="2024-02-09T09:50:38.365" v="3879"/>
          <ac:spMkLst>
            <pc:docMk/>
            <pc:sldMk cId="4256981862" sldId="262"/>
            <ac:spMk id="66" creationId="{9F34E6FD-302C-33FE-04E4-A63DB3B409A1}"/>
          </ac:spMkLst>
        </pc:spChg>
        <pc:spChg chg="add del mod">
          <ac:chgData name="Marina Pavlovic" userId="0d7f52ac4825222f" providerId="LiveId" clId="{86856DD6-54C3-4E61-8FFA-C5C59C744505}" dt="2024-02-09T09:50:38.365" v="3879"/>
          <ac:spMkLst>
            <pc:docMk/>
            <pc:sldMk cId="4256981862" sldId="262"/>
            <ac:spMk id="67" creationId="{41922B72-EE2D-E32C-6215-FBA59EAA538C}"/>
          </ac:spMkLst>
        </pc:spChg>
        <pc:spChg chg="add del mod">
          <ac:chgData name="Marina Pavlovic" userId="0d7f52ac4825222f" providerId="LiveId" clId="{86856DD6-54C3-4E61-8FFA-C5C59C744505}" dt="2024-02-09T09:50:38.365" v="3879"/>
          <ac:spMkLst>
            <pc:docMk/>
            <pc:sldMk cId="4256981862" sldId="262"/>
            <ac:spMk id="68" creationId="{80978844-6867-C8D7-0639-825E1B604C59}"/>
          </ac:spMkLst>
        </pc:spChg>
        <pc:spChg chg="add del mod">
          <ac:chgData name="Marina Pavlovic" userId="0d7f52ac4825222f" providerId="LiveId" clId="{86856DD6-54C3-4E61-8FFA-C5C59C744505}" dt="2024-02-09T09:50:38.365" v="3879"/>
          <ac:spMkLst>
            <pc:docMk/>
            <pc:sldMk cId="4256981862" sldId="262"/>
            <ac:spMk id="69" creationId="{E79F1448-173D-DD55-0B60-0179ED393B96}"/>
          </ac:spMkLst>
        </pc:spChg>
        <pc:spChg chg="add del mod">
          <ac:chgData name="Marina Pavlovic" userId="0d7f52ac4825222f" providerId="LiveId" clId="{86856DD6-54C3-4E61-8FFA-C5C59C744505}" dt="2024-02-09T09:50:38.365" v="3879"/>
          <ac:spMkLst>
            <pc:docMk/>
            <pc:sldMk cId="4256981862" sldId="262"/>
            <ac:spMk id="70" creationId="{DF7055B5-1D0E-673E-552C-D5211502E08F}"/>
          </ac:spMkLst>
        </pc:spChg>
        <pc:spChg chg="add del mod">
          <ac:chgData name="Marina Pavlovic" userId="0d7f52ac4825222f" providerId="LiveId" clId="{86856DD6-54C3-4E61-8FFA-C5C59C744505}" dt="2024-02-09T09:50:38.365" v="3879"/>
          <ac:spMkLst>
            <pc:docMk/>
            <pc:sldMk cId="4256981862" sldId="262"/>
            <ac:spMk id="71" creationId="{BE97C3A8-D227-EFDC-11C8-B97FA8B4CAE2}"/>
          </ac:spMkLst>
        </pc:spChg>
        <pc:spChg chg="add del mod">
          <ac:chgData name="Marina Pavlovic" userId="0d7f52ac4825222f" providerId="LiveId" clId="{86856DD6-54C3-4E61-8FFA-C5C59C744505}" dt="2024-02-09T09:50:38.365" v="3879"/>
          <ac:spMkLst>
            <pc:docMk/>
            <pc:sldMk cId="4256981862" sldId="262"/>
            <ac:spMk id="72" creationId="{4BF0C420-C4DA-6B02-6DFF-3B9BCD1CDC72}"/>
          </ac:spMkLst>
        </pc:spChg>
        <pc:spChg chg="add del mod">
          <ac:chgData name="Marina Pavlovic" userId="0d7f52ac4825222f" providerId="LiveId" clId="{86856DD6-54C3-4E61-8FFA-C5C59C744505}" dt="2024-02-09T09:50:38.365" v="3879"/>
          <ac:spMkLst>
            <pc:docMk/>
            <pc:sldMk cId="4256981862" sldId="262"/>
            <ac:spMk id="73" creationId="{8BA82593-C473-AD80-DB43-1AC0F459D04D}"/>
          </ac:spMkLst>
        </pc:spChg>
        <pc:spChg chg="add del mod">
          <ac:chgData name="Marina Pavlovic" userId="0d7f52ac4825222f" providerId="LiveId" clId="{86856DD6-54C3-4E61-8FFA-C5C59C744505}" dt="2024-02-09T09:50:38.365" v="3879"/>
          <ac:spMkLst>
            <pc:docMk/>
            <pc:sldMk cId="4256981862" sldId="262"/>
            <ac:spMk id="74" creationId="{CEE88A3A-346D-CC83-5D4B-B63F2C2E939E}"/>
          </ac:spMkLst>
        </pc:spChg>
        <pc:spChg chg="add del mod">
          <ac:chgData name="Marina Pavlovic" userId="0d7f52ac4825222f" providerId="LiveId" clId="{86856DD6-54C3-4E61-8FFA-C5C59C744505}" dt="2024-02-09T09:50:38.365" v="3879"/>
          <ac:spMkLst>
            <pc:docMk/>
            <pc:sldMk cId="4256981862" sldId="262"/>
            <ac:spMk id="75" creationId="{3E39457C-EFD8-8CE7-C18A-A3A25DE2E93D}"/>
          </ac:spMkLst>
        </pc:spChg>
        <pc:spChg chg="add del mod">
          <ac:chgData name="Marina Pavlovic" userId="0d7f52ac4825222f" providerId="LiveId" clId="{86856DD6-54C3-4E61-8FFA-C5C59C744505}" dt="2024-02-09T09:50:38.365" v="3879"/>
          <ac:spMkLst>
            <pc:docMk/>
            <pc:sldMk cId="4256981862" sldId="262"/>
            <ac:spMk id="76" creationId="{63D3E9FE-7A5D-71D1-9FF9-78743436E279}"/>
          </ac:spMkLst>
        </pc:spChg>
        <pc:spChg chg="add del mod">
          <ac:chgData name="Marina Pavlovic" userId="0d7f52ac4825222f" providerId="LiveId" clId="{86856DD6-54C3-4E61-8FFA-C5C59C744505}" dt="2024-02-09T09:50:38.365" v="3879"/>
          <ac:spMkLst>
            <pc:docMk/>
            <pc:sldMk cId="4256981862" sldId="262"/>
            <ac:spMk id="77" creationId="{3733C16A-FC1E-AB00-FACF-30B785C922ED}"/>
          </ac:spMkLst>
        </pc:spChg>
        <pc:spChg chg="add del mod">
          <ac:chgData name="Marina Pavlovic" userId="0d7f52ac4825222f" providerId="LiveId" clId="{86856DD6-54C3-4E61-8FFA-C5C59C744505}" dt="2024-02-09T09:50:38.365" v="3879"/>
          <ac:spMkLst>
            <pc:docMk/>
            <pc:sldMk cId="4256981862" sldId="262"/>
            <ac:spMk id="78" creationId="{0C015261-4351-CF56-37C3-C82445F3416B}"/>
          </ac:spMkLst>
        </pc:spChg>
        <pc:spChg chg="add del mod">
          <ac:chgData name="Marina Pavlovic" userId="0d7f52ac4825222f" providerId="LiveId" clId="{86856DD6-54C3-4E61-8FFA-C5C59C744505}" dt="2024-02-09T09:50:38.365" v="3879"/>
          <ac:spMkLst>
            <pc:docMk/>
            <pc:sldMk cId="4256981862" sldId="262"/>
            <ac:spMk id="79" creationId="{36D01C4F-5716-43FA-19AD-4143F8BE8129}"/>
          </ac:spMkLst>
        </pc:spChg>
        <pc:spChg chg="add del mod">
          <ac:chgData name="Marina Pavlovic" userId="0d7f52ac4825222f" providerId="LiveId" clId="{86856DD6-54C3-4E61-8FFA-C5C59C744505}" dt="2024-02-09T09:50:38.365" v="3879"/>
          <ac:spMkLst>
            <pc:docMk/>
            <pc:sldMk cId="4256981862" sldId="262"/>
            <ac:spMk id="80" creationId="{88AF9830-F6DC-1FE6-6F1E-31E8D0ACDDCF}"/>
          </ac:spMkLst>
        </pc:spChg>
        <pc:spChg chg="add del mod">
          <ac:chgData name="Marina Pavlovic" userId="0d7f52ac4825222f" providerId="LiveId" clId="{86856DD6-54C3-4E61-8FFA-C5C59C744505}" dt="2024-02-09T09:50:38.365" v="3879"/>
          <ac:spMkLst>
            <pc:docMk/>
            <pc:sldMk cId="4256981862" sldId="262"/>
            <ac:spMk id="81" creationId="{B4F2BD76-1B6E-1B62-9478-117BBA5098BB}"/>
          </ac:spMkLst>
        </pc:spChg>
        <pc:spChg chg="add del mod">
          <ac:chgData name="Marina Pavlovic" userId="0d7f52ac4825222f" providerId="LiveId" clId="{86856DD6-54C3-4E61-8FFA-C5C59C744505}" dt="2024-02-09T09:50:38.365" v="3879"/>
          <ac:spMkLst>
            <pc:docMk/>
            <pc:sldMk cId="4256981862" sldId="262"/>
            <ac:spMk id="82" creationId="{67B45D63-3FEC-0F44-58D4-A938B8D71008}"/>
          </ac:spMkLst>
        </pc:spChg>
        <pc:spChg chg="add del mod">
          <ac:chgData name="Marina Pavlovic" userId="0d7f52ac4825222f" providerId="LiveId" clId="{86856DD6-54C3-4E61-8FFA-C5C59C744505}" dt="2024-02-09T09:50:38.365" v="3879"/>
          <ac:spMkLst>
            <pc:docMk/>
            <pc:sldMk cId="4256981862" sldId="262"/>
            <ac:spMk id="83" creationId="{60CD0FA1-91BA-BBA0-B4FE-AC6F3BA6C0A3}"/>
          </ac:spMkLst>
        </pc:spChg>
        <pc:spChg chg="add del mod">
          <ac:chgData name="Marina Pavlovic" userId="0d7f52ac4825222f" providerId="LiveId" clId="{86856DD6-54C3-4E61-8FFA-C5C59C744505}" dt="2024-02-09T09:50:38.365" v="3879"/>
          <ac:spMkLst>
            <pc:docMk/>
            <pc:sldMk cId="4256981862" sldId="262"/>
            <ac:spMk id="84" creationId="{DDA3EA4E-55DB-7230-780A-09F9B8BCA6B3}"/>
          </ac:spMkLst>
        </pc:spChg>
        <pc:spChg chg="add del mod">
          <ac:chgData name="Marina Pavlovic" userId="0d7f52ac4825222f" providerId="LiveId" clId="{86856DD6-54C3-4E61-8FFA-C5C59C744505}" dt="2024-02-09T09:50:38.365" v="3879"/>
          <ac:spMkLst>
            <pc:docMk/>
            <pc:sldMk cId="4256981862" sldId="262"/>
            <ac:spMk id="85" creationId="{87327188-4BA1-8501-9C1B-B52B90FE5A40}"/>
          </ac:spMkLst>
        </pc:spChg>
        <pc:spChg chg="add del mod">
          <ac:chgData name="Marina Pavlovic" userId="0d7f52ac4825222f" providerId="LiveId" clId="{86856DD6-54C3-4E61-8FFA-C5C59C744505}" dt="2024-02-09T09:50:38.365" v="3879"/>
          <ac:spMkLst>
            <pc:docMk/>
            <pc:sldMk cId="4256981862" sldId="262"/>
            <ac:spMk id="86" creationId="{E81AE360-0E1F-B967-A7BF-0A7629C63EAC}"/>
          </ac:spMkLst>
        </pc:spChg>
        <pc:spChg chg="add del mod">
          <ac:chgData name="Marina Pavlovic" userId="0d7f52ac4825222f" providerId="LiveId" clId="{86856DD6-54C3-4E61-8FFA-C5C59C744505}" dt="2024-02-09T09:50:38.365" v="3879"/>
          <ac:spMkLst>
            <pc:docMk/>
            <pc:sldMk cId="4256981862" sldId="262"/>
            <ac:spMk id="87" creationId="{D4D2A40C-B493-0A65-09F2-917567733BD2}"/>
          </ac:spMkLst>
        </pc:spChg>
        <pc:spChg chg="add del mod">
          <ac:chgData name="Marina Pavlovic" userId="0d7f52ac4825222f" providerId="LiveId" clId="{86856DD6-54C3-4E61-8FFA-C5C59C744505}" dt="2024-02-09T09:50:38.365" v="3879"/>
          <ac:spMkLst>
            <pc:docMk/>
            <pc:sldMk cId="4256981862" sldId="262"/>
            <ac:spMk id="88" creationId="{042C4E60-5A52-C6CC-68F6-EF915F6EE341}"/>
          </ac:spMkLst>
        </pc:spChg>
        <pc:spChg chg="add del mod">
          <ac:chgData name="Marina Pavlovic" userId="0d7f52ac4825222f" providerId="LiveId" clId="{86856DD6-54C3-4E61-8FFA-C5C59C744505}" dt="2024-02-09T09:50:38.365" v="3879"/>
          <ac:spMkLst>
            <pc:docMk/>
            <pc:sldMk cId="4256981862" sldId="262"/>
            <ac:spMk id="89" creationId="{79E136C0-478D-9EEC-F2D9-CC98AA8D0088}"/>
          </ac:spMkLst>
        </pc:spChg>
        <pc:spChg chg="add del mod">
          <ac:chgData name="Marina Pavlovic" userId="0d7f52ac4825222f" providerId="LiveId" clId="{86856DD6-54C3-4E61-8FFA-C5C59C744505}" dt="2024-02-09T09:50:38.365" v="3879"/>
          <ac:spMkLst>
            <pc:docMk/>
            <pc:sldMk cId="4256981862" sldId="262"/>
            <ac:spMk id="90" creationId="{97BD5129-353D-10EE-9D63-D34D9A64567D}"/>
          </ac:spMkLst>
        </pc:spChg>
        <pc:spChg chg="add del mod">
          <ac:chgData name="Marina Pavlovic" userId="0d7f52ac4825222f" providerId="LiveId" clId="{86856DD6-54C3-4E61-8FFA-C5C59C744505}" dt="2024-02-09T09:50:38.365" v="3879"/>
          <ac:spMkLst>
            <pc:docMk/>
            <pc:sldMk cId="4256981862" sldId="262"/>
            <ac:spMk id="91" creationId="{1EA2D7F1-BCE5-D096-786E-205A28FFD110}"/>
          </ac:spMkLst>
        </pc:spChg>
        <pc:spChg chg="add del mod">
          <ac:chgData name="Marina Pavlovic" userId="0d7f52ac4825222f" providerId="LiveId" clId="{86856DD6-54C3-4E61-8FFA-C5C59C744505}" dt="2024-02-09T09:50:38.365" v="3879"/>
          <ac:spMkLst>
            <pc:docMk/>
            <pc:sldMk cId="4256981862" sldId="262"/>
            <ac:spMk id="92" creationId="{4F0BDEA6-BDB3-B246-8A65-2F8774E0440E}"/>
          </ac:spMkLst>
        </pc:spChg>
        <pc:spChg chg="add del mod">
          <ac:chgData name="Marina Pavlovic" userId="0d7f52ac4825222f" providerId="LiveId" clId="{86856DD6-54C3-4E61-8FFA-C5C59C744505}" dt="2024-02-09T09:50:38.365" v="3879"/>
          <ac:spMkLst>
            <pc:docMk/>
            <pc:sldMk cId="4256981862" sldId="262"/>
            <ac:spMk id="93" creationId="{8CBFBE12-55E5-5264-97F1-DD938BE32ADD}"/>
          </ac:spMkLst>
        </pc:spChg>
        <pc:spChg chg="add del mod">
          <ac:chgData name="Marina Pavlovic" userId="0d7f52ac4825222f" providerId="LiveId" clId="{86856DD6-54C3-4E61-8FFA-C5C59C744505}" dt="2024-02-09T09:50:38.365" v="3879"/>
          <ac:spMkLst>
            <pc:docMk/>
            <pc:sldMk cId="4256981862" sldId="262"/>
            <ac:spMk id="94" creationId="{9DAD7274-017A-9277-3FF6-D7FAD95FB1FB}"/>
          </ac:spMkLst>
        </pc:spChg>
        <pc:spChg chg="add del mod">
          <ac:chgData name="Marina Pavlovic" userId="0d7f52ac4825222f" providerId="LiveId" clId="{86856DD6-54C3-4E61-8FFA-C5C59C744505}" dt="2024-02-09T09:50:38.365" v="3879"/>
          <ac:spMkLst>
            <pc:docMk/>
            <pc:sldMk cId="4256981862" sldId="262"/>
            <ac:spMk id="95" creationId="{E4CA3B7B-7C53-AC78-5B6F-094F6AFDE67E}"/>
          </ac:spMkLst>
        </pc:spChg>
        <pc:spChg chg="add del mod">
          <ac:chgData name="Marina Pavlovic" userId="0d7f52ac4825222f" providerId="LiveId" clId="{86856DD6-54C3-4E61-8FFA-C5C59C744505}" dt="2024-02-09T09:50:38.365" v="3879"/>
          <ac:spMkLst>
            <pc:docMk/>
            <pc:sldMk cId="4256981862" sldId="262"/>
            <ac:spMk id="96" creationId="{78000B6F-2D0E-5299-FA8C-10363C4A7058}"/>
          </ac:spMkLst>
        </pc:spChg>
        <pc:spChg chg="add del mod">
          <ac:chgData name="Marina Pavlovic" userId="0d7f52ac4825222f" providerId="LiveId" clId="{86856DD6-54C3-4E61-8FFA-C5C59C744505}" dt="2024-02-09T09:50:38.365" v="3879"/>
          <ac:spMkLst>
            <pc:docMk/>
            <pc:sldMk cId="4256981862" sldId="262"/>
            <ac:spMk id="97" creationId="{CB4CB964-68E0-6257-5099-5857D8292B19}"/>
          </ac:spMkLst>
        </pc:spChg>
        <pc:spChg chg="add del mod">
          <ac:chgData name="Marina Pavlovic" userId="0d7f52ac4825222f" providerId="LiveId" clId="{86856DD6-54C3-4E61-8FFA-C5C59C744505}" dt="2024-02-09T09:50:38.365" v="3879"/>
          <ac:spMkLst>
            <pc:docMk/>
            <pc:sldMk cId="4256981862" sldId="262"/>
            <ac:spMk id="98" creationId="{DCCC4EDF-8983-7C6B-D0FF-885AAF18DDAF}"/>
          </ac:spMkLst>
        </pc:spChg>
        <pc:spChg chg="add del mod">
          <ac:chgData name="Marina Pavlovic" userId="0d7f52ac4825222f" providerId="LiveId" clId="{86856DD6-54C3-4E61-8FFA-C5C59C744505}" dt="2024-02-09T09:50:38.365" v="3879"/>
          <ac:spMkLst>
            <pc:docMk/>
            <pc:sldMk cId="4256981862" sldId="262"/>
            <ac:spMk id="99" creationId="{54DC84B6-C6B9-D16E-7B32-12E13565550C}"/>
          </ac:spMkLst>
        </pc:spChg>
        <pc:spChg chg="add del mod">
          <ac:chgData name="Marina Pavlovic" userId="0d7f52ac4825222f" providerId="LiveId" clId="{86856DD6-54C3-4E61-8FFA-C5C59C744505}" dt="2024-02-09T09:50:38.365" v="3879"/>
          <ac:spMkLst>
            <pc:docMk/>
            <pc:sldMk cId="4256981862" sldId="262"/>
            <ac:spMk id="100" creationId="{636A9100-FB84-3730-FF64-186B22BF52F6}"/>
          </ac:spMkLst>
        </pc:spChg>
        <pc:spChg chg="add del mod">
          <ac:chgData name="Marina Pavlovic" userId="0d7f52ac4825222f" providerId="LiveId" clId="{86856DD6-54C3-4E61-8FFA-C5C59C744505}" dt="2024-02-09T09:50:38.365" v="3879"/>
          <ac:spMkLst>
            <pc:docMk/>
            <pc:sldMk cId="4256981862" sldId="262"/>
            <ac:spMk id="101" creationId="{C7BAD86C-6692-C07A-9337-FF3327F403C7}"/>
          </ac:spMkLst>
        </pc:spChg>
        <pc:spChg chg="add del mod">
          <ac:chgData name="Marina Pavlovic" userId="0d7f52ac4825222f" providerId="LiveId" clId="{86856DD6-54C3-4E61-8FFA-C5C59C744505}" dt="2024-02-09T09:50:38.365" v="3879"/>
          <ac:spMkLst>
            <pc:docMk/>
            <pc:sldMk cId="4256981862" sldId="262"/>
            <ac:spMk id="102" creationId="{8184A3D2-16E7-D74A-E59F-A755204B1C54}"/>
          </ac:spMkLst>
        </pc:spChg>
        <pc:spChg chg="add del mod">
          <ac:chgData name="Marina Pavlovic" userId="0d7f52ac4825222f" providerId="LiveId" clId="{86856DD6-54C3-4E61-8FFA-C5C59C744505}" dt="2024-02-09T09:50:38.365" v="3879"/>
          <ac:spMkLst>
            <pc:docMk/>
            <pc:sldMk cId="4256981862" sldId="262"/>
            <ac:spMk id="103" creationId="{E9BDA061-0808-4CA9-C0AF-1E8D58F4E5AB}"/>
          </ac:spMkLst>
        </pc:spChg>
        <pc:spChg chg="add del mod">
          <ac:chgData name="Marina Pavlovic" userId="0d7f52ac4825222f" providerId="LiveId" clId="{86856DD6-54C3-4E61-8FFA-C5C59C744505}" dt="2024-02-09T09:50:38.365" v="3879"/>
          <ac:spMkLst>
            <pc:docMk/>
            <pc:sldMk cId="4256981862" sldId="262"/>
            <ac:spMk id="104" creationId="{7CDB4919-29ED-FAF0-1D49-263687E341CD}"/>
          </ac:spMkLst>
        </pc:spChg>
        <pc:spChg chg="add del mod">
          <ac:chgData name="Marina Pavlovic" userId="0d7f52ac4825222f" providerId="LiveId" clId="{86856DD6-54C3-4E61-8FFA-C5C59C744505}" dt="2024-02-09T09:50:38.365" v="3879"/>
          <ac:spMkLst>
            <pc:docMk/>
            <pc:sldMk cId="4256981862" sldId="262"/>
            <ac:spMk id="105" creationId="{3F912294-04F5-6639-016D-B9122E580A71}"/>
          </ac:spMkLst>
        </pc:spChg>
        <pc:spChg chg="add del mod">
          <ac:chgData name="Marina Pavlovic" userId="0d7f52ac4825222f" providerId="LiveId" clId="{86856DD6-54C3-4E61-8FFA-C5C59C744505}" dt="2024-02-09T09:50:38.365" v="3879"/>
          <ac:spMkLst>
            <pc:docMk/>
            <pc:sldMk cId="4256981862" sldId="262"/>
            <ac:spMk id="106" creationId="{2E65629A-9CE8-CFE2-138D-A31D7D0FC817}"/>
          </ac:spMkLst>
        </pc:spChg>
        <pc:spChg chg="add del mod">
          <ac:chgData name="Marina Pavlovic" userId="0d7f52ac4825222f" providerId="LiveId" clId="{86856DD6-54C3-4E61-8FFA-C5C59C744505}" dt="2024-02-09T09:50:38.365" v="3879"/>
          <ac:spMkLst>
            <pc:docMk/>
            <pc:sldMk cId="4256981862" sldId="262"/>
            <ac:spMk id="107" creationId="{4458A5AB-8EB3-454D-62E7-37F6EACB2A00}"/>
          </ac:spMkLst>
        </pc:spChg>
        <pc:spChg chg="add del mod">
          <ac:chgData name="Marina Pavlovic" userId="0d7f52ac4825222f" providerId="LiveId" clId="{86856DD6-54C3-4E61-8FFA-C5C59C744505}" dt="2024-02-09T09:50:38.365" v="3879"/>
          <ac:spMkLst>
            <pc:docMk/>
            <pc:sldMk cId="4256981862" sldId="262"/>
            <ac:spMk id="108" creationId="{1C254082-471D-63DB-DEE6-BC32CD0142FC}"/>
          </ac:spMkLst>
        </pc:spChg>
        <pc:spChg chg="add del mod">
          <ac:chgData name="Marina Pavlovic" userId="0d7f52ac4825222f" providerId="LiveId" clId="{86856DD6-54C3-4E61-8FFA-C5C59C744505}" dt="2024-02-09T09:50:38.365" v="3879"/>
          <ac:spMkLst>
            <pc:docMk/>
            <pc:sldMk cId="4256981862" sldId="262"/>
            <ac:spMk id="109" creationId="{D4768418-8CE5-39E6-9FD7-4183999C30F3}"/>
          </ac:spMkLst>
        </pc:spChg>
        <pc:spChg chg="add del mod">
          <ac:chgData name="Marina Pavlovic" userId="0d7f52ac4825222f" providerId="LiveId" clId="{86856DD6-54C3-4E61-8FFA-C5C59C744505}" dt="2024-02-09T09:50:38.365" v="3879"/>
          <ac:spMkLst>
            <pc:docMk/>
            <pc:sldMk cId="4256981862" sldId="262"/>
            <ac:spMk id="110" creationId="{BFF9D17B-272F-754C-0B26-80A8D0B8D337}"/>
          </ac:spMkLst>
        </pc:spChg>
        <pc:spChg chg="add del mod">
          <ac:chgData name="Marina Pavlovic" userId="0d7f52ac4825222f" providerId="LiveId" clId="{86856DD6-54C3-4E61-8FFA-C5C59C744505}" dt="2024-02-09T09:50:38.365" v="3879"/>
          <ac:spMkLst>
            <pc:docMk/>
            <pc:sldMk cId="4256981862" sldId="262"/>
            <ac:spMk id="111" creationId="{BFADB1F4-2188-EE73-3B24-3F51F8ECD5ED}"/>
          </ac:spMkLst>
        </pc:spChg>
        <pc:spChg chg="add del mod">
          <ac:chgData name="Marina Pavlovic" userId="0d7f52ac4825222f" providerId="LiveId" clId="{86856DD6-54C3-4E61-8FFA-C5C59C744505}" dt="2024-02-09T09:50:38.365" v="3879"/>
          <ac:spMkLst>
            <pc:docMk/>
            <pc:sldMk cId="4256981862" sldId="262"/>
            <ac:spMk id="112" creationId="{062419C3-BF1A-B145-581F-2A5E9B93E619}"/>
          </ac:spMkLst>
        </pc:spChg>
        <pc:spChg chg="add del mod">
          <ac:chgData name="Marina Pavlovic" userId="0d7f52ac4825222f" providerId="LiveId" clId="{86856DD6-54C3-4E61-8FFA-C5C59C744505}" dt="2024-02-09T09:50:38.365" v="3879"/>
          <ac:spMkLst>
            <pc:docMk/>
            <pc:sldMk cId="4256981862" sldId="262"/>
            <ac:spMk id="113" creationId="{345F1BF3-4A16-E6AD-E080-191F96F66A38}"/>
          </ac:spMkLst>
        </pc:spChg>
        <pc:spChg chg="add del mod">
          <ac:chgData name="Marina Pavlovic" userId="0d7f52ac4825222f" providerId="LiveId" clId="{86856DD6-54C3-4E61-8FFA-C5C59C744505}" dt="2024-02-09T10:05:27.537" v="3931"/>
          <ac:spMkLst>
            <pc:docMk/>
            <pc:sldMk cId="4256981862" sldId="262"/>
            <ac:spMk id="118" creationId="{DB9B9D2E-4703-E08C-9A96-B44F092A9E6F}"/>
          </ac:spMkLst>
        </pc:spChg>
        <pc:spChg chg="add mod ord">
          <ac:chgData name="Marina Pavlovic" userId="0d7f52ac4825222f" providerId="LiveId" clId="{86856DD6-54C3-4E61-8FFA-C5C59C744505}" dt="2024-02-11T09:57:19.569" v="9556" actId="20577"/>
          <ac:spMkLst>
            <pc:docMk/>
            <pc:sldMk cId="4256981862" sldId="262"/>
            <ac:spMk id="121" creationId="{A215FC1A-C6A7-52A9-76C9-88F7317E6F6E}"/>
          </ac:spMkLst>
        </pc:spChg>
        <pc:spChg chg="add del mod ord">
          <ac:chgData name="Marina Pavlovic" userId="0d7f52ac4825222f" providerId="LiveId" clId="{86856DD6-54C3-4E61-8FFA-C5C59C744505}" dt="2024-02-09T10:27:59.559" v="3972" actId="700"/>
          <ac:spMkLst>
            <pc:docMk/>
            <pc:sldMk cId="4256981862" sldId="262"/>
            <ac:spMk id="122" creationId="{FE5E6785-7DA1-6CF7-1F96-6F3C7E605053}"/>
          </ac:spMkLst>
        </pc:spChg>
        <pc:spChg chg="add del mod ord">
          <ac:chgData name="Marina Pavlovic" userId="0d7f52ac4825222f" providerId="LiveId" clId="{86856DD6-54C3-4E61-8FFA-C5C59C744505}" dt="2024-02-09T10:27:59.559" v="3972" actId="700"/>
          <ac:spMkLst>
            <pc:docMk/>
            <pc:sldMk cId="4256981862" sldId="262"/>
            <ac:spMk id="124" creationId="{24B278CE-5FFA-8D25-41BB-5B9F08B9B3EE}"/>
          </ac:spMkLst>
        </pc:spChg>
        <pc:spChg chg="add del mod">
          <ac:chgData name="Marina Pavlovic" userId="0d7f52ac4825222f" providerId="LiveId" clId="{86856DD6-54C3-4E61-8FFA-C5C59C744505}" dt="2024-02-09T10:27:59.559" v="3972" actId="700"/>
          <ac:spMkLst>
            <pc:docMk/>
            <pc:sldMk cId="4256981862" sldId="262"/>
            <ac:spMk id="126" creationId="{BCFD30B8-07C0-89A8-46BC-D75BD7FA1265}"/>
          </ac:spMkLst>
        </pc:spChg>
        <pc:spChg chg="add del mod ord">
          <ac:chgData name="Marina Pavlovic" userId="0d7f52ac4825222f" providerId="LiveId" clId="{86856DD6-54C3-4E61-8FFA-C5C59C744505}" dt="2024-02-09T10:28:07.486" v="3974" actId="21"/>
          <ac:spMkLst>
            <pc:docMk/>
            <pc:sldMk cId="4256981862" sldId="262"/>
            <ac:spMk id="127" creationId="{4B7DAD4F-6BA9-1C74-505D-AF7EFA059D2D}"/>
          </ac:spMkLst>
        </pc:spChg>
        <pc:graphicFrameChg chg="add del mod modGraphic">
          <ac:chgData name="Marina Pavlovic" userId="0d7f52ac4825222f" providerId="LiveId" clId="{86856DD6-54C3-4E61-8FFA-C5C59C744505}" dt="2024-02-05T15:30:21.399" v="602" actId="26606"/>
          <ac:graphicFrameMkLst>
            <pc:docMk/>
            <pc:sldMk cId="4256981862" sldId="262"/>
            <ac:graphicFrameMk id="6" creationId="{8D7BF345-F2F1-40C0-CF3F-2E4C650CE9E0}"/>
          </ac:graphicFrameMkLst>
        </pc:graphicFrameChg>
        <pc:graphicFrameChg chg="add del mod modGraphic">
          <ac:chgData name="Marina Pavlovic" userId="0d7f52ac4825222f" providerId="LiveId" clId="{86856DD6-54C3-4E61-8FFA-C5C59C744505}" dt="2024-02-05T15:30:12.416" v="601"/>
          <ac:graphicFrameMkLst>
            <pc:docMk/>
            <pc:sldMk cId="4256981862" sldId="262"/>
            <ac:graphicFrameMk id="7" creationId="{D63A0901-2ACD-3FFB-4123-4B93FD94E27B}"/>
          </ac:graphicFrameMkLst>
        </pc:graphicFrameChg>
        <pc:graphicFrameChg chg="add del modGraphic">
          <ac:chgData name="Marina Pavlovic" userId="0d7f52ac4825222f" providerId="LiveId" clId="{86856DD6-54C3-4E61-8FFA-C5C59C744505}" dt="2024-02-05T15:29:16.579" v="592" actId="1032"/>
          <ac:graphicFrameMkLst>
            <pc:docMk/>
            <pc:sldMk cId="4256981862" sldId="262"/>
            <ac:graphicFrameMk id="8" creationId="{5052ACAA-983B-B3AB-805E-18AD1594BD86}"/>
          </ac:graphicFrameMkLst>
        </pc:graphicFrameChg>
        <pc:graphicFrameChg chg="add del mod ord modGraphic">
          <ac:chgData name="Marina Pavlovic" userId="0d7f52ac4825222f" providerId="LiveId" clId="{86856DD6-54C3-4E61-8FFA-C5C59C744505}" dt="2024-02-09T09:45:34.524" v="3876" actId="21"/>
          <ac:graphicFrameMkLst>
            <pc:docMk/>
            <pc:sldMk cId="4256981862" sldId="262"/>
            <ac:graphicFrameMk id="9" creationId="{8D7BF345-F2F1-40C0-CF3F-2E4C650CE9E0}"/>
          </ac:graphicFrameMkLst>
        </pc:graphicFrameChg>
        <pc:graphicFrameChg chg="add del mod">
          <ac:chgData name="Marina Pavlovic" userId="0d7f52ac4825222f" providerId="LiveId" clId="{86856DD6-54C3-4E61-8FFA-C5C59C744505}" dt="2024-02-09T09:50:38.365" v="3879"/>
          <ac:graphicFrameMkLst>
            <pc:docMk/>
            <pc:sldMk cId="4256981862" sldId="262"/>
            <ac:graphicFrameMk id="25" creationId="{E15588B7-5267-2E4E-AB60-BBDFD5CB3AE1}"/>
          </ac:graphicFrameMkLst>
        </pc:graphicFrameChg>
        <pc:graphicFrameChg chg="add del mod">
          <ac:chgData name="Marina Pavlovic" userId="0d7f52ac4825222f" providerId="LiveId" clId="{86856DD6-54C3-4E61-8FFA-C5C59C744505}" dt="2024-02-09T09:50:38.365" v="3879"/>
          <ac:graphicFrameMkLst>
            <pc:docMk/>
            <pc:sldMk cId="4256981862" sldId="262"/>
            <ac:graphicFrameMk id="27" creationId="{84A69B18-6DB9-6D76-6BDA-97D2F14C28EA}"/>
          </ac:graphicFrameMkLst>
        </pc:graphicFrameChg>
        <pc:graphicFrameChg chg="add del mod">
          <ac:chgData name="Marina Pavlovic" userId="0d7f52ac4825222f" providerId="LiveId" clId="{86856DD6-54C3-4E61-8FFA-C5C59C744505}" dt="2024-02-09T09:50:38.365" v="3879"/>
          <ac:graphicFrameMkLst>
            <pc:docMk/>
            <pc:sldMk cId="4256981862" sldId="262"/>
            <ac:graphicFrameMk id="28" creationId="{5DA9A175-75F7-A476-8A9C-C00D4C3A3D81}"/>
          </ac:graphicFrameMkLst>
        </pc:graphicFrameChg>
        <pc:graphicFrameChg chg="add del mod">
          <ac:chgData name="Marina Pavlovic" userId="0d7f52ac4825222f" providerId="LiveId" clId="{86856DD6-54C3-4E61-8FFA-C5C59C744505}" dt="2024-02-09T09:50:38.365" v="3879"/>
          <ac:graphicFrameMkLst>
            <pc:docMk/>
            <pc:sldMk cId="4256981862" sldId="262"/>
            <ac:graphicFrameMk id="29" creationId="{869A5B9B-80BC-F808-18BC-651C301BC1DF}"/>
          </ac:graphicFrameMkLst>
        </pc:graphicFrameChg>
        <pc:graphicFrameChg chg="add del mod">
          <ac:chgData name="Marina Pavlovic" userId="0d7f52ac4825222f" providerId="LiveId" clId="{86856DD6-54C3-4E61-8FFA-C5C59C744505}" dt="2024-02-09T09:50:38.365" v="3879"/>
          <ac:graphicFrameMkLst>
            <pc:docMk/>
            <pc:sldMk cId="4256981862" sldId="262"/>
            <ac:graphicFrameMk id="30" creationId="{4186A0C4-DFD2-678D-52A4-E45FB48E9112}"/>
          </ac:graphicFrameMkLst>
        </pc:graphicFrameChg>
        <pc:graphicFrameChg chg="add del mod">
          <ac:chgData name="Marina Pavlovic" userId="0d7f52ac4825222f" providerId="LiveId" clId="{86856DD6-54C3-4E61-8FFA-C5C59C744505}" dt="2024-02-09T09:50:38.365" v="3879"/>
          <ac:graphicFrameMkLst>
            <pc:docMk/>
            <pc:sldMk cId="4256981862" sldId="262"/>
            <ac:graphicFrameMk id="32" creationId="{F3164EF8-F419-BAAC-F6B7-1EF31E1D08BE}"/>
          </ac:graphicFrameMkLst>
        </pc:graphicFrameChg>
        <pc:graphicFrameChg chg="add del mod">
          <ac:chgData name="Marina Pavlovic" userId="0d7f52ac4825222f" providerId="LiveId" clId="{86856DD6-54C3-4E61-8FFA-C5C59C744505}" dt="2024-02-09T09:50:38.365" v="3879"/>
          <ac:graphicFrameMkLst>
            <pc:docMk/>
            <pc:sldMk cId="4256981862" sldId="262"/>
            <ac:graphicFrameMk id="34" creationId="{8D2ECCDF-3D20-219E-4165-F1FD7CB08837}"/>
          </ac:graphicFrameMkLst>
        </pc:graphicFrameChg>
        <pc:graphicFrameChg chg="add del mod">
          <ac:chgData name="Marina Pavlovic" userId="0d7f52ac4825222f" providerId="LiveId" clId="{86856DD6-54C3-4E61-8FFA-C5C59C744505}" dt="2024-02-09T09:50:38.365" v="3879"/>
          <ac:graphicFrameMkLst>
            <pc:docMk/>
            <pc:sldMk cId="4256981862" sldId="262"/>
            <ac:graphicFrameMk id="36" creationId="{BA4FA2EC-A789-1B10-57E6-69CCE780F943}"/>
          </ac:graphicFrameMkLst>
        </pc:graphicFrameChg>
        <pc:graphicFrameChg chg="add del mod">
          <ac:chgData name="Marina Pavlovic" userId="0d7f52ac4825222f" providerId="LiveId" clId="{86856DD6-54C3-4E61-8FFA-C5C59C744505}" dt="2024-02-09T09:50:38.365" v="3879"/>
          <ac:graphicFrameMkLst>
            <pc:docMk/>
            <pc:sldMk cId="4256981862" sldId="262"/>
            <ac:graphicFrameMk id="38" creationId="{6C3FC511-B988-3981-677E-7F9FE1E26F0F}"/>
          </ac:graphicFrameMkLst>
        </pc:graphicFrameChg>
        <pc:graphicFrameChg chg="add del mod">
          <ac:chgData name="Marina Pavlovic" userId="0d7f52ac4825222f" providerId="LiveId" clId="{86856DD6-54C3-4E61-8FFA-C5C59C744505}" dt="2024-02-09T09:50:38.365" v="3879"/>
          <ac:graphicFrameMkLst>
            <pc:docMk/>
            <pc:sldMk cId="4256981862" sldId="262"/>
            <ac:graphicFrameMk id="40" creationId="{0D3F86BA-5EA6-DFFC-FEA4-9C6493B055B1}"/>
          </ac:graphicFrameMkLst>
        </pc:graphicFrameChg>
        <pc:graphicFrameChg chg="add del mod">
          <ac:chgData name="Marina Pavlovic" userId="0d7f52ac4825222f" providerId="LiveId" clId="{86856DD6-54C3-4E61-8FFA-C5C59C744505}" dt="2024-02-09T09:50:38.365" v="3879"/>
          <ac:graphicFrameMkLst>
            <pc:docMk/>
            <pc:sldMk cId="4256981862" sldId="262"/>
            <ac:graphicFrameMk id="41" creationId="{960F923A-8D78-D3B0-BE8E-E71FB8EE81C4}"/>
          </ac:graphicFrameMkLst>
        </pc:graphicFrameChg>
        <pc:graphicFrameChg chg="add del mod ord modGraphic">
          <ac:chgData name="Marina Pavlovic" userId="0d7f52ac4825222f" providerId="LiveId" clId="{86856DD6-54C3-4E61-8FFA-C5C59C744505}" dt="2024-02-09T10:02:29.150" v="3902" actId="3680"/>
          <ac:graphicFrameMkLst>
            <pc:docMk/>
            <pc:sldMk cId="4256981862" sldId="262"/>
            <ac:graphicFrameMk id="114" creationId="{6BB8BEC2-27B7-2CB5-0C1A-0E5878469B24}"/>
          </ac:graphicFrameMkLst>
        </pc:graphicFrameChg>
        <pc:graphicFrameChg chg="add del mod ord modGraphic">
          <ac:chgData name="Marina Pavlovic" userId="0d7f52ac4825222f" providerId="LiveId" clId="{86856DD6-54C3-4E61-8FFA-C5C59C744505}" dt="2024-02-09T10:27:14.138" v="3969" actId="21"/>
          <ac:graphicFrameMkLst>
            <pc:docMk/>
            <pc:sldMk cId="4256981862" sldId="262"/>
            <ac:graphicFrameMk id="115" creationId="{B2CF2170-D42B-A613-A086-C416E22EFD9D}"/>
          </ac:graphicFrameMkLst>
        </pc:graphicFrameChg>
        <pc:graphicFrameChg chg="add del mod">
          <ac:chgData name="Marina Pavlovic" userId="0d7f52ac4825222f" providerId="LiveId" clId="{86856DD6-54C3-4E61-8FFA-C5C59C744505}" dt="2024-02-09T10:05:19.487" v="3930" actId="21"/>
          <ac:graphicFrameMkLst>
            <pc:docMk/>
            <pc:sldMk cId="4256981862" sldId="262"/>
            <ac:graphicFrameMk id="116" creationId="{39084A07-D1AC-1F7A-A491-243B55359CA7}"/>
          </ac:graphicFrameMkLst>
        </pc:graphicFrameChg>
        <pc:graphicFrameChg chg="add mod ord modGraphic">
          <ac:chgData name="Marina Pavlovic" userId="0d7f52ac4825222f" providerId="LiveId" clId="{86856DD6-54C3-4E61-8FFA-C5C59C744505}" dt="2024-02-09T10:46:23.470" v="4147" actId="14100"/>
          <ac:graphicFrameMkLst>
            <pc:docMk/>
            <pc:sldMk cId="4256981862" sldId="262"/>
            <ac:graphicFrameMk id="120" creationId="{46C3CFA9-EFFE-6313-129B-E9F38843CAA7}"/>
          </ac:graphicFrameMkLst>
        </pc:graphicFrameChg>
        <pc:picChg chg="add del mod">
          <ac:chgData name="Marina Pavlovic" userId="0d7f52ac4825222f" providerId="LiveId" clId="{86856DD6-54C3-4E61-8FFA-C5C59C744505}" dt="2024-02-17T13:57:45.806" v="15584"/>
          <ac:picMkLst>
            <pc:docMk/>
            <pc:sldMk cId="4256981862" sldId="262"/>
            <ac:picMk id="5" creationId="{530CD2C4-9053-8721-AD1E-BF2985121C6D}"/>
          </ac:picMkLst>
        </pc:picChg>
        <pc:picChg chg="add del mod ord">
          <ac:chgData name="Marina Pavlovic" userId="0d7f52ac4825222f" providerId="LiveId" clId="{86856DD6-54C3-4E61-8FFA-C5C59C744505}" dt="2024-02-09T09:45:41.954" v="3877" actId="21"/>
          <ac:picMkLst>
            <pc:docMk/>
            <pc:sldMk cId="4256981862" sldId="262"/>
            <ac:picMk id="6" creationId="{5E3D97E2-4D49-E538-86BE-48D7E63D17E1}"/>
          </ac:picMkLst>
        </pc:picChg>
        <pc:picChg chg="add del mod ord">
          <ac:chgData name="Marina Pavlovic" userId="0d7f52ac4825222f" providerId="LiveId" clId="{86856DD6-54C3-4E61-8FFA-C5C59C744505}" dt="2024-02-17T13:58:07.576" v="15585"/>
          <ac:picMkLst>
            <pc:docMk/>
            <pc:sldMk cId="4256981862" sldId="262"/>
            <ac:picMk id="8" creationId="{A666882E-1C6C-9254-FF27-9F0BF1246D32}"/>
          </ac:picMkLst>
        </pc:picChg>
        <pc:picChg chg="add del mod">
          <ac:chgData name="Marina Pavlovic" userId="0d7f52ac4825222f" providerId="LiveId" clId="{86856DD6-54C3-4E61-8FFA-C5C59C744505}" dt="2024-02-17T13:58:19.155" v="15587"/>
          <ac:picMkLst>
            <pc:docMk/>
            <pc:sldMk cId="4256981862" sldId="262"/>
            <ac:picMk id="9" creationId="{AD14650B-6282-A48E-74B5-A40CB6ECF4B5}"/>
          </ac:picMkLst>
        </pc:picChg>
        <pc:picChg chg="add del mod ord">
          <ac:chgData name="Marina Pavlovic" userId="0d7f52ac4825222f" providerId="LiveId" clId="{86856DD6-54C3-4E61-8FFA-C5C59C744505}" dt="2024-02-17T13:58:27.109" v="15588"/>
          <ac:picMkLst>
            <pc:docMk/>
            <pc:sldMk cId="4256981862" sldId="262"/>
            <ac:picMk id="12" creationId="{03006965-59DB-C702-E930-6C24DD549F7C}"/>
          </ac:picMkLst>
        </pc:picChg>
        <pc:picChg chg="add del mod">
          <ac:chgData name="Marina Pavlovic" userId="0d7f52ac4825222f" providerId="LiveId" clId="{86856DD6-54C3-4E61-8FFA-C5C59C744505}" dt="2024-02-17T13:58:28.582" v="15590"/>
          <ac:picMkLst>
            <pc:docMk/>
            <pc:sldMk cId="4256981862" sldId="262"/>
            <ac:picMk id="13" creationId="{96AC7BA7-6D9B-9D19-EA29-1525089CA7AD}"/>
          </ac:picMkLst>
        </pc:picChg>
        <pc:picChg chg="add del mod ord">
          <ac:chgData name="Marina Pavlovic" userId="0d7f52ac4825222f" providerId="LiveId" clId="{86856DD6-54C3-4E61-8FFA-C5C59C744505}" dt="2024-02-17T13:58:55.506" v="15591"/>
          <ac:picMkLst>
            <pc:docMk/>
            <pc:sldMk cId="4256981862" sldId="262"/>
            <ac:picMk id="16" creationId="{6C964CA4-060D-67D3-4D46-DD0839A6D2A9}"/>
          </ac:picMkLst>
        </pc:picChg>
        <pc:picChg chg="add del mod">
          <ac:chgData name="Marina Pavlovic" userId="0d7f52ac4825222f" providerId="LiveId" clId="{86856DD6-54C3-4E61-8FFA-C5C59C744505}" dt="2024-02-17T14:58:40.993" v="15855"/>
          <ac:picMkLst>
            <pc:docMk/>
            <pc:sldMk cId="4256981862" sldId="262"/>
            <ac:picMk id="17" creationId="{A21FBB55-B045-2BCA-D634-67BDD89B0983}"/>
          </ac:picMkLst>
        </pc:picChg>
        <pc:picChg chg="add del mod ord">
          <ac:chgData name="Marina Pavlovic" userId="0d7f52ac4825222f" providerId="LiveId" clId="{86856DD6-54C3-4E61-8FFA-C5C59C744505}" dt="2024-02-17T14:59:07.366" v="15856"/>
          <ac:picMkLst>
            <pc:docMk/>
            <pc:sldMk cId="4256981862" sldId="262"/>
            <ac:picMk id="30" creationId="{1F3D8BE0-9373-DB37-2E20-78C7FDA1CF7A}"/>
          </ac:picMkLst>
        </pc:picChg>
        <pc:picChg chg="add mod">
          <ac:chgData name="Marina Pavlovic" userId="0d7f52ac4825222f" providerId="LiveId" clId="{86856DD6-54C3-4E61-8FFA-C5C59C744505}" dt="2024-02-17T14:59:07.366" v="15856"/>
          <ac:picMkLst>
            <pc:docMk/>
            <pc:sldMk cId="4256981862" sldId="262"/>
            <ac:picMk id="31" creationId="{9F24CCAF-80C9-9AF6-2F5F-8B74A2165232}"/>
          </ac:picMkLst>
        </pc:picChg>
        <pc:picChg chg="add del mod">
          <ac:chgData name="Marina Pavlovic" userId="0d7f52ac4825222f" providerId="LiveId" clId="{86856DD6-54C3-4E61-8FFA-C5C59C744505}" dt="2024-02-09T10:05:16.638" v="3926"/>
          <ac:picMkLst>
            <pc:docMk/>
            <pc:sldMk cId="4256981862" sldId="262"/>
            <ac:picMk id="119" creationId="{E7753B72-1B57-CA75-1629-86049F718A21}"/>
          </ac:picMkLst>
        </pc:picChg>
      </pc:sldChg>
      <pc:sldChg chg="addSp delSp modSp new mod modTransition setBg modClrScheme modAnim chgLayout modNotesTx">
        <pc:chgData name="Marina Pavlovic" userId="0d7f52ac4825222f" providerId="LiveId" clId="{86856DD6-54C3-4E61-8FFA-C5C59C744505}" dt="2024-02-17T14:47:10.331" v="15817"/>
        <pc:sldMkLst>
          <pc:docMk/>
          <pc:sldMk cId="618549433" sldId="263"/>
        </pc:sldMkLst>
        <pc:spChg chg="add del mod">
          <ac:chgData name="Marina Pavlovic" userId="0d7f52ac4825222f" providerId="LiveId" clId="{86856DD6-54C3-4E61-8FFA-C5C59C744505}" dt="2024-02-09T11:59:58.806" v="4403" actId="21"/>
          <ac:spMkLst>
            <pc:docMk/>
            <pc:sldMk cId="618549433" sldId="263"/>
            <ac:spMk id="2" creationId="{62476418-8D02-6AD7-3C0D-8AF85DBEC78D}"/>
          </ac:spMkLst>
        </pc:spChg>
        <pc:spChg chg="add del mod">
          <ac:chgData name="Marina Pavlovic" userId="0d7f52ac4825222f" providerId="LiveId" clId="{86856DD6-54C3-4E61-8FFA-C5C59C744505}" dt="2024-02-09T11:59:54.526" v="4401" actId="21"/>
          <ac:spMkLst>
            <pc:docMk/>
            <pc:sldMk cId="618549433" sldId="263"/>
            <ac:spMk id="3" creationId="{0993FB00-4BCC-2532-05DF-F933BBF930E0}"/>
          </ac:spMkLst>
        </pc:spChg>
        <pc:spChg chg="mod ord">
          <ac:chgData name="Marina Pavlovic" userId="0d7f52ac4825222f" providerId="LiveId" clId="{86856DD6-54C3-4E61-8FFA-C5C59C744505}" dt="2024-02-09T12:09:59.003" v="4500" actId="700"/>
          <ac:spMkLst>
            <pc:docMk/>
            <pc:sldMk cId="618549433" sldId="263"/>
            <ac:spMk id="4" creationId="{C40147DE-E4A5-C819-B06A-C81703422364}"/>
          </ac:spMkLst>
        </pc:spChg>
        <pc:spChg chg="add del mod ord">
          <ac:chgData name="Marina Pavlovic" userId="0d7f52ac4825222f" providerId="LiveId" clId="{86856DD6-54C3-4E61-8FFA-C5C59C744505}" dt="2024-02-09T11:59:24.015" v="4398" actId="700"/>
          <ac:spMkLst>
            <pc:docMk/>
            <pc:sldMk cId="618549433" sldId="263"/>
            <ac:spMk id="8" creationId="{8E977295-66CD-B597-86AB-76928AD74036}"/>
          </ac:spMkLst>
        </pc:spChg>
        <pc:spChg chg="add del mod ord">
          <ac:chgData name="Marina Pavlovic" userId="0d7f52ac4825222f" providerId="LiveId" clId="{86856DD6-54C3-4E61-8FFA-C5C59C744505}" dt="2024-02-09T11:59:24.015" v="4398" actId="700"/>
          <ac:spMkLst>
            <pc:docMk/>
            <pc:sldMk cId="618549433" sldId="263"/>
            <ac:spMk id="9" creationId="{79EC0EC1-F109-3E95-B449-12D90E546819}"/>
          </ac:spMkLst>
        </pc:spChg>
        <pc:spChg chg="add del mod ord">
          <ac:chgData name="Marina Pavlovic" userId="0d7f52ac4825222f" providerId="LiveId" clId="{86856DD6-54C3-4E61-8FFA-C5C59C744505}" dt="2024-02-09T11:59:39.061" v="4400" actId="700"/>
          <ac:spMkLst>
            <pc:docMk/>
            <pc:sldMk cId="618549433" sldId="263"/>
            <ac:spMk id="10" creationId="{FEABE63A-3359-468F-71DE-3C39483E19E8}"/>
          </ac:spMkLst>
        </pc:spChg>
        <pc:spChg chg="add del mod ord">
          <ac:chgData name="Marina Pavlovic" userId="0d7f52ac4825222f" providerId="LiveId" clId="{86856DD6-54C3-4E61-8FFA-C5C59C744505}" dt="2024-02-09T11:59:39.061" v="4400" actId="700"/>
          <ac:spMkLst>
            <pc:docMk/>
            <pc:sldMk cId="618549433" sldId="263"/>
            <ac:spMk id="11" creationId="{B59369A5-E614-0CC8-AD57-D6E24ADCDBAF}"/>
          </ac:spMkLst>
        </pc:spChg>
        <pc:spChg chg="add del mod ord">
          <ac:chgData name="Marina Pavlovic" userId="0d7f52ac4825222f" providerId="LiveId" clId="{86856DD6-54C3-4E61-8FFA-C5C59C744505}" dt="2024-02-09T12:10:33.224" v="4515" actId="20577"/>
          <ac:spMkLst>
            <pc:docMk/>
            <pc:sldMk cId="618549433" sldId="263"/>
            <ac:spMk id="12" creationId="{B288E0C8-99A8-6DA5-4A4F-E0B09ADAAD49}"/>
          </ac:spMkLst>
        </pc:spChg>
        <pc:spChg chg="add del mod ord">
          <ac:chgData name="Marina Pavlovic" userId="0d7f52ac4825222f" providerId="LiveId" clId="{86856DD6-54C3-4E61-8FFA-C5C59C744505}" dt="2024-02-09T12:00:10.969" v="4405"/>
          <ac:spMkLst>
            <pc:docMk/>
            <pc:sldMk cId="618549433" sldId="263"/>
            <ac:spMk id="13" creationId="{0BB7B160-513F-3AFF-4935-641F30476430}"/>
          </ac:spMkLst>
        </pc:spChg>
        <pc:spChg chg="add mod ord">
          <ac:chgData name="Marina Pavlovic" userId="0d7f52ac4825222f" providerId="LiveId" clId="{86856DD6-54C3-4E61-8FFA-C5C59C744505}" dt="2024-02-09T12:10:28.349" v="4505" actId="1076"/>
          <ac:spMkLst>
            <pc:docMk/>
            <pc:sldMk cId="618549433" sldId="263"/>
            <ac:spMk id="14" creationId="{F6F5D628-10BE-C837-64A6-C378D30F4B37}"/>
          </ac:spMkLst>
        </pc:spChg>
        <pc:spChg chg="add del mod ord">
          <ac:chgData name="Marina Pavlovic" userId="0d7f52ac4825222f" providerId="LiveId" clId="{86856DD6-54C3-4E61-8FFA-C5C59C744505}" dt="2024-02-09T12:09:59.003" v="4500" actId="700"/>
          <ac:spMkLst>
            <pc:docMk/>
            <pc:sldMk cId="618549433" sldId="263"/>
            <ac:spMk id="15" creationId="{9722C9DD-E21A-518A-D183-0065F22D15D2}"/>
          </ac:spMkLst>
        </pc:spChg>
        <pc:spChg chg="add del mod ord">
          <ac:chgData name="Marina Pavlovic" userId="0d7f52ac4825222f" providerId="LiveId" clId="{86856DD6-54C3-4E61-8FFA-C5C59C744505}" dt="2024-02-09T12:09:59.003" v="4500" actId="700"/>
          <ac:spMkLst>
            <pc:docMk/>
            <pc:sldMk cId="618549433" sldId="263"/>
            <ac:spMk id="16" creationId="{7256D0AB-FA17-54BA-A2E8-1AE23097F154}"/>
          </ac:spMkLst>
        </pc:spChg>
        <pc:spChg chg="add del mod ord">
          <ac:chgData name="Marina Pavlovic" userId="0d7f52ac4825222f" providerId="LiveId" clId="{86856DD6-54C3-4E61-8FFA-C5C59C744505}" dt="2024-02-09T12:09:57.912" v="4499" actId="700"/>
          <ac:spMkLst>
            <pc:docMk/>
            <pc:sldMk cId="618549433" sldId="263"/>
            <ac:spMk id="17" creationId="{5A6F07D4-D213-036F-83F1-45F3D6353828}"/>
          </ac:spMkLst>
        </pc:spChg>
        <pc:spChg chg="add del">
          <ac:chgData name="Marina Pavlovic" userId="0d7f52ac4825222f" providerId="LiveId" clId="{86856DD6-54C3-4E61-8FFA-C5C59C744505}" dt="2024-02-09T12:03:03.037" v="4428" actId="26606"/>
          <ac:spMkLst>
            <pc:docMk/>
            <pc:sldMk cId="618549433" sldId="263"/>
            <ac:spMk id="19" creationId="{2029D5AD-8348-4446-B191-6A9B6FE03F21}"/>
          </ac:spMkLst>
        </pc:spChg>
        <pc:spChg chg="add del">
          <ac:chgData name="Marina Pavlovic" userId="0d7f52ac4825222f" providerId="LiveId" clId="{86856DD6-54C3-4E61-8FFA-C5C59C744505}" dt="2024-02-09T12:03:03.037" v="4428" actId="26606"/>
          <ac:spMkLst>
            <pc:docMk/>
            <pc:sldMk cId="618549433" sldId="263"/>
            <ac:spMk id="21" creationId="{A3F395A2-2B64-4749-BD93-2F159C7E1FB5}"/>
          </ac:spMkLst>
        </pc:spChg>
        <pc:spChg chg="add del">
          <ac:chgData name="Marina Pavlovic" userId="0d7f52ac4825222f" providerId="LiveId" clId="{86856DD6-54C3-4E61-8FFA-C5C59C744505}" dt="2024-02-09T12:03:03.037" v="4428" actId="26606"/>
          <ac:spMkLst>
            <pc:docMk/>
            <pc:sldMk cId="618549433" sldId="263"/>
            <ac:spMk id="23" creationId="{5CF0135B-EAB8-4CA0-896C-2D897ECD28BC}"/>
          </ac:spMkLst>
        </pc:spChg>
        <pc:spChg chg="add del">
          <ac:chgData name="Marina Pavlovic" userId="0d7f52ac4825222f" providerId="LiveId" clId="{86856DD6-54C3-4E61-8FFA-C5C59C744505}" dt="2024-02-09T12:03:03.037" v="4428" actId="26606"/>
          <ac:spMkLst>
            <pc:docMk/>
            <pc:sldMk cId="618549433" sldId="263"/>
            <ac:spMk id="25" creationId="{92C3387C-D24F-4737-8A37-1DC5CFF09CFA}"/>
          </ac:spMkLst>
        </pc:spChg>
        <pc:picChg chg="add del mod">
          <ac:chgData name="Marina Pavlovic" userId="0d7f52ac4825222f" providerId="LiveId" clId="{86856DD6-54C3-4E61-8FFA-C5C59C744505}" dt="2024-02-17T14:44:57.381" v="15801"/>
          <ac:picMkLst>
            <pc:docMk/>
            <pc:sldMk cId="618549433" sldId="263"/>
            <ac:picMk id="6" creationId="{640EAF6F-0A0D-1BDB-AC19-98165C747691}"/>
          </ac:picMkLst>
        </pc:picChg>
        <pc:picChg chg="add del mod ord">
          <ac:chgData name="Marina Pavlovic" userId="0d7f52ac4825222f" providerId="LiveId" clId="{86856DD6-54C3-4E61-8FFA-C5C59C744505}" dt="2024-02-17T14:45:09.457" v="15802"/>
          <ac:picMkLst>
            <pc:docMk/>
            <pc:sldMk cId="618549433" sldId="263"/>
            <ac:picMk id="9" creationId="{87CC2ED2-9E13-CA88-FE71-74D27D67280B}"/>
          </ac:picMkLst>
        </pc:picChg>
        <pc:picChg chg="add del mod">
          <ac:chgData name="Marina Pavlovic" userId="0d7f52ac4825222f" providerId="LiveId" clId="{86856DD6-54C3-4E61-8FFA-C5C59C744505}" dt="2024-02-17T14:45:13.655" v="15804"/>
          <ac:picMkLst>
            <pc:docMk/>
            <pc:sldMk cId="618549433" sldId="263"/>
            <ac:picMk id="10" creationId="{C807ADED-3157-665D-4F77-AFFA66C660D3}"/>
          </ac:picMkLst>
        </pc:picChg>
        <pc:picChg chg="add del mod ord">
          <ac:chgData name="Marina Pavlovic" userId="0d7f52ac4825222f" providerId="LiveId" clId="{86856DD6-54C3-4E61-8FFA-C5C59C744505}" dt="2024-02-17T14:45:25.308" v="15805"/>
          <ac:picMkLst>
            <pc:docMk/>
            <pc:sldMk cId="618549433" sldId="263"/>
            <ac:picMk id="15" creationId="{685AFF97-1FA0-E910-D397-5E7D53D77335}"/>
          </ac:picMkLst>
        </pc:picChg>
        <pc:picChg chg="add del mod">
          <ac:chgData name="Marina Pavlovic" userId="0d7f52ac4825222f" providerId="LiveId" clId="{86856DD6-54C3-4E61-8FFA-C5C59C744505}" dt="2024-02-17T14:45:29.990" v="15807"/>
          <ac:picMkLst>
            <pc:docMk/>
            <pc:sldMk cId="618549433" sldId="263"/>
            <ac:picMk id="16" creationId="{D551FA0C-2EF7-9C33-B03B-06CD707E12D2}"/>
          </ac:picMkLst>
        </pc:picChg>
        <pc:picChg chg="add del mod ord">
          <ac:chgData name="Marina Pavlovic" userId="0d7f52ac4825222f" providerId="LiveId" clId="{86856DD6-54C3-4E61-8FFA-C5C59C744505}" dt="2024-02-17T14:45:41.950" v="15808"/>
          <ac:picMkLst>
            <pc:docMk/>
            <pc:sldMk cId="618549433" sldId="263"/>
            <ac:picMk id="19" creationId="{86A89483-82E3-12B1-465A-9CB55B0031A1}"/>
          </ac:picMkLst>
        </pc:picChg>
        <pc:picChg chg="add del mod">
          <ac:chgData name="Marina Pavlovic" userId="0d7f52ac4825222f" providerId="LiveId" clId="{86856DD6-54C3-4E61-8FFA-C5C59C744505}" dt="2024-02-17T14:46:29.462" v="15810"/>
          <ac:picMkLst>
            <pc:docMk/>
            <pc:sldMk cId="618549433" sldId="263"/>
            <ac:picMk id="20" creationId="{C54A48BB-7822-8C44-9128-33E4119D7AB9}"/>
          </ac:picMkLst>
        </pc:picChg>
        <pc:picChg chg="add del mod ord">
          <ac:chgData name="Marina Pavlovic" userId="0d7f52ac4825222f" providerId="LiveId" clId="{86856DD6-54C3-4E61-8FFA-C5C59C744505}" dt="2024-02-17T14:46:41.077" v="15811"/>
          <ac:picMkLst>
            <pc:docMk/>
            <pc:sldMk cId="618549433" sldId="263"/>
            <ac:picMk id="23" creationId="{5BE66A0A-29E3-F24C-9903-23DBBB0063DF}"/>
          </ac:picMkLst>
        </pc:picChg>
        <pc:picChg chg="add del mod">
          <ac:chgData name="Marina Pavlovic" userId="0d7f52ac4825222f" providerId="LiveId" clId="{86856DD6-54C3-4E61-8FFA-C5C59C744505}" dt="2024-02-17T14:46:43.048" v="15813"/>
          <ac:picMkLst>
            <pc:docMk/>
            <pc:sldMk cId="618549433" sldId="263"/>
            <ac:picMk id="24" creationId="{143FED59-CA42-6B43-19C8-BCD67DB08315}"/>
          </ac:picMkLst>
        </pc:picChg>
        <pc:picChg chg="add del mod ord">
          <ac:chgData name="Marina Pavlovic" userId="0d7f52ac4825222f" providerId="LiveId" clId="{86856DD6-54C3-4E61-8FFA-C5C59C744505}" dt="2024-02-17T14:46:55.416" v="15814"/>
          <ac:picMkLst>
            <pc:docMk/>
            <pc:sldMk cId="618549433" sldId="263"/>
            <ac:picMk id="27" creationId="{C4B83B4C-EF83-D9DB-EDDE-676117F1008B}"/>
          </ac:picMkLst>
        </pc:picChg>
        <pc:picChg chg="add del mod">
          <ac:chgData name="Marina Pavlovic" userId="0d7f52ac4825222f" providerId="LiveId" clId="{86856DD6-54C3-4E61-8FFA-C5C59C744505}" dt="2024-02-17T14:46:58.556" v="15816"/>
          <ac:picMkLst>
            <pc:docMk/>
            <pc:sldMk cId="618549433" sldId="263"/>
            <ac:picMk id="28" creationId="{17010BC7-88A2-CB6B-A68B-B2244496E966}"/>
          </ac:picMkLst>
        </pc:picChg>
        <pc:picChg chg="add del mod ord">
          <ac:chgData name="Marina Pavlovic" userId="0d7f52ac4825222f" providerId="LiveId" clId="{86856DD6-54C3-4E61-8FFA-C5C59C744505}" dt="2024-02-17T14:47:10.331" v="15817"/>
          <ac:picMkLst>
            <pc:docMk/>
            <pc:sldMk cId="618549433" sldId="263"/>
            <ac:picMk id="31" creationId="{E7D1A9DB-44CB-56CA-2525-F5F9B2691F6D}"/>
          </ac:picMkLst>
        </pc:picChg>
        <pc:picChg chg="add mod">
          <ac:chgData name="Marina Pavlovic" userId="0d7f52ac4825222f" providerId="LiveId" clId="{86856DD6-54C3-4E61-8FFA-C5C59C744505}" dt="2024-02-17T14:47:10.331" v="15817"/>
          <ac:picMkLst>
            <pc:docMk/>
            <pc:sldMk cId="618549433" sldId="263"/>
            <ac:picMk id="32" creationId="{22DA3C86-52C1-76A8-D228-1053C732600D}"/>
          </ac:picMkLst>
        </pc:picChg>
      </pc:sldChg>
      <pc:sldChg chg="addSp delSp modSp new mod ord modTransition modClrScheme modAnim chgLayout modNotesTx">
        <pc:chgData name="Marina Pavlovic" userId="0d7f52ac4825222f" providerId="LiveId" clId="{86856DD6-54C3-4E61-8FFA-C5C59C744505}" dt="2024-02-17T13:46:40.574" v="15534"/>
        <pc:sldMkLst>
          <pc:docMk/>
          <pc:sldMk cId="2707001167" sldId="264"/>
        </pc:sldMkLst>
        <pc:spChg chg="mod ord">
          <ac:chgData name="Marina Pavlovic" userId="0d7f52ac4825222f" providerId="LiveId" clId="{86856DD6-54C3-4E61-8FFA-C5C59C744505}" dt="2024-02-05T14:59:19.750" v="371" actId="700"/>
          <ac:spMkLst>
            <pc:docMk/>
            <pc:sldMk cId="2707001167" sldId="264"/>
            <ac:spMk id="2" creationId="{7225D153-F2D8-C717-C7F2-9465943E841F}"/>
          </ac:spMkLst>
        </pc:spChg>
        <pc:spChg chg="add del mod">
          <ac:chgData name="Marina Pavlovic" userId="0d7f52ac4825222f" providerId="LiveId" clId="{86856DD6-54C3-4E61-8FFA-C5C59C744505}" dt="2024-02-05T14:59:06.686" v="370"/>
          <ac:spMkLst>
            <pc:docMk/>
            <pc:sldMk cId="2707001167" sldId="264"/>
            <ac:spMk id="3" creationId="{275402EB-DC60-876A-F064-016386105C27}"/>
          </ac:spMkLst>
        </pc:spChg>
        <pc:spChg chg="add mod ord">
          <ac:chgData name="Marina Pavlovic" userId="0d7f52ac4825222f" providerId="LiveId" clId="{86856DD6-54C3-4E61-8FFA-C5C59C744505}" dt="2024-02-05T14:59:29.879" v="380" actId="20577"/>
          <ac:spMkLst>
            <pc:docMk/>
            <pc:sldMk cId="2707001167" sldId="264"/>
            <ac:spMk id="4" creationId="{42F52726-B063-DBC6-0FB4-E6DFDF9195C8}"/>
          </ac:spMkLst>
        </pc:spChg>
        <pc:spChg chg="add mod ord">
          <ac:chgData name="Marina Pavlovic" userId="0d7f52ac4825222f" providerId="LiveId" clId="{86856DD6-54C3-4E61-8FFA-C5C59C744505}" dt="2024-02-09T08:49:52.147" v="2844" actId="20577"/>
          <ac:spMkLst>
            <pc:docMk/>
            <pc:sldMk cId="2707001167" sldId="264"/>
            <ac:spMk id="5" creationId="{C6B8F820-1462-2660-AC38-EE6D32EBC1DD}"/>
          </ac:spMkLst>
        </pc:spChg>
        <pc:spChg chg="add mod ord">
          <ac:chgData name="Marina Pavlovic" userId="0d7f52ac4825222f" providerId="LiveId" clId="{86856DD6-54C3-4E61-8FFA-C5C59C744505}" dt="2024-02-05T15:09:46.062" v="535" actId="1076"/>
          <ac:spMkLst>
            <pc:docMk/>
            <pc:sldMk cId="2707001167" sldId="264"/>
            <ac:spMk id="6" creationId="{0FD4A571-CC95-16E1-FFBC-1E7AB2119BE2}"/>
          </ac:spMkLst>
        </pc:spChg>
        <pc:picChg chg="add del mod ord">
          <ac:chgData name="Marina Pavlovic" userId="0d7f52ac4825222f" providerId="LiveId" clId="{86856DD6-54C3-4E61-8FFA-C5C59C744505}" dt="2024-02-17T13:46:40.574" v="15534"/>
          <ac:picMkLst>
            <pc:docMk/>
            <pc:sldMk cId="2707001167" sldId="264"/>
            <ac:picMk id="7" creationId="{334F891A-D943-6E22-60F5-F5699C4E560B}"/>
          </ac:picMkLst>
        </pc:picChg>
        <pc:picChg chg="add mod">
          <ac:chgData name="Marina Pavlovic" userId="0d7f52ac4825222f" providerId="LiveId" clId="{86856DD6-54C3-4E61-8FFA-C5C59C744505}" dt="2024-02-17T13:46:40.574" v="15534"/>
          <ac:picMkLst>
            <pc:docMk/>
            <pc:sldMk cId="2707001167" sldId="264"/>
            <ac:picMk id="8" creationId="{3F9B099E-99F5-D237-3AE9-C53EC79696C5}"/>
          </ac:picMkLst>
        </pc:picChg>
        <pc:picChg chg="add del mod">
          <ac:chgData name="Marina Pavlovic" userId="0d7f52ac4825222f" providerId="LiveId" clId="{86856DD6-54C3-4E61-8FFA-C5C59C744505}" dt="2024-02-17T12:45:27.170" v="15367"/>
          <ac:picMkLst>
            <pc:docMk/>
            <pc:sldMk cId="2707001167" sldId="264"/>
            <ac:picMk id="10" creationId="{0B7F103A-0ADB-65B6-6AC4-C803D9170976}"/>
          </ac:picMkLst>
        </pc:picChg>
        <pc:picChg chg="add del mod ord">
          <ac:chgData name="Marina Pavlovic" userId="0d7f52ac4825222f" providerId="LiveId" clId="{86856DD6-54C3-4E61-8FFA-C5C59C744505}" dt="2024-02-17T12:45:58.175" v="15368"/>
          <ac:picMkLst>
            <pc:docMk/>
            <pc:sldMk cId="2707001167" sldId="264"/>
            <ac:picMk id="13" creationId="{D6733277-B12A-F0B1-F45D-B1A92B892B05}"/>
          </ac:picMkLst>
        </pc:picChg>
        <pc:picChg chg="add del mod">
          <ac:chgData name="Marina Pavlovic" userId="0d7f52ac4825222f" providerId="LiveId" clId="{86856DD6-54C3-4E61-8FFA-C5C59C744505}" dt="2024-02-17T12:46:06.738" v="15370"/>
          <ac:picMkLst>
            <pc:docMk/>
            <pc:sldMk cId="2707001167" sldId="264"/>
            <ac:picMk id="14" creationId="{4DF6ECC1-1CD3-DFDC-EEFE-31D66BC7D788}"/>
          </ac:picMkLst>
        </pc:picChg>
        <pc:picChg chg="add del mod ord">
          <ac:chgData name="Marina Pavlovic" userId="0d7f52ac4825222f" providerId="LiveId" clId="{86856DD6-54C3-4E61-8FFA-C5C59C744505}" dt="2024-02-17T12:46:30.931" v="15371"/>
          <ac:picMkLst>
            <pc:docMk/>
            <pc:sldMk cId="2707001167" sldId="264"/>
            <ac:picMk id="17" creationId="{E37D517A-1005-DD6E-8B0C-5FB685294DAF}"/>
          </ac:picMkLst>
        </pc:picChg>
        <pc:picChg chg="add del mod">
          <ac:chgData name="Marina Pavlovic" userId="0d7f52ac4825222f" providerId="LiveId" clId="{86856DD6-54C3-4E61-8FFA-C5C59C744505}" dt="2024-02-17T13:46:18.750" v="15533"/>
          <ac:picMkLst>
            <pc:docMk/>
            <pc:sldMk cId="2707001167" sldId="264"/>
            <ac:picMk id="18" creationId="{2476D6B8-0895-6429-1556-646708DCE979}"/>
          </ac:picMkLst>
        </pc:picChg>
      </pc:sldChg>
      <pc:sldChg chg="addSp delSp modSp new mod modTransition setBg modClrScheme modAnim delDesignElem chgLayout modNotesTx">
        <pc:chgData name="Marina Pavlovic" userId="0d7f52ac4825222f" providerId="LiveId" clId="{86856DD6-54C3-4E61-8FFA-C5C59C744505}" dt="2024-02-17T15:01:18.453" v="15871"/>
        <pc:sldMkLst>
          <pc:docMk/>
          <pc:sldMk cId="1785943576" sldId="265"/>
        </pc:sldMkLst>
        <pc:spChg chg="add del mod ord">
          <ac:chgData name="Marina Pavlovic" userId="0d7f52ac4825222f" providerId="LiveId" clId="{86856DD6-54C3-4E61-8FFA-C5C59C744505}" dt="2024-02-09T10:30:16.077" v="4048" actId="21"/>
          <ac:spMkLst>
            <pc:docMk/>
            <pc:sldMk cId="1785943576" sldId="265"/>
            <ac:spMk id="2" creationId="{BFE85EAA-93F5-FF92-EDCB-BDBFD58EC707}"/>
          </ac:spMkLst>
        </pc:spChg>
        <pc:spChg chg="add del mod ord">
          <ac:chgData name="Marina Pavlovic" userId="0d7f52ac4825222f" providerId="LiveId" clId="{86856DD6-54C3-4E61-8FFA-C5C59C744505}" dt="2024-02-09T12:22:59.967" v="4664" actId="255"/>
          <ac:spMkLst>
            <pc:docMk/>
            <pc:sldMk cId="1785943576" sldId="265"/>
            <ac:spMk id="3" creationId="{1E470369-3062-CABA-4B05-CBF5E027FD3B}"/>
          </ac:spMkLst>
        </pc:spChg>
        <pc:spChg chg="del">
          <ac:chgData name="Marina Pavlovic" userId="0d7f52ac4825222f" providerId="LiveId" clId="{86856DD6-54C3-4E61-8FFA-C5C59C744505}" dt="2024-02-05T15:32:37.758" v="669"/>
          <ac:spMkLst>
            <pc:docMk/>
            <pc:sldMk cId="1785943576" sldId="265"/>
            <ac:spMk id="3" creationId="{CF92CE48-DB9F-5708-2955-72CFFBE2C2A8}"/>
          </ac:spMkLst>
        </pc:spChg>
        <pc:spChg chg="add del mod">
          <ac:chgData name="Marina Pavlovic" userId="0d7f52ac4825222f" providerId="LiveId" clId="{86856DD6-54C3-4E61-8FFA-C5C59C744505}" dt="2024-02-09T10:29:55.500" v="4042"/>
          <ac:spMkLst>
            <pc:docMk/>
            <pc:sldMk cId="1785943576" sldId="265"/>
            <ac:spMk id="4" creationId="{4C87FC62-50AD-93EB-1B79-EDE8CC153BA6}"/>
          </ac:spMkLst>
        </pc:spChg>
        <pc:spChg chg="del">
          <ac:chgData name="Marina Pavlovic" userId="0d7f52ac4825222f" providerId="LiveId" clId="{86856DD6-54C3-4E61-8FFA-C5C59C744505}" dt="2024-02-05T15:32:53.502" v="670" actId="26606"/>
          <ac:spMkLst>
            <pc:docMk/>
            <pc:sldMk cId="1785943576" sldId="265"/>
            <ac:spMk id="4" creationId="{B5F547D5-6C02-AD8C-B54D-BB2E91C3B952}"/>
          </ac:spMkLst>
        </pc:spChg>
        <pc:spChg chg="mod ord">
          <ac:chgData name="Marina Pavlovic" userId="0d7f52ac4825222f" providerId="LiveId" clId="{86856DD6-54C3-4E61-8FFA-C5C59C744505}" dt="2024-02-09T10:29:25.227" v="4030" actId="700"/>
          <ac:spMkLst>
            <pc:docMk/>
            <pc:sldMk cId="1785943576" sldId="265"/>
            <ac:spMk id="5" creationId="{4567582E-3616-F5E9-0D9B-09ACC2BE3B3C}"/>
          </ac:spMkLst>
        </pc:spChg>
        <pc:spChg chg="add del mod">
          <ac:chgData name="Marina Pavlovic" userId="0d7f52ac4825222f" providerId="LiveId" clId="{86856DD6-54C3-4E61-8FFA-C5C59C744505}" dt="2024-02-09T10:29:54.943" v="4041"/>
          <ac:spMkLst>
            <pc:docMk/>
            <pc:sldMk cId="1785943576" sldId="265"/>
            <ac:spMk id="6" creationId="{2283D3BA-0E0B-D9F6-E81D-A86C60D3F7F5}"/>
          </ac:spMkLst>
        </pc:spChg>
        <pc:spChg chg="add del mod">
          <ac:chgData name="Marina Pavlovic" userId="0d7f52ac4825222f" providerId="LiveId" clId="{86856DD6-54C3-4E61-8FFA-C5C59C744505}" dt="2024-02-09T10:43:47.744" v="4119" actId="21"/>
          <ac:spMkLst>
            <pc:docMk/>
            <pc:sldMk cId="1785943576" sldId="265"/>
            <ac:spMk id="10" creationId="{B439A43E-0750-E1D5-7C0F-F0795C6FFA23}"/>
          </ac:spMkLst>
        </pc:spChg>
        <pc:spChg chg="add del">
          <ac:chgData name="Marina Pavlovic" userId="0d7f52ac4825222f" providerId="LiveId" clId="{86856DD6-54C3-4E61-8FFA-C5C59C744505}" dt="2024-02-09T10:29:25.227" v="4030" actId="700"/>
          <ac:spMkLst>
            <pc:docMk/>
            <pc:sldMk cId="1785943576" sldId="265"/>
            <ac:spMk id="11" creationId="{8D06CE56-3881-4ADA-8CEF-D18B02C242A3}"/>
          </ac:spMkLst>
        </pc:spChg>
        <pc:spChg chg="add del">
          <ac:chgData name="Marina Pavlovic" userId="0d7f52ac4825222f" providerId="LiveId" clId="{86856DD6-54C3-4E61-8FFA-C5C59C744505}" dt="2024-02-09T09:26:19.924" v="3806" actId="700"/>
          <ac:spMkLst>
            <pc:docMk/>
            <pc:sldMk cId="1785943576" sldId="265"/>
            <ac:spMk id="12" creationId="{2D6FBB9D-1CAA-4D05-AB33-BABDFE17B843}"/>
          </ac:spMkLst>
        </pc:spChg>
        <pc:spChg chg="add del">
          <ac:chgData name="Marina Pavlovic" userId="0d7f52ac4825222f" providerId="LiveId" clId="{86856DD6-54C3-4E61-8FFA-C5C59C744505}" dt="2024-02-09T10:29:25.227" v="4030" actId="700"/>
          <ac:spMkLst>
            <pc:docMk/>
            <pc:sldMk cId="1785943576" sldId="265"/>
            <ac:spMk id="13" creationId="{79F3C543-62EC-4433-9C93-A2CD8764E9B4}"/>
          </ac:spMkLst>
        </pc:spChg>
        <pc:spChg chg="add del">
          <ac:chgData name="Marina Pavlovic" userId="0d7f52ac4825222f" providerId="LiveId" clId="{86856DD6-54C3-4E61-8FFA-C5C59C744505}" dt="2024-02-09T09:26:19.924" v="3806" actId="700"/>
          <ac:spMkLst>
            <pc:docMk/>
            <pc:sldMk cId="1785943576" sldId="265"/>
            <ac:spMk id="14" creationId="{04727B71-B4B6-4823-80A1-68C40B475118}"/>
          </ac:spMkLst>
        </pc:spChg>
        <pc:spChg chg="add del">
          <ac:chgData name="Marina Pavlovic" userId="0d7f52ac4825222f" providerId="LiveId" clId="{86856DD6-54C3-4E61-8FFA-C5C59C744505}" dt="2024-02-09T10:29:25.227" v="4030" actId="700"/>
          <ac:spMkLst>
            <pc:docMk/>
            <pc:sldMk cId="1785943576" sldId="265"/>
            <ac:spMk id="15" creationId="{5DCB5928-DC7D-4612-9922-441966E15627}"/>
          </ac:spMkLst>
        </pc:spChg>
        <pc:spChg chg="add del">
          <ac:chgData name="Marina Pavlovic" userId="0d7f52ac4825222f" providerId="LiveId" clId="{86856DD6-54C3-4E61-8FFA-C5C59C744505}" dt="2024-02-09T09:26:19.924" v="3806" actId="700"/>
          <ac:spMkLst>
            <pc:docMk/>
            <pc:sldMk cId="1785943576" sldId="265"/>
            <ac:spMk id="16" creationId="{79A6DB05-9FB5-4B07-8675-74C23D4FD89D}"/>
          </ac:spMkLst>
        </pc:spChg>
        <pc:spChg chg="add del">
          <ac:chgData name="Marina Pavlovic" userId="0d7f52ac4825222f" providerId="LiveId" clId="{86856DD6-54C3-4E61-8FFA-C5C59C744505}" dt="2024-02-09T10:29:25.227" v="4030" actId="700"/>
          <ac:spMkLst>
            <pc:docMk/>
            <pc:sldMk cId="1785943576" sldId="265"/>
            <ac:spMk id="17" creationId="{682C1161-1736-45EC-99B7-33F3CAE9D517}"/>
          </ac:spMkLst>
        </pc:spChg>
        <pc:spChg chg="add del">
          <ac:chgData name="Marina Pavlovic" userId="0d7f52ac4825222f" providerId="LiveId" clId="{86856DD6-54C3-4E61-8FFA-C5C59C744505}" dt="2024-02-09T09:26:19.924" v="3806" actId="700"/>
          <ac:spMkLst>
            <pc:docMk/>
            <pc:sldMk cId="1785943576" sldId="265"/>
            <ac:spMk id="18" creationId="{7517A47C-B2E5-4B79-8061-D74B1311AF6E}"/>
          </ac:spMkLst>
        </pc:spChg>
        <pc:spChg chg="add del">
          <ac:chgData name="Marina Pavlovic" userId="0d7f52ac4825222f" providerId="LiveId" clId="{86856DD6-54C3-4E61-8FFA-C5C59C744505}" dt="2024-02-09T10:29:25.227" v="4030" actId="700"/>
          <ac:spMkLst>
            <pc:docMk/>
            <pc:sldMk cId="1785943576" sldId="265"/>
            <ac:spMk id="19" creationId="{84D4DDB8-B68F-45B0-9F62-C4279996F672}"/>
          </ac:spMkLst>
        </pc:spChg>
        <pc:spChg chg="add del">
          <ac:chgData name="Marina Pavlovic" userId="0d7f52ac4825222f" providerId="LiveId" clId="{86856DD6-54C3-4E61-8FFA-C5C59C744505}" dt="2024-02-09T09:26:19.924" v="3806" actId="700"/>
          <ac:spMkLst>
            <pc:docMk/>
            <pc:sldMk cId="1785943576" sldId="265"/>
            <ac:spMk id="20" creationId="{C505E780-2083-4CB5-A42A-5E0E2908ECC3}"/>
          </ac:spMkLst>
        </pc:spChg>
        <pc:spChg chg="add del">
          <ac:chgData name="Marina Pavlovic" userId="0d7f52ac4825222f" providerId="LiveId" clId="{86856DD6-54C3-4E61-8FFA-C5C59C744505}" dt="2024-02-09T10:29:25.227" v="4030" actId="700"/>
          <ac:spMkLst>
            <pc:docMk/>
            <pc:sldMk cId="1785943576" sldId="265"/>
            <ac:spMk id="21" creationId="{AF2F604E-43BE-4DC3-B983-E071523364F8}"/>
          </ac:spMkLst>
        </pc:spChg>
        <pc:spChg chg="add del">
          <ac:chgData name="Marina Pavlovic" userId="0d7f52ac4825222f" providerId="LiveId" clId="{86856DD6-54C3-4E61-8FFA-C5C59C744505}" dt="2024-02-09T09:26:19.924" v="3806" actId="700"/>
          <ac:spMkLst>
            <pc:docMk/>
            <pc:sldMk cId="1785943576" sldId="265"/>
            <ac:spMk id="22" creationId="{D2C0AE1C-0118-41AE-8A10-7CDCBF10E96F}"/>
          </ac:spMkLst>
        </pc:spChg>
        <pc:spChg chg="add del">
          <ac:chgData name="Marina Pavlovic" userId="0d7f52ac4825222f" providerId="LiveId" clId="{86856DD6-54C3-4E61-8FFA-C5C59C744505}" dt="2024-02-09T09:26:19.924" v="3806" actId="700"/>
          <ac:spMkLst>
            <pc:docMk/>
            <pc:sldMk cId="1785943576" sldId="265"/>
            <ac:spMk id="24" creationId="{463EEC44-1BA3-44ED-81FC-A644B04B2A44}"/>
          </ac:spMkLst>
        </pc:spChg>
        <pc:spChg chg="add del">
          <ac:chgData name="Marina Pavlovic" userId="0d7f52ac4825222f" providerId="LiveId" clId="{86856DD6-54C3-4E61-8FFA-C5C59C744505}" dt="2024-02-09T10:29:25.227" v="4030" actId="700"/>
          <ac:spMkLst>
            <pc:docMk/>
            <pc:sldMk cId="1785943576" sldId="265"/>
            <ac:spMk id="26" creationId="{08C9B587-E65E-4B52-B37C-ABEBB6E87928}"/>
          </ac:spMkLst>
        </pc:spChg>
        <pc:graphicFrameChg chg="add del mod">
          <ac:chgData name="Marina Pavlovic" userId="0d7f52ac4825222f" providerId="LiveId" clId="{86856DD6-54C3-4E61-8FFA-C5C59C744505}" dt="2024-02-05T15:32:53.502" v="670" actId="26606"/>
          <ac:graphicFrameMkLst>
            <pc:docMk/>
            <pc:sldMk cId="1785943576" sldId="265"/>
            <ac:graphicFrameMk id="6" creationId="{6FA9182B-520C-B6BB-2547-51E69B943DEE}"/>
          </ac:graphicFrameMkLst>
        </pc:graphicFrameChg>
        <pc:graphicFrameChg chg="add del mod ord modGraphic">
          <ac:chgData name="Marina Pavlovic" userId="0d7f52ac4825222f" providerId="LiveId" clId="{86856DD6-54C3-4E61-8FFA-C5C59C744505}" dt="2024-02-09T10:43:16.474" v="4115" actId="21"/>
          <ac:graphicFrameMkLst>
            <pc:docMk/>
            <pc:sldMk cId="1785943576" sldId="265"/>
            <ac:graphicFrameMk id="9" creationId="{6FA9182B-520C-B6BB-2547-51E69B943DEE}"/>
          </ac:graphicFrameMkLst>
        </pc:graphicFrameChg>
        <pc:graphicFrameChg chg="add mod modGraphic">
          <ac:chgData name="Marina Pavlovic" userId="0d7f52ac4825222f" providerId="LiveId" clId="{86856DD6-54C3-4E61-8FFA-C5C59C744505}" dt="2024-02-17T13:59:43.571" v="15594" actId="121"/>
          <ac:graphicFrameMkLst>
            <pc:docMk/>
            <pc:sldMk cId="1785943576" sldId="265"/>
            <ac:graphicFrameMk id="23" creationId="{8DAAE8F4-E1F8-B729-9000-9B83BEB6ADED}"/>
          </ac:graphicFrameMkLst>
        </pc:graphicFrameChg>
        <pc:picChg chg="add del mod">
          <ac:chgData name="Marina Pavlovic" userId="0d7f52ac4825222f" providerId="LiveId" clId="{86856DD6-54C3-4E61-8FFA-C5C59C744505}" dt="2024-02-17T14:00:05.449" v="15596"/>
          <ac:picMkLst>
            <pc:docMk/>
            <pc:sldMk cId="1785943576" sldId="265"/>
            <ac:picMk id="6" creationId="{DFCD0AF5-8FBD-2A02-72FB-A0583E2E886B}"/>
          </ac:picMkLst>
        </pc:picChg>
        <pc:picChg chg="add del">
          <ac:chgData name="Marina Pavlovic" userId="0d7f52ac4825222f" providerId="LiveId" clId="{86856DD6-54C3-4E61-8FFA-C5C59C744505}" dt="2024-02-09T10:29:54.457" v="4040"/>
          <ac:picMkLst>
            <pc:docMk/>
            <pc:sldMk cId="1785943576" sldId="265"/>
            <ac:picMk id="7" creationId="{74B5432B-7FD7-E4D5-89FA-333E3492CD4C}"/>
          </ac:picMkLst>
        </pc:picChg>
        <pc:picChg chg="add del mod ord">
          <ac:chgData name="Marina Pavlovic" userId="0d7f52ac4825222f" providerId="LiveId" clId="{86856DD6-54C3-4E61-8FFA-C5C59C744505}" dt="2024-02-17T14:00:14.466" v="15597"/>
          <ac:picMkLst>
            <pc:docMk/>
            <pc:sldMk cId="1785943576" sldId="265"/>
            <ac:picMk id="10" creationId="{15514853-0E5B-BE1E-3051-05CF5B35C1B3}"/>
          </ac:picMkLst>
        </pc:picChg>
        <pc:picChg chg="add del mod">
          <ac:chgData name="Marina Pavlovic" userId="0d7f52ac4825222f" providerId="LiveId" clId="{86856DD6-54C3-4E61-8FFA-C5C59C744505}" dt="2024-02-17T14:00:16.952" v="15599"/>
          <ac:picMkLst>
            <pc:docMk/>
            <pc:sldMk cId="1785943576" sldId="265"/>
            <ac:picMk id="11" creationId="{21775FEF-68DD-5547-ACC0-6FBD3E76E789}"/>
          </ac:picMkLst>
        </pc:picChg>
        <pc:picChg chg="add del mod ord">
          <ac:chgData name="Marina Pavlovic" userId="0d7f52ac4825222f" providerId="LiveId" clId="{86856DD6-54C3-4E61-8FFA-C5C59C744505}" dt="2024-02-17T14:00:26.357" v="15600"/>
          <ac:picMkLst>
            <pc:docMk/>
            <pc:sldMk cId="1785943576" sldId="265"/>
            <ac:picMk id="14" creationId="{F25E1425-2162-A44D-8530-8751F03B4174}"/>
          </ac:picMkLst>
        </pc:picChg>
        <pc:picChg chg="add del mod">
          <ac:chgData name="Marina Pavlovic" userId="0d7f52ac4825222f" providerId="LiveId" clId="{86856DD6-54C3-4E61-8FFA-C5C59C744505}" dt="2024-02-17T14:00:28.139" v="15602"/>
          <ac:picMkLst>
            <pc:docMk/>
            <pc:sldMk cId="1785943576" sldId="265"/>
            <ac:picMk id="15" creationId="{50CA9E2B-04DF-448F-05CA-4B6F3828BD12}"/>
          </ac:picMkLst>
        </pc:picChg>
        <pc:picChg chg="add del mod ord">
          <ac:chgData name="Marina Pavlovic" userId="0d7f52ac4825222f" providerId="LiveId" clId="{86856DD6-54C3-4E61-8FFA-C5C59C744505}" dt="2024-02-17T14:00:56.499" v="15603"/>
          <ac:picMkLst>
            <pc:docMk/>
            <pc:sldMk cId="1785943576" sldId="265"/>
            <ac:picMk id="18" creationId="{3649F355-B674-F19E-4055-47BDFB5D8240}"/>
          </ac:picMkLst>
        </pc:picChg>
        <pc:picChg chg="add del mod">
          <ac:chgData name="Marina Pavlovic" userId="0d7f52ac4825222f" providerId="LiveId" clId="{86856DD6-54C3-4E61-8FFA-C5C59C744505}" dt="2024-02-17T14:00:59.674" v="15605"/>
          <ac:picMkLst>
            <pc:docMk/>
            <pc:sldMk cId="1785943576" sldId="265"/>
            <ac:picMk id="19" creationId="{B9EDBC68-55ED-AA23-9682-300EA223DDB8}"/>
          </ac:picMkLst>
        </pc:picChg>
        <pc:picChg chg="add del mod ord">
          <ac:chgData name="Marina Pavlovic" userId="0d7f52ac4825222f" providerId="LiveId" clId="{86856DD6-54C3-4E61-8FFA-C5C59C744505}" dt="2024-02-17T14:01:12.912" v="15606"/>
          <ac:picMkLst>
            <pc:docMk/>
            <pc:sldMk cId="1785943576" sldId="265"/>
            <ac:picMk id="22" creationId="{103A66FE-3267-7D52-D4E5-E4F1492ED9C4}"/>
          </ac:picMkLst>
        </pc:picChg>
        <pc:picChg chg="add del mod">
          <ac:chgData name="Marina Pavlovic" userId="0d7f52ac4825222f" providerId="LiveId" clId="{86856DD6-54C3-4E61-8FFA-C5C59C744505}" dt="2024-02-17T14:01:14.980" v="15608"/>
          <ac:picMkLst>
            <pc:docMk/>
            <pc:sldMk cId="1785943576" sldId="265"/>
            <ac:picMk id="24" creationId="{85504418-961C-2DA5-192F-7F548C7BF8A3}"/>
          </ac:picMkLst>
        </pc:picChg>
        <pc:picChg chg="add del mod ord">
          <ac:chgData name="Marina Pavlovic" userId="0d7f52ac4825222f" providerId="LiveId" clId="{86856DD6-54C3-4E61-8FFA-C5C59C744505}" dt="2024-02-17T14:01:46.462" v="15609"/>
          <ac:picMkLst>
            <pc:docMk/>
            <pc:sldMk cId="1785943576" sldId="265"/>
            <ac:picMk id="27" creationId="{67215F47-5AFD-83C8-3BA0-1DE982691ED5}"/>
          </ac:picMkLst>
        </pc:picChg>
        <pc:picChg chg="add del mod">
          <ac:chgData name="Marina Pavlovic" userId="0d7f52ac4825222f" providerId="LiveId" clId="{86856DD6-54C3-4E61-8FFA-C5C59C744505}" dt="2024-02-17T14:58:17.535" v="15849"/>
          <ac:picMkLst>
            <pc:docMk/>
            <pc:sldMk cId="1785943576" sldId="265"/>
            <ac:picMk id="28" creationId="{E261ACC3-D831-5AF3-BE14-D1064406BA7A}"/>
          </ac:picMkLst>
        </pc:picChg>
        <pc:picChg chg="add del mod ord">
          <ac:chgData name="Marina Pavlovic" userId="0d7f52ac4825222f" providerId="LiveId" clId="{86856DD6-54C3-4E61-8FFA-C5C59C744505}" dt="2024-02-17T14:58:24.902" v="15850"/>
          <ac:picMkLst>
            <pc:docMk/>
            <pc:sldMk cId="1785943576" sldId="265"/>
            <ac:picMk id="37" creationId="{200B0074-D133-C327-AE74-CC2D85CEF947}"/>
          </ac:picMkLst>
        </pc:picChg>
        <pc:picChg chg="add del mod">
          <ac:chgData name="Marina Pavlovic" userId="0d7f52ac4825222f" providerId="LiveId" clId="{86856DD6-54C3-4E61-8FFA-C5C59C744505}" dt="2024-02-17T14:58:26.735" v="15852"/>
          <ac:picMkLst>
            <pc:docMk/>
            <pc:sldMk cId="1785943576" sldId="265"/>
            <ac:picMk id="38" creationId="{A0A233BF-8320-5CA4-E58D-C4981D67AD32}"/>
          </ac:picMkLst>
        </pc:picChg>
        <pc:picChg chg="add del mod ord">
          <ac:chgData name="Marina Pavlovic" userId="0d7f52ac4825222f" providerId="LiveId" clId="{86856DD6-54C3-4E61-8FFA-C5C59C744505}" dt="2024-02-17T14:58:37.868" v="15853"/>
          <ac:picMkLst>
            <pc:docMk/>
            <pc:sldMk cId="1785943576" sldId="265"/>
            <ac:picMk id="41" creationId="{6C67864F-59E7-0530-08C4-0D2F7FDC1B30}"/>
          </ac:picMkLst>
        </pc:picChg>
        <pc:picChg chg="add del mod">
          <ac:chgData name="Marina Pavlovic" userId="0d7f52ac4825222f" providerId="LiveId" clId="{86856DD6-54C3-4E61-8FFA-C5C59C744505}" dt="2024-02-17T14:59:20.243" v="15858"/>
          <ac:picMkLst>
            <pc:docMk/>
            <pc:sldMk cId="1785943576" sldId="265"/>
            <ac:picMk id="42" creationId="{F380FC92-5593-C4E4-9BF4-826F968BDCB5}"/>
          </ac:picMkLst>
        </pc:picChg>
        <pc:picChg chg="add del mod ord">
          <ac:chgData name="Marina Pavlovic" userId="0d7f52ac4825222f" providerId="LiveId" clId="{86856DD6-54C3-4E61-8FFA-C5C59C744505}" dt="2024-02-17T14:59:32.090" v="15859"/>
          <ac:picMkLst>
            <pc:docMk/>
            <pc:sldMk cId="1785943576" sldId="265"/>
            <ac:picMk id="48" creationId="{8F6A3244-DC3F-DBE8-ED6E-28330C0D97AD}"/>
          </ac:picMkLst>
        </pc:picChg>
        <pc:picChg chg="add del mod">
          <ac:chgData name="Marina Pavlovic" userId="0d7f52ac4825222f" providerId="LiveId" clId="{86856DD6-54C3-4E61-8FFA-C5C59C744505}" dt="2024-02-17T14:59:36.156" v="15861"/>
          <ac:picMkLst>
            <pc:docMk/>
            <pc:sldMk cId="1785943576" sldId="265"/>
            <ac:picMk id="49" creationId="{FE7DB714-0C1C-5256-6730-E18F1D4D2104}"/>
          </ac:picMkLst>
        </pc:picChg>
        <pc:picChg chg="add del mod ord">
          <ac:chgData name="Marina Pavlovic" userId="0d7f52ac4825222f" providerId="LiveId" clId="{86856DD6-54C3-4E61-8FFA-C5C59C744505}" dt="2024-02-17T14:59:56.628" v="15862"/>
          <ac:picMkLst>
            <pc:docMk/>
            <pc:sldMk cId="1785943576" sldId="265"/>
            <ac:picMk id="52" creationId="{A2497906-8621-151B-B992-97F5F0210F8E}"/>
          </ac:picMkLst>
        </pc:picChg>
        <pc:picChg chg="add del mod">
          <ac:chgData name="Marina Pavlovic" userId="0d7f52ac4825222f" providerId="LiveId" clId="{86856DD6-54C3-4E61-8FFA-C5C59C744505}" dt="2024-02-17T14:59:59.836" v="15864"/>
          <ac:picMkLst>
            <pc:docMk/>
            <pc:sldMk cId="1785943576" sldId="265"/>
            <ac:picMk id="53" creationId="{03E600F7-6C45-1380-0E14-44E5BCC6BBB0}"/>
          </ac:picMkLst>
        </pc:picChg>
        <pc:picChg chg="add del mod ord">
          <ac:chgData name="Marina Pavlovic" userId="0d7f52ac4825222f" providerId="LiveId" clId="{86856DD6-54C3-4E61-8FFA-C5C59C744505}" dt="2024-02-17T15:00:10.862" v="15865"/>
          <ac:picMkLst>
            <pc:docMk/>
            <pc:sldMk cId="1785943576" sldId="265"/>
            <ac:picMk id="56" creationId="{286CF0D3-BA5F-3280-07B2-9AEA421ED804}"/>
          </ac:picMkLst>
        </pc:picChg>
        <pc:picChg chg="add del mod">
          <ac:chgData name="Marina Pavlovic" userId="0d7f52ac4825222f" providerId="LiveId" clId="{86856DD6-54C3-4E61-8FFA-C5C59C744505}" dt="2024-02-17T15:00:12.867" v="15867"/>
          <ac:picMkLst>
            <pc:docMk/>
            <pc:sldMk cId="1785943576" sldId="265"/>
            <ac:picMk id="57" creationId="{8D0D7C4E-BA9F-66BB-04C7-853F128E03FA}"/>
          </ac:picMkLst>
        </pc:picChg>
        <pc:picChg chg="add del mod ord">
          <ac:chgData name="Marina Pavlovic" userId="0d7f52ac4825222f" providerId="LiveId" clId="{86856DD6-54C3-4E61-8FFA-C5C59C744505}" dt="2024-02-17T15:00:45.720" v="15868"/>
          <ac:picMkLst>
            <pc:docMk/>
            <pc:sldMk cId="1785943576" sldId="265"/>
            <ac:picMk id="60" creationId="{9DDCF053-EC83-3868-72DC-BCB14D73926C}"/>
          </ac:picMkLst>
        </pc:picChg>
        <pc:picChg chg="add del mod">
          <ac:chgData name="Marina Pavlovic" userId="0d7f52ac4825222f" providerId="LiveId" clId="{86856DD6-54C3-4E61-8FFA-C5C59C744505}" dt="2024-02-17T15:00:48.168" v="15870"/>
          <ac:picMkLst>
            <pc:docMk/>
            <pc:sldMk cId="1785943576" sldId="265"/>
            <ac:picMk id="61" creationId="{D29D863F-C00C-B8E7-9E9A-5EB72AA03AC7}"/>
          </ac:picMkLst>
        </pc:picChg>
        <pc:picChg chg="add del mod ord">
          <ac:chgData name="Marina Pavlovic" userId="0d7f52ac4825222f" providerId="LiveId" clId="{86856DD6-54C3-4E61-8FFA-C5C59C744505}" dt="2024-02-17T15:01:18.453" v="15871"/>
          <ac:picMkLst>
            <pc:docMk/>
            <pc:sldMk cId="1785943576" sldId="265"/>
            <ac:picMk id="64" creationId="{62BA4F5B-6310-E006-B5C3-79F013F2FE06}"/>
          </ac:picMkLst>
        </pc:picChg>
        <pc:picChg chg="add mod">
          <ac:chgData name="Marina Pavlovic" userId="0d7f52ac4825222f" providerId="LiveId" clId="{86856DD6-54C3-4E61-8FFA-C5C59C744505}" dt="2024-02-17T15:01:18.453" v="15871"/>
          <ac:picMkLst>
            <pc:docMk/>
            <pc:sldMk cId="1785943576" sldId="265"/>
            <ac:picMk id="65" creationId="{44169F87-7691-76EE-9924-486B9FC152D6}"/>
          </ac:picMkLst>
        </pc:picChg>
      </pc:sldChg>
      <pc:sldChg chg="addSp delSp modSp new del mod setBg modClrScheme delDesignElem chgLayout">
        <pc:chgData name="Marina Pavlovic" userId="0d7f52ac4825222f" providerId="LiveId" clId="{86856DD6-54C3-4E61-8FFA-C5C59C744505}" dt="2024-02-11T08:42:29.906" v="4901" actId="2696"/>
        <pc:sldMkLst>
          <pc:docMk/>
          <pc:sldMk cId="837608673" sldId="266"/>
        </pc:sldMkLst>
        <pc:spChg chg="mod ord">
          <ac:chgData name="Marina Pavlovic" userId="0d7f52ac4825222f" providerId="LiveId" clId="{86856DD6-54C3-4E61-8FFA-C5C59C744505}" dt="2024-02-11T08:28:54.405" v="4843" actId="26606"/>
          <ac:spMkLst>
            <pc:docMk/>
            <pc:sldMk cId="837608673" sldId="266"/>
            <ac:spMk id="2" creationId="{F9F757DD-5163-E981-63CE-1A9046127F12}"/>
          </ac:spMkLst>
        </pc:spChg>
        <pc:spChg chg="del">
          <ac:chgData name="Marina Pavlovic" userId="0d7f52ac4825222f" providerId="LiveId" clId="{86856DD6-54C3-4E61-8FFA-C5C59C744505}" dt="2024-02-05T15:36:27.503" v="742" actId="22"/>
          <ac:spMkLst>
            <pc:docMk/>
            <pc:sldMk cId="837608673" sldId="266"/>
            <ac:spMk id="3" creationId="{F3A6A8BF-D28A-4E42-A7E7-A19791FB8EB1}"/>
          </ac:spMkLst>
        </pc:spChg>
        <pc:spChg chg="del mod ord">
          <ac:chgData name="Marina Pavlovic" userId="0d7f52ac4825222f" providerId="LiveId" clId="{86856DD6-54C3-4E61-8FFA-C5C59C744505}" dt="2024-02-05T15:36:54.775" v="745" actId="700"/>
          <ac:spMkLst>
            <pc:docMk/>
            <pc:sldMk cId="837608673" sldId="266"/>
            <ac:spMk id="4" creationId="{8FF17BF0-9C5D-69A9-7E2D-F72A898A06F7}"/>
          </ac:spMkLst>
        </pc:spChg>
        <pc:spChg chg="mod ord">
          <ac:chgData name="Marina Pavlovic" userId="0d7f52ac4825222f" providerId="LiveId" clId="{86856DD6-54C3-4E61-8FFA-C5C59C744505}" dt="2024-02-11T08:28:54.405" v="4843" actId="26606"/>
          <ac:spMkLst>
            <pc:docMk/>
            <pc:sldMk cId="837608673" sldId="266"/>
            <ac:spMk id="5" creationId="{4B43799E-4FFB-E0DB-3D90-536A1BB20F0A}"/>
          </ac:spMkLst>
        </pc:spChg>
        <pc:spChg chg="add del mod ord">
          <ac:chgData name="Marina Pavlovic" userId="0d7f52ac4825222f" providerId="LiveId" clId="{86856DD6-54C3-4E61-8FFA-C5C59C744505}" dt="2024-02-09T09:32:12.608" v="3831" actId="21"/>
          <ac:spMkLst>
            <pc:docMk/>
            <pc:sldMk cId="837608673" sldId="266"/>
            <ac:spMk id="8" creationId="{56D10B21-00C5-4304-916D-2D77E4953745}"/>
          </ac:spMkLst>
        </pc:spChg>
        <pc:spChg chg="add del">
          <ac:chgData name="Marina Pavlovic" userId="0d7f52ac4825222f" providerId="LiveId" clId="{86856DD6-54C3-4E61-8FFA-C5C59C744505}" dt="2024-02-05T15:45:17.808" v="802" actId="26606"/>
          <ac:spMkLst>
            <pc:docMk/>
            <pc:sldMk cId="837608673" sldId="266"/>
            <ac:spMk id="12" creationId="{2D6FBB9D-1CAA-4D05-AB33-BABDFE17B843}"/>
          </ac:spMkLst>
        </pc:spChg>
        <pc:spChg chg="add del">
          <ac:chgData name="Marina Pavlovic" userId="0d7f52ac4825222f" providerId="LiveId" clId="{86856DD6-54C3-4E61-8FFA-C5C59C744505}" dt="2024-02-05T15:38:51.407" v="764" actId="26606"/>
          <ac:spMkLst>
            <pc:docMk/>
            <pc:sldMk cId="837608673" sldId="266"/>
            <ac:spMk id="13" creationId="{8D06CE56-3881-4ADA-8CEF-D18B02C242A3}"/>
          </ac:spMkLst>
        </pc:spChg>
        <pc:spChg chg="add del">
          <ac:chgData name="Marina Pavlovic" userId="0d7f52ac4825222f" providerId="LiveId" clId="{86856DD6-54C3-4E61-8FFA-C5C59C744505}" dt="2024-02-05T15:45:17.808" v="802" actId="26606"/>
          <ac:spMkLst>
            <pc:docMk/>
            <pc:sldMk cId="837608673" sldId="266"/>
            <ac:spMk id="14" creationId="{04727B71-B4B6-4823-80A1-68C40B475118}"/>
          </ac:spMkLst>
        </pc:spChg>
        <pc:spChg chg="add del">
          <ac:chgData name="Marina Pavlovic" userId="0d7f52ac4825222f" providerId="LiveId" clId="{86856DD6-54C3-4E61-8FFA-C5C59C744505}" dt="2024-02-05T15:38:51.407" v="764" actId="26606"/>
          <ac:spMkLst>
            <pc:docMk/>
            <pc:sldMk cId="837608673" sldId="266"/>
            <ac:spMk id="15" creationId="{79F3C543-62EC-4433-9C93-A2CD8764E9B4}"/>
          </ac:spMkLst>
        </pc:spChg>
        <pc:spChg chg="add del">
          <ac:chgData name="Marina Pavlovic" userId="0d7f52ac4825222f" providerId="LiveId" clId="{86856DD6-54C3-4E61-8FFA-C5C59C744505}" dt="2024-02-05T15:45:17.808" v="802" actId="26606"/>
          <ac:spMkLst>
            <pc:docMk/>
            <pc:sldMk cId="837608673" sldId="266"/>
            <ac:spMk id="16" creationId="{79A6DB05-9FB5-4B07-8675-74C23D4FD89D}"/>
          </ac:spMkLst>
        </pc:spChg>
        <pc:spChg chg="add del">
          <ac:chgData name="Marina Pavlovic" userId="0d7f52ac4825222f" providerId="LiveId" clId="{86856DD6-54C3-4E61-8FFA-C5C59C744505}" dt="2024-02-05T15:38:51.407" v="764" actId="26606"/>
          <ac:spMkLst>
            <pc:docMk/>
            <pc:sldMk cId="837608673" sldId="266"/>
            <ac:spMk id="17" creationId="{526E0BFB-CDF1-4990-8C11-AC849311E0A8}"/>
          </ac:spMkLst>
        </pc:spChg>
        <pc:spChg chg="add del">
          <ac:chgData name="Marina Pavlovic" userId="0d7f52ac4825222f" providerId="LiveId" clId="{86856DD6-54C3-4E61-8FFA-C5C59C744505}" dt="2024-02-05T15:45:17.808" v="802" actId="26606"/>
          <ac:spMkLst>
            <pc:docMk/>
            <pc:sldMk cId="837608673" sldId="266"/>
            <ac:spMk id="18" creationId="{38468727-63BE-4191-B4A6-C30C82C0E986}"/>
          </ac:spMkLst>
        </pc:spChg>
        <pc:spChg chg="add del">
          <ac:chgData name="Marina Pavlovic" userId="0d7f52ac4825222f" providerId="LiveId" clId="{86856DD6-54C3-4E61-8FFA-C5C59C744505}" dt="2024-02-05T15:38:51.407" v="764" actId="26606"/>
          <ac:spMkLst>
            <pc:docMk/>
            <pc:sldMk cId="837608673" sldId="266"/>
            <ac:spMk id="19" creationId="{6069A1F8-9BEB-4786-9694-FC48B2D75D21}"/>
          </ac:spMkLst>
        </pc:spChg>
        <pc:spChg chg="add del">
          <ac:chgData name="Marina Pavlovic" userId="0d7f52ac4825222f" providerId="LiveId" clId="{86856DD6-54C3-4E61-8FFA-C5C59C744505}" dt="2024-02-05T15:45:17.808" v="802" actId="26606"/>
          <ac:spMkLst>
            <pc:docMk/>
            <pc:sldMk cId="837608673" sldId="266"/>
            <ac:spMk id="20" creationId="{9D355BB6-1BB8-4828-B246-CFB31742D7B8}"/>
          </ac:spMkLst>
        </pc:spChg>
        <pc:spChg chg="add del">
          <ac:chgData name="Marina Pavlovic" userId="0d7f52ac4825222f" providerId="LiveId" clId="{86856DD6-54C3-4E61-8FFA-C5C59C744505}" dt="2024-02-05T15:38:51.407" v="764" actId="26606"/>
          <ac:spMkLst>
            <pc:docMk/>
            <pc:sldMk cId="837608673" sldId="266"/>
            <ac:spMk id="21" creationId="{AF2F604E-43BE-4DC3-B983-E071523364F8}"/>
          </ac:spMkLst>
        </pc:spChg>
        <pc:spChg chg="add del">
          <ac:chgData name="Marina Pavlovic" userId="0d7f52ac4825222f" providerId="LiveId" clId="{86856DD6-54C3-4E61-8FFA-C5C59C744505}" dt="2024-02-05T15:38:51.407" v="764" actId="26606"/>
          <ac:spMkLst>
            <pc:docMk/>
            <pc:sldMk cId="837608673" sldId="266"/>
            <ac:spMk id="23" creationId="{08C9B587-E65E-4B52-B37C-ABEBB6E87928}"/>
          </ac:spMkLst>
        </pc:spChg>
        <pc:spChg chg="add del">
          <ac:chgData name="Marina Pavlovic" userId="0d7f52ac4825222f" providerId="LiveId" clId="{86856DD6-54C3-4E61-8FFA-C5C59C744505}" dt="2024-02-05T15:45:17.808" v="802" actId="26606"/>
          <ac:spMkLst>
            <pc:docMk/>
            <pc:sldMk cId="837608673" sldId="266"/>
            <ac:spMk id="25" creationId="{CA52A9B9-B2B3-46F0-9D53-0EFF9905BF8F}"/>
          </ac:spMkLst>
        </pc:spChg>
        <pc:spChg chg="add del">
          <ac:chgData name="Marina Pavlovic" userId="0d7f52ac4825222f" providerId="LiveId" clId="{86856DD6-54C3-4E61-8FFA-C5C59C744505}" dt="2024-02-05T15:45:17.786" v="801" actId="26606"/>
          <ac:spMkLst>
            <pc:docMk/>
            <pc:sldMk cId="837608673" sldId="266"/>
            <ac:spMk id="27" creationId="{2D6FBB9D-1CAA-4D05-AB33-BABDFE17B843}"/>
          </ac:spMkLst>
        </pc:spChg>
        <pc:spChg chg="add del">
          <ac:chgData name="Marina Pavlovic" userId="0d7f52ac4825222f" providerId="LiveId" clId="{86856DD6-54C3-4E61-8FFA-C5C59C744505}" dt="2024-02-05T15:38:47.046" v="761" actId="26606"/>
          <ac:spMkLst>
            <pc:docMk/>
            <pc:sldMk cId="837608673" sldId="266"/>
            <ac:spMk id="28" creationId="{8D06CE56-3881-4ADA-8CEF-D18B02C242A3}"/>
          </ac:spMkLst>
        </pc:spChg>
        <pc:spChg chg="add del">
          <ac:chgData name="Marina Pavlovic" userId="0d7f52ac4825222f" providerId="LiveId" clId="{86856DD6-54C3-4E61-8FFA-C5C59C744505}" dt="2024-02-05T15:45:17.786" v="801" actId="26606"/>
          <ac:spMkLst>
            <pc:docMk/>
            <pc:sldMk cId="837608673" sldId="266"/>
            <ac:spMk id="29" creationId="{04727B71-B4B6-4823-80A1-68C40B475118}"/>
          </ac:spMkLst>
        </pc:spChg>
        <pc:spChg chg="add del">
          <ac:chgData name="Marina Pavlovic" userId="0d7f52ac4825222f" providerId="LiveId" clId="{86856DD6-54C3-4E61-8FFA-C5C59C744505}" dt="2024-02-05T15:38:47.046" v="761" actId="26606"/>
          <ac:spMkLst>
            <pc:docMk/>
            <pc:sldMk cId="837608673" sldId="266"/>
            <ac:spMk id="30" creationId="{79F3C543-62EC-4433-9C93-A2CD8764E9B4}"/>
          </ac:spMkLst>
        </pc:spChg>
        <pc:spChg chg="add del">
          <ac:chgData name="Marina Pavlovic" userId="0d7f52ac4825222f" providerId="LiveId" clId="{86856DD6-54C3-4E61-8FFA-C5C59C744505}" dt="2024-02-05T15:45:17.786" v="801" actId="26606"/>
          <ac:spMkLst>
            <pc:docMk/>
            <pc:sldMk cId="837608673" sldId="266"/>
            <ac:spMk id="31" creationId="{79A6DB05-9FB5-4B07-8675-74C23D4FD89D}"/>
          </ac:spMkLst>
        </pc:spChg>
        <pc:spChg chg="add del">
          <ac:chgData name="Marina Pavlovic" userId="0d7f52ac4825222f" providerId="LiveId" clId="{86856DD6-54C3-4E61-8FFA-C5C59C744505}" dt="2024-02-05T15:38:47.046" v="761" actId="26606"/>
          <ac:spMkLst>
            <pc:docMk/>
            <pc:sldMk cId="837608673" sldId="266"/>
            <ac:spMk id="32" creationId="{526E0BFB-CDF1-4990-8C11-AC849311E0A8}"/>
          </ac:spMkLst>
        </pc:spChg>
        <pc:spChg chg="add del">
          <ac:chgData name="Marina Pavlovic" userId="0d7f52ac4825222f" providerId="LiveId" clId="{86856DD6-54C3-4E61-8FFA-C5C59C744505}" dt="2024-02-05T15:45:17.786" v="801" actId="26606"/>
          <ac:spMkLst>
            <pc:docMk/>
            <pc:sldMk cId="837608673" sldId="266"/>
            <ac:spMk id="33" creationId="{4CBC69AF-AE9D-43C7-A183-244646418BB4}"/>
          </ac:spMkLst>
        </pc:spChg>
        <pc:spChg chg="add del">
          <ac:chgData name="Marina Pavlovic" userId="0d7f52ac4825222f" providerId="LiveId" clId="{86856DD6-54C3-4E61-8FFA-C5C59C744505}" dt="2024-02-05T15:38:47.046" v="761" actId="26606"/>
          <ac:spMkLst>
            <pc:docMk/>
            <pc:sldMk cId="837608673" sldId="266"/>
            <ac:spMk id="34" creationId="{6069A1F8-9BEB-4786-9694-FC48B2D75D21}"/>
          </ac:spMkLst>
        </pc:spChg>
        <pc:spChg chg="add del">
          <ac:chgData name="Marina Pavlovic" userId="0d7f52ac4825222f" providerId="LiveId" clId="{86856DD6-54C3-4E61-8FFA-C5C59C744505}" dt="2024-02-05T15:45:17.786" v="801" actId="26606"/>
          <ac:spMkLst>
            <pc:docMk/>
            <pc:sldMk cId="837608673" sldId="266"/>
            <ac:spMk id="35" creationId="{BE64232A-D912-4882-BF58-104918115741}"/>
          </ac:spMkLst>
        </pc:spChg>
        <pc:spChg chg="add del">
          <ac:chgData name="Marina Pavlovic" userId="0d7f52ac4825222f" providerId="LiveId" clId="{86856DD6-54C3-4E61-8FFA-C5C59C744505}" dt="2024-02-05T15:38:47.046" v="761" actId="26606"/>
          <ac:spMkLst>
            <pc:docMk/>
            <pc:sldMk cId="837608673" sldId="266"/>
            <ac:spMk id="36" creationId="{AF2F604E-43BE-4DC3-B983-E071523364F8}"/>
          </ac:spMkLst>
        </pc:spChg>
        <pc:spChg chg="add del">
          <ac:chgData name="Marina Pavlovic" userId="0d7f52ac4825222f" providerId="LiveId" clId="{86856DD6-54C3-4E61-8FFA-C5C59C744505}" dt="2024-02-05T15:38:47.046" v="761" actId="26606"/>
          <ac:spMkLst>
            <pc:docMk/>
            <pc:sldMk cId="837608673" sldId="266"/>
            <ac:spMk id="38" creationId="{08C9B587-E65E-4B52-B37C-ABEBB6E87928}"/>
          </ac:spMkLst>
        </pc:spChg>
        <pc:spChg chg="add del">
          <ac:chgData name="Marina Pavlovic" userId="0d7f52ac4825222f" providerId="LiveId" clId="{86856DD6-54C3-4E61-8FFA-C5C59C744505}" dt="2024-02-05T15:45:17.786" v="801" actId="26606"/>
          <ac:spMkLst>
            <pc:docMk/>
            <pc:sldMk cId="837608673" sldId="266"/>
            <ac:spMk id="40" creationId="{E8E4E9D8-6D9C-4646-83A2-11844D84EAE4}"/>
          </ac:spMkLst>
        </pc:spChg>
        <pc:spChg chg="add del">
          <ac:chgData name="Marina Pavlovic" userId="0d7f52ac4825222f" providerId="LiveId" clId="{86856DD6-54C3-4E61-8FFA-C5C59C744505}" dt="2024-02-05T15:46:11.204" v="809" actId="26606"/>
          <ac:spMkLst>
            <pc:docMk/>
            <pc:sldMk cId="837608673" sldId="266"/>
            <ac:spMk id="42" creationId="{5E791F2F-79DB-4CC0-9FA1-001E3E91E8B7}"/>
          </ac:spMkLst>
        </pc:spChg>
        <pc:spChg chg="add del">
          <ac:chgData name="Marina Pavlovic" userId="0d7f52ac4825222f" providerId="LiveId" clId="{86856DD6-54C3-4E61-8FFA-C5C59C744505}" dt="2024-02-05T15:38:16.475" v="757" actId="26606"/>
          <ac:spMkLst>
            <pc:docMk/>
            <pc:sldMk cId="837608673" sldId="266"/>
            <ac:spMk id="43" creationId="{8D06CE56-3881-4ADA-8CEF-D18B02C242A3}"/>
          </ac:spMkLst>
        </pc:spChg>
        <pc:spChg chg="add del">
          <ac:chgData name="Marina Pavlovic" userId="0d7f52ac4825222f" providerId="LiveId" clId="{86856DD6-54C3-4E61-8FFA-C5C59C744505}" dt="2024-02-05T15:46:11.204" v="809" actId="26606"/>
          <ac:spMkLst>
            <pc:docMk/>
            <pc:sldMk cId="837608673" sldId="266"/>
            <ac:spMk id="44" creationId="{2D6FBB9D-1CAA-4D05-AB33-BABDFE17B843}"/>
          </ac:spMkLst>
        </pc:spChg>
        <pc:spChg chg="add del">
          <ac:chgData name="Marina Pavlovic" userId="0d7f52ac4825222f" providerId="LiveId" clId="{86856DD6-54C3-4E61-8FFA-C5C59C744505}" dt="2024-02-05T15:38:16.475" v="757" actId="26606"/>
          <ac:spMkLst>
            <pc:docMk/>
            <pc:sldMk cId="837608673" sldId="266"/>
            <ac:spMk id="45" creationId="{79F3C543-62EC-4433-9C93-A2CD8764E9B4}"/>
          </ac:spMkLst>
        </pc:spChg>
        <pc:spChg chg="add del">
          <ac:chgData name="Marina Pavlovic" userId="0d7f52ac4825222f" providerId="LiveId" clId="{86856DD6-54C3-4E61-8FFA-C5C59C744505}" dt="2024-02-05T15:46:11.204" v="809" actId="26606"/>
          <ac:spMkLst>
            <pc:docMk/>
            <pc:sldMk cId="837608673" sldId="266"/>
            <ac:spMk id="46" creationId="{04727B71-B4B6-4823-80A1-68C40B475118}"/>
          </ac:spMkLst>
        </pc:spChg>
        <pc:spChg chg="add del">
          <ac:chgData name="Marina Pavlovic" userId="0d7f52ac4825222f" providerId="LiveId" clId="{86856DD6-54C3-4E61-8FFA-C5C59C744505}" dt="2024-02-05T15:38:16.475" v="757" actId="26606"/>
          <ac:spMkLst>
            <pc:docMk/>
            <pc:sldMk cId="837608673" sldId="266"/>
            <ac:spMk id="47" creationId="{526E0BFB-CDF1-4990-8C11-AC849311E0A8}"/>
          </ac:spMkLst>
        </pc:spChg>
        <pc:spChg chg="add del">
          <ac:chgData name="Marina Pavlovic" userId="0d7f52ac4825222f" providerId="LiveId" clId="{86856DD6-54C3-4E61-8FFA-C5C59C744505}" dt="2024-02-05T15:46:11.204" v="809" actId="26606"/>
          <ac:spMkLst>
            <pc:docMk/>
            <pc:sldMk cId="837608673" sldId="266"/>
            <ac:spMk id="48" creationId="{79A6DB05-9FB5-4B07-8675-74C23D4FD89D}"/>
          </ac:spMkLst>
        </pc:spChg>
        <pc:spChg chg="add del">
          <ac:chgData name="Marina Pavlovic" userId="0d7f52ac4825222f" providerId="LiveId" clId="{86856DD6-54C3-4E61-8FFA-C5C59C744505}" dt="2024-02-05T15:38:16.475" v="757" actId="26606"/>
          <ac:spMkLst>
            <pc:docMk/>
            <pc:sldMk cId="837608673" sldId="266"/>
            <ac:spMk id="49" creationId="{6069A1F8-9BEB-4786-9694-FC48B2D75D21}"/>
          </ac:spMkLst>
        </pc:spChg>
        <pc:spChg chg="add del">
          <ac:chgData name="Marina Pavlovic" userId="0d7f52ac4825222f" providerId="LiveId" clId="{86856DD6-54C3-4E61-8FFA-C5C59C744505}" dt="2024-02-05T15:46:11.204" v="809" actId="26606"/>
          <ac:spMkLst>
            <pc:docMk/>
            <pc:sldMk cId="837608673" sldId="266"/>
            <ac:spMk id="50" creationId="{385E1BDC-A9B0-4A87-82E3-F3187F69A802}"/>
          </ac:spMkLst>
        </pc:spChg>
        <pc:spChg chg="add del">
          <ac:chgData name="Marina Pavlovic" userId="0d7f52ac4825222f" providerId="LiveId" clId="{86856DD6-54C3-4E61-8FFA-C5C59C744505}" dt="2024-02-05T15:38:16.475" v="757" actId="26606"/>
          <ac:spMkLst>
            <pc:docMk/>
            <pc:sldMk cId="837608673" sldId="266"/>
            <ac:spMk id="51" creationId="{AF2F604E-43BE-4DC3-B983-E071523364F8}"/>
          </ac:spMkLst>
        </pc:spChg>
        <pc:spChg chg="add del">
          <ac:chgData name="Marina Pavlovic" userId="0d7f52ac4825222f" providerId="LiveId" clId="{86856DD6-54C3-4E61-8FFA-C5C59C744505}" dt="2024-02-05T15:46:11.204" v="809" actId="26606"/>
          <ac:spMkLst>
            <pc:docMk/>
            <pc:sldMk cId="837608673" sldId="266"/>
            <ac:spMk id="52" creationId="{0990C621-3B8B-4820-8328-D47EF7CE823C}"/>
          </ac:spMkLst>
        </pc:spChg>
        <pc:spChg chg="add del">
          <ac:chgData name="Marina Pavlovic" userId="0d7f52ac4825222f" providerId="LiveId" clId="{86856DD6-54C3-4E61-8FFA-C5C59C744505}" dt="2024-02-05T15:38:16.475" v="757" actId="26606"/>
          <ac:spMkLst>
            <pc:docMk/>
            <pc:sldMk cId="837608673" sldId="266"/>
            <ac:spMk id="53" creationId="{08C9B587-E65E-4B52-B37C-ABEBB6E87928}"/>
          </ac:spMkLst>
        </pc:spChg>
        <pc:spChg chg="add del">
          <ac:chgData name="Marina Pavlovic" userId="0d7f52ac4825222f" providerId="LiveId" clId="{86856DD6-54C3-4E61-8FFA-C5C59C744505}" dt="2024-02-05T15:46:11.204" v="809" actId="26606"/>
          <ac:spMkLst>
            <pc:docMk/>
            <pc:sldMk cId="837608673" sldId="266"/>
            <ac:spMk id="54" creationId="{C1A2385B-1D2A-4E17-84FA-6CB7F0AAE473}"/>
          </ac:spMkLst>
        </pc:spChg>
        <pc:spChg chg="add del">
          <ac:chgData name="Marina Pavlovic" userId="0d7f52ac4825222f" providerId="LiveId" clId="{86856DD6-54C3-4E61-8FFA-C5C59C744505}" dt="2024-02-05T15:38:45.531" v="759" actId="26606"/>
          <ac:spMkLst>
            <pc:docMk/>
            <pc:sldMk cId="837608673" sldId="266"/>
            <ac:spMk id="55" creationId="{8D06CE56-3881-4ADA-8CEF-D18B02C242A3}"/>
          </ac:spMkLst>
        </pc:spChg>
        <pc:spChg chg="add del">
          <ac:chgData name="Marina Pavlovic" userId="0d7f52ac4825222f" providerId="LiveId" clId="{86856DD6-54C3-4E61-8FFA-C5C59C744505}" dt="2024-02-05T15:38:45.531" v="759" actId="26606"/>
          <ac:spMkLst>
            <pc:docMk/>
            <pc:sldMk cId="837608673" sldId="266"/>
            <ac:spMk id="56" creationId="{79F3C543-62EC-4433-9C93-A2CD8764E9B4}"/>
          </ac:spMkLst>
        </pc:spChg>
        <pc:spChg chg="add del">
          <ac:chgData name="Marina Pavlovic" userId="0d7f52ac4825222f" providerId="LiveId" clId="{86856DD6-54C3-4E61-8FFA-C5C59C744505}" dt="2024-02-05T15:38:45.531" v="759" actId="26606"/>
          <ac:spMkLst>
            <pc:docMk/>
            <pc:sldMk cId="837608673" sldId="266"/>
            <ac:spMk id="57" creationId="{68AF5748-FED8-45BA-8631-26D1D10F3246}"/>
          </ac:spMkLst>
        </pc:spChg>
        <pc:spChg chg="add del">
          <ac:chgData name="Marina Pavlovic" userId="0d7f52ac4825222f" providerId="LiveId" clId="{86856DD6-54C3-4E61-8FFA-C5C59C744505}" dt="2024-02-05T15:38:45.531" v="759" actId="26606"/>
          <ac:spMkLst>
            <pc:docMk/>
            <pc:sldMk cId="837608673" sldId="266"/>
            <ac:spMk id="58" creationId="{AF2F604E-43BE-4DC3-B983-E071523364F8}"/>
          </ac:spMkLst>
        </pc:spChg>
        <pc:spChg chg="add del">
          <ac:chgData name="Marina Pavlovic" userId="0d7f52ac4825222f" providerId="LiveId" clId="{86856DD6-54C3-4E61-8FFA-C5C59C744505}" dt="2024-02-05T15:38:45.531" v="759" actId="26606"/>
          <ac:spMkLst>
            <pc:docMk/>
            <pc:sldMk cId="837608673" sldId="266"/>
            <ac:spMk id="59" creationId="{08C9B587-E65E-4B52-B37C-ABEBB6E87928}"/>
          </ac:spMkLst>
        </pc:spChg>
        <pc:spChg chg="add del">
          <ac:chgData name="Marina Pavlovic" userId="0d7f52ac4825222f" providerId="LiveId" clId="{86856DD6-54C3-4E61-8FFA-C5C59C744505}" dt="2024-02-05T15:46:11.173" v="808" actId="26606"/>
          <ac:spMkLst>
            <pc:docMk/>
            <pc:sldMk cId="837608673" sldId="266"/>
            <ac:spMk id="60" creationId="{2D6FBB9D-1CAA-4D05-AB33-BABDFE17B843}"/>
          </ac:spMkLst>
        </pc:spChg>
        <pc:spChg chg="add del">
          <ac:chgData name="Marina Pavlovic" userId="0d7f52ac4825222f" providerId="LiveId" clId="{86856DD6-54C3-4E61-8FFA-C5C59C744505}" dt="2024-02-05T15:46:11.173" v="808" actId="26606"/>
          <ac:spMkLst>
            <pc:docMk/>
            <pc:sldMk cId="837608673" sldId="266"/>
            <ac:spMk id="61" creationId="{04727B71-B4B6-4823-80A1-68C40B475118}"/>
          </ac:spMkLst>
        </pc:spChg>
        <pc:spChg chg="add del">
          <ac:chgData name="Marina Pavlovic" userId="0d7f52ac4825222f" providerId="LiveId" clId="{86856DD6-54C3-4E61-8FFA-C5C59C744505}" dt="2024-02-05T15:46:11.173" v="808" actId="26606"/>
          <ac:spMkLst>
            <pc:docMk/>
            <pc:sldMk cId="837608673" sldId="266"/>
            <ac:spMk id="63" creationId="{79A6DB05-9FB5-4B07-8675-74C23D4FD89D}"/>
          </ac:spMkLst>
        </pc:spChg>
        <pc:spChg chg="add del">
          <ac:chgData name="Marina Pavlovic" userId="0d7f52ac4825222f" providerId="LiveId" clId="{86856DD6-54C3-4E61-8FFA-C5C59C744505}" dt="2024-02-05T15:46:11.173" v="808" actId="26606"/>
          <ac:spMkLst>
            <pc:docMk/>
            <pc:sldMk cId="837608673" sldId="266"/>
            <ac:spMk id="65" creationId="{6D731904-7733-45B0-902C-289497204C19}"/>
          </ac:spMkLst>
        </pc:spChg>
        <pc:spChg chg="add del">
          <ac:chgData name="Marina Pavlovic" userId="0d7f52ac4825222f" providerId="LiveId" clId="{86856DD6-54C3-4E61-8FFA-C5C59C744505}" dt="2024-02-05T15:46:11.173" v="808" actId="26606"/>
          <ac:spMkLst>
            <pc:docMk/>
            <pc:sldMk cId="837608673" sldId="266"/>
            <ac:spMk id="67" creationId="{504E6397-35D7-4AEC-9DA9-B7F6B12B88A5}"/>
          </ac:spMkLst>
        </pc:spChg>
        <pc:spChg chg="add del">
          <ac:chgData name="Marina Pavlovic" userId="0d7f52ac4825222f" providerId="LiveId" clId="{86856DD6-54C3-4E61-8FFA-C5C59C744505}" dt="2024-02-05T15:46:11.173" v="808" actId="26606"/>
          <ac:spMkLst>
            <pc:docMk/>
            <pc:sldMk cId="837608673" sldId="266"/>
            <ac:spMk id="69" creationId="{62C5A04F-2AEB-4631-8314-A8B812E1EC8E}"/>
          </ac:spMkLst>
        </pc:spChg>
        <pc:spChg chg="add del">
          <ac:chgData name="Marina Pavlovic" userId="0d7f52ac4825222f" providerId="LiveId" clId="{86856DD6-54C3-4E61-8FFA-C5C59C744505}" dt="2024-02-05T15:46:11.173" v="808" actId="26606"/>
          <ac:spMkLst>
            <pc:docMk/>
            <pc:sldMk cId="837608673" sldId="266"/>
            <ac:spMk id="71" creationId="{4B2B1C70-BF3F-41BD-871B-63D8F911F77B}"/>
          </ac:spMkLst>
        </pc:spChg>
        <pc:spChg chg="add del">
          <ac:chgData name="Marina Pavlovic" userId="0d7f52ac4825222f" providerId="LiveId" clId="{86856DD6-54C3-4E61-8FFA-C5C59C744505}" dt="2024-02-05T15:47:50.412" v="818" actId="26606"/>
          <ac:spMkLst>
            <pc:docMk/>
            <pc:sldMk cId="837608673" sldId="266"/>
            <ac:spMk id="73" creationId="{67EF550F-47CE-4FB2-9DAC-12AD835C833D}"/>
          </ac:spMkLst>
        </pc:spChg>
        <pc:spChg chg="add del">
          <ac:chgData name="Marina Pavlovic" userId="0d7f52ac4825222f" providerId="LiveId" clId="{86856DD6-54C3-4E61-8FFA-C5C59C744505}" dt="2024-02-05T15:47:50.412" v="818" actId="26606"/>
          <ac:spMkLst>
            <pc:docMk/>
            <pc:sldMk cId="837608673" sldId="266"/>
            <ac:spMk id="74" creationId="{2D6FBB9D-1CAA-4D05-AB33-BABDFE17B843}"/>
          </ac:spMkLst>
        </pc:spChg>
        <pc:spChg chg="add del">
          <ac:chgData name="Marina Pavlovic" userId="0d7f52ac4825222f" providerId="LiveId" clId="{86856DD6-54C3-4E61-8FFA-C5C59C744505}" dt="2024-02-05T15:47:50.412" v="818" actId="26606"/>
          <ac:spMkLst>
            <pc:docMk/>
            <pc:sldMk cId="837608673" sldId="266"/>
            <ac:spMk id="75" creationId="{04727B71-B4B6-4823-80A1-68C40B475118}"/>
          </ac:spMkLst>
        </pc:spChg>
        <pc:spChg chg="add del">
          <ac:chgData name="Marina Pavlovic" userId="0d7f52ac4825222f" providerId="LiveId" clId="{86856DD6-54C3-4E61-8FFA-C5C59C744505}" dt="2024-02-05T15:47:50.412" v="818" actId="26606"/>
          <ac:spMkLst>
            <pc:docMk/>
            <pc:sldMk cId="837608673" sldId="266"/>
            <ac:spMk id="76" creationId="{79A6DB05-9FB5-4B07-8675-74C23D4FD89D}"/>
          </ac:spMkLst>
        </pc:spChg>
        <pc:spChg chg="add del">
          <ac:chgData name="Marina Pavlovic" userId="0d7f52ac4825222f" providerId="LiveId" clId="{86856DD6-54C3-4E61-8FFA-C5C59C744505}" dt="2024-02-05T15:47:50.412" v="818" actId="26606"/>
          <ac:spMkLst>
            <pc:docMk/>
            <pc:sldMk cId="837608673" sldId="266"/>
            <ac:spMk id="77" creationId="{63F5877B-98C7-49DD-83AB-0F6F57CB6543}"/>
          </ac:spMkLst>
        </pc:spChg>
        <pc:spChg chg="add del">
          <ac:chgData name="Marina Pavlovic" userId="0d7f52ac4825222f" providerId="LiveId" clId="{86856DD6-54C3-4E61-8FFA-C5C59C744505}" dt="2024-02-05T15:47:50.412" v="818" actId="26606"/>
          <ac:spMkLst>
            <pc:docMk/>
            <pc:sldMk cId="837608673" sldId="266"/>
            <ac:spMk id="78" creationId="{4EA91930-66BC-4C41-B4F5-C31EB216F64B}"/>
          </ac:spMkLst>
        </pc:spChg>
        <pc:spChg chg="add del">
          <ac:chgData name="Marina Pavlovic" userId="0d7f52ac4825222f" providerId="LiveId" clId="{86856DD6-54C3-4E61-8FFA-C5C59C744505}" dt="2024-02-05T15:47:50.412" v="818" actId="26606"/>
          <ac:spMkLst>
            <pc:docMk/>
            <pc:sldMk cId="837608673" sldId="266"/>
            <ac:spMk id="79" creationId="{6313CF8F-B436-401E-9575-DE0F8E8B5B17}"/>
          </ac:spMkLst>
        </pc:spChg>
        <pc:spChg chg="add del">
          <ac:chgData name="Marina Pavlovic" userId="0d7f52ac4825222f" providerId="LiveId" clId="{86856DD6-54C3-4E61-8FFA-C5C59C744505}" dt="2024-02-05T15:47:50.412" v="818" actId="26606"/>
          <ac:spMkLst>
            <pc:docMk/>
            <pc:sldMk cId="837608673" sldId="266"/>
            <ac:spMk id="80" creationId="{2A38CFE9-C30A-4551-ACCB-D5808FBC39CD}"/>
          </ac:spMkLst>
        </pc:spChg>
        <pc:spChg chg="add del">
          <ac:chgData name="Marina Pavlovic" userId="0d7f52ac4825222f" providerId="LiveId" clId="{86856DD6-54C3-4E61-8FFA-C5C59C744505}" dt="2024-02-05T15:47:47.683" v="815" actId="26606"/>
          <ac:spMkLst>
            <pc:docMk/>
            <pc:sldMk cId="837608673" sldId="266"/>
            <ac:spMk id="85" creationId="{2D6FBB9D-1CAA-4D05-AB33-BABDFE17B843}"/>
          </ac:spMkLst>
        </pc:spChg>
        <pc:spChg chg="add del">
          <ac:chgData name="Marina Pavlovic" userId="0d7f52ac4825222f" providerId="LiveId" clId="{86856DD6-54C3-4E61-8FFA-C5C59C744505}" dt="2024-02-05T15:47:47.683" v="815" actId="26606"/>
          <ac:spMkLst>
            <pc:docMk/>
            <pc:sldMk cId="837608673" sldId="266"/>
            <ac:spMk id="87" creationId="{04727B71-B4B6-4823-80A1-68C40B475118}"/>
          </ac:spMkLst>
        </pc:spChg>
        <pc:spChg chg="add del">
          <ac:chgData name="Marina Pavlovic" userId="0d7f52ac4825222f" providerId="LiveId" clId="{86856DD6-54C3-4E61-8FFA-C5C59C744505}" dt="2024-02-05T15:47:47.683" v="815" actId="26606"/>
          <ac:spMkLst>
            <pc:docMk/>
            <pc:sldMk cId="837608673" sldId="266"/>
            <ac:spMk id="89" creationId="{79A6DB05-9FB5-4B07-8675-74C23D4FD89D}"/>
          </ac:spMkLst>
        </pc:spChg>
        <pc:spChg chg="add del">
          <ac:chgData name="Marina Pavlovic" userId="0d7f52ac4825222f" providerId="LiveId" clId="{86856DD6-54C3-4E61-8FFA-C5C59C744505}" dt="2024-02-05T15:47:47.683" v="815" actId="26606"/>
          <ac:spMkLst>
            <pc:docMk/>
            <pc:sldMk cId="837608673" sldId="266"/>
            <ac:spMk id="91" creationId="{49B9E8A9-352D-4DCB-9485-C777000D4979}"/>
          </ac:spMkLst>
        </pc:spChg>
        <pc:spChg chg="add del">
          <ac:chgData name="Marina Pavlovic" userId="0d7f52ac4825222f" providerId="LiveId" clId="{86856DD6-54C3-4E61-8FFA-C5C59C744505}" dt="2024-02-05T15:47:47.683" v="815" actId="26606"/>
          <ac:spMkLst>
            <pc:docMk/>
            <pc:sldMk cId="837608673" sldId="266"/>
            <ac:spMk id="93" creationId="{C2A9B0E5-C2C1-4B85-99A9-117A659D5FE0}"/>
          </ac:spMkLst>
        </pc:spChg>
        <pc:spChg chg="add del">
          <ac:chgData name="Marina Pavlovic" userId="0d7f52ac4825222f" providerId="LiveId" clId="{86856DD6-54C3-4E61-8FFA-C5C59C744505}" dt="2024-02-05T15:47:47.683" v="815" actId="26606"/>
          <ac:spMkLst>
            <pc:docMk/>
            <pc:sldMk cId="837608673" sldId="266"/>
            <ac:spMk id="95" creationId="{3A8AEACA-9535-4BE8-A91B-8BE82BA54751}"/>
          </ac:spMkLst>
        </pc:spChg>
        <pc:spChg chg="add del">
          <ac:chgData name="Marina Pavlovic" userId="0d7f52ac4825222f" providerId="LiveId" clId="{86856DD6-54C3-4E61-8FFA-C5C59C744505}" dt="2024-02-05T15:47:50.397" v="817" actId="26606"/>
          <ac:spMkLst>
            <pc:docMk/>
            <pc:sldMk cId="837608673" sldId="266"/>
            <ac:spMk id="97" creationId="{5E791F2F-79DB-4CC0-9FA1-001E3E91E8B7}"/>
          </ac:spMkLst>
        </pc:spChg>
        <pc:spChg chg="add del">
          <ac:chgData name="Marina Pavlovic" userId="0d7f52ac4825222f" providerId="LiveId" clId="{86856DD6-54C3-4E61-8FFA-C5C59C744505}" dt="2024-02-05T15:47:50.397" v="817" actId="26606"/>
          <ac:spMkLst>
            <pc:docMk/>
            <pc:sldMk cId="837608673" sldId="266"/>
            <ac:spMk id="98" creationId="{2D6FBB9D-1CAA-4D05-AB33-BABDFE17B843}"/>
          </ac:spMkLst>
        </pc:spChg>
        <pc:spChg chg="add del">
          <ac:chgData name="Marina Pavlovic" userId="0d7f52ac4825222f" providerId="LiveId" clId="{86856DD6-54C3-4E61-8FFA-C5C59C744505}" dt="2024-02-05T15:47:50.397" v="817" actId="26606"/>
          <ac:spMkLst>
            <pc:docMk/>
            <pc:sldMk cId="837608673" sldId="266"/>
            <ac:spMk id="99" creationId="{04727B71-B4B6-4823-80A1-68C40B475118}"/>
          </ac:spMkLst>
        </pc:spChg>
        <pc:spChg chg="add del">
          <ac:chgData name="Marina Pavlovic" userId="0d7f52ac4825222f" providerId="LiveId" clId="{86856DD6-54C3-4E61-8FFA-C5C59C744505}" dt="2024-02-05T15:47:50.397" v="817" actId="26606"/>
          <ac:spMkLst>
            <pc:docMk/>
            <pc:sldMk cId="837608673" sldId="266"/>
            <ac:spMk id="100" creationId="{79A6DB05-9FB5-4B07-8675-74C23D4FD89D}"/>
          </ac:spMkLst>
        </pc:spChg>
        <pc:spChg chg="add del">
          <ac:chgData name="Marina Pavlovic" userId="0d7f52ac4825222f" providerId="LiveId" clId="{86856DD6-54C3-4E61-8FFA-C5C59C744505}" dt="2024-02-05T15:47:50.397" v="817" actId="26606"/>
          <ac:spMkLst>
            <pc:docMk/>
            <pc:sldMk cId="837608673" sldId="266"/>
            <ac:spMk id="101" creationId="{6D24BC9E-AC6A-42EE-AFD8-B290720B841F}"/>
          </ac:spMkLst>
        </pc:spChg>
        <pc:spChg chg="add del">
          <ac:chgData name="Marina Pavlovic" userId="0d7f52ac4825222f" providerId="LiveId" clId="{86856DD6-54C3-4E61-8FFA-C5C59C744505}" dt="2024-02-05T15:47:50.397" v="817" actId="26606"/>
          <ac:spMkLst>
            <pc:docMk/>
            <pc:sldMk cId="837608673" sldId="266"/>
            <ac:spMk id="102" creationId="{0990C621-3B8B-4820-8328-D47EF7CE823C}"/>
          </ac:spMkLst>
        </pc:spChg>
        <pc:spChg chg="add del">
          <ac:chgData name="Marina Pavlovic" userId="0d7f52ac4825222f" providerId="LiveId" clId="{86856DD6-54C3-4E61-8FFA-C5C59C744505}" dt="2024-02-05T15:47:50.397" v="817" actId="26606"/>
          <ac:spMkLst>
            <pc:docMk/>
            <pc:sldMk cId="837608673" sldId="266"/>
            <ac:spMk id="103" creationId="{C1A2385B-1D2A-4E17-84FA-6CB7F0AAE473}"/>
          </ac:spMkLst>
        </pc:spChg>
        <pc:spChg chg="add del">
          <ac:chgData name="Marina Pavlovic" userId="0d7f52ac4825222f" providerId="LiveId" clId="{86856DD6-54C3-4E61-8FFA-C5C59C744505}" dt="2024-02-05T15:48:10.577" v="823" actId="26606"/>
          <ac:spMkLst>
            <pc:docMk/>
            <pc:sldMk cId="837608673" sldId="266"/>
            <ac:spMk id="105" creationId="{2D6FBB9D-1CAA-4D05-AB33-BABDFE17B843}"/>
          </ac:spMkLst>
        </pc:spChg>
        <pc:spChg chg="add del">
          <ac:chgData name="Marina Pavlovic" userId="0d7f52ac4825222f" providerId="LiveId" clId="{86856DD6-54C3-4E61-8FFA-C5C59C744505}" dt="2024-02-05T15:48:10.577" v="823" actId="26606"/>
          <ac:spMkLst>
            <pc:docMk/>
            <pc:sldMk cId="837608673" sldId="266"/>
            <ac:spMk id="106" creationId="{04727B71-B4B6-4823-80A1-68C40B475118}"/>
          </ac:spMkLst>
        </pc:spChg>
        <pc:spChg chg="add del">
          <ac:chgData name="Marina Pavlovic" userId="0d7f52ac4825222f" providerId="LiveId" clId="{86856DD6-54C3-4E61-8FFA-C5C59C744505}" dt="2024-02-05T15:48:10.577" v="823" actId="26606"/>
          <ac:spMkLst>
            <pc:docMk/>
            <pc:sldMk cId="837608673" sldId="266"/>
            <ac:spMk id="107" creationId="{79A6DB05-9FB5-4B07-8675-74C23D4FD89D}"/>
          </ac:spMkLst>
        </pc:spChg>
        <pc:spChg chg="add del">
          <ac:chgData name="Marina Pavlovic" userId="0d7f52ac4825222f" providerId="LiveId" clId="{86856DD6-54C3-4E61-8FFA-C5C59C744505}" dt="2024-02-05T15:48:10.577" v="823" actId="26606"/>
          <ac:spMkLst>
            <pc:docMk/>
            <pc:sldMk cId="837608673" sldId="266"/>
            <ac:spMk id="108" creationId="{223D82F2-8828-4C80-AF95-242810EB9ABB}"/>
          </ac:spMkLst>
        </pc:spChg>
        <pc:spChg chg="add del">
          <ac:chgData name="Marina Pavlovic" userId="0d7f52ac4825222f" providerId="LiveId" clId="{86856DD6-54C3-4E61-8FFA-C5C59C744505}" dt="2024-02-05T15:48:10.577" v="823" actId="26606"/>
          <ac:spMkLst>
            <pc:docMk/>
            <pc:sldMk cId="837608673" sldId="266"/>
            <ac:spMk id="109" creationId="{7FD0D34F-65E4-4896-8016-F401017B67FD}"/>
          </ac:spMkLst>
        </pc:spChg>
        <pc:spChg chg="add del">
          <ac:chgData name="Marina Pavlovic" userId="0d7f52ac4825222f" providerId="LiveId" clId="{86856DD6-54C3-4E61-8FFA-C5C59C744505}" dt="2024-02-05T15:48:10.577" v="823" actId="26606"/>
          <ac:spMkLst>
            <pc:docMk/>
            <pc:sldMk cId="837608673" sldId="266"/>
            <ac:spMk id="110" creationId="{27A25769-8A6A-4983-92E9-E41BEB530971}"/>
          </ac:spMkLst>
        </pc:spChg>
        <pc:spChg chg="add del">
          <ac:chgData name="Marina Pavlovic" userId="0d7f52ac4825222f" providerId="LiveId" clId="{86856DD6-54C3-4E61-8FFA-C5C59C744505}" dt="2024-02-05T15:48:10.577" v="823" actId="26606"/>
          <ac:spMkLst>
            <pc:docMk/>
            <pc:sldMk cId="837608673" sldId="266"/>
            <ac:spMk id="111" creationId="{D6669D83-0E36-4F8C-B68A-D549AC194A99}"/>
          </ac:spMkLst>
        </pc:spChg>
        <pc:spChg chg="add del">
          <ac:chgData name="Marina Pavlovic" userId="0d7f52ac4825222f" providerId="LiveId" clId="{86856DD6-54C3-4E61-8FFA-C5C59C744505}" dt="2024-02-05T15:48:10.562" v="822" actId="26606"/>
          <ac:spMkLst>
            <pc:docMk/>
            <pc:sldMk cId="837608673" sldId="266"/>
            <ac:spMk id="116" creationId="{2D6FBB9D-1CAA-4D05-AB33-BABDFE17B843}"/>
          </ac:spMkLst>
        </pc:spChg>
        <pc:spChg chg="add del">
          <ac:chgData name="Marina Pavlovic" userId="0d7f52ac4825222f" providerId="LiveId" clId="{86856DD6-54C3-4E61-8FFA-C5C59C744505}" dt="2024-02-05T15:48:10.562" v="822" actId="26606"/>
          <ac:spMkLst>
            <pc:docMk/>
            <pc:sldMk cId="837608673" sldId="266"/>
            <ac:spMk id="118" creationId="{04727B71-B4B6-4823-80A1-68C40B475118}"/>
          </ac:spMkLst>
        </pc:spChg>
        <pc:spChg chg="add del">
          <ac:chgData name="Marina Pavlovic" userId="0d7f52ac4825222f" providerId="LiveId" clId="{86856DD6-54C3-4E61-8FFA-C5C59C744505}" dt="2024-02-05T15:48:10.562" v="822" actId="26606"/>
          <ac:spMkLst>
            <pc:docMk/>
            <pc:sldMk cId="837608673" sldId="266"/>
            <ac:spMk id="120" creationId="{79A6DB05-9FB5-4B07-8675-74C23D4FD89D}"/>
          </ac:spMkLst>
        </pc:spChg>
        <pc:spChg chg="add del">
          <ac:chgData name="Marina Pavlovic" userId="0d7f52ac4825222f" providerId="LiveId" clId="{86856DD6-54C3-4E61-8FFA-C5C59C744505}" dt="2024-02-05T15:48:10.562" v="822" actId="26606"/>
          <ac:spMkLst>
            <pc:docMk/>
            <pc:sldMk cId="837608673" sldId="266"/>
            <ac:spMk id="122" creationId="{223D82F2-8828-4C80-AF95-242810EB9ABB}"/>
          </ac:spMkLst>
        </pc:spChg>
        <pc:spChg chg="add del">
          <ac:chgData name="Marina Pavlovic" userId="0d7f52ac4825222f" providerId="LiveId" clId="{86856DD6-54C3-4E61-8FFA-C5C59C744505}" dt="2024-02-05T15:48:10.562" v="822" actId="26606"/>
          <ac:spMkLst>
            <pc:docMk/>
            <pc:sldMk cId="837608673" sldId="266"/>
            <ac:spMk id="124" creationId="{7FD0D34F-65E4-4896-8016-F401017B67FD}"/>
          </ac:spMkLst>
        </pc:spChg>
        <pc:spChg chg="add del">
          <ac:chgData name="Marina Pavlovic" userId="0d7f52ac4825222f" providerId="LiveId" clId="{86856DD6-54C3-4E61-8FFA-C5C59C744505}" dt="2024-02-05T15:48:10.562" v="822" actId="26606"/>
          <ac:spMkLst>
            <pc:docMk/>
            <pc:sldMk cId="837608673" sldId="266"/>
            <ac:spMk id="126" creationId="{27A25769-8A6A-4983-92E9-E41BEB530971}"/>
          </ac:spMkLst>
        </pc:spChg>
        <pc:spChg chg="add del">
          <ac:chgData name="Marina Pavlovic" userId="0d7f52ac4825222f" providerId="LiveId" clId="{86856DD6-54C3-4E61-8FFA-C5C59C744505}" dt="2024-02-05T15:48:10.562" v="822" actId="26606"/>
          <ac:spMkLst>
            <pc:docMk/>
            <pc:sldMk cId="837608673" sldId="266"/>
            <ac:spMk id="128" creationId="{D6669D83-0E36-4F8C-B68A-D549AC194A99}"/>
          </ac:spMkLst>
        </pc:spChg>
        <pc:spChg chg="add del">
          <ac:chgData name="Marina Pavlovic" userId="0d7f52ac4825222f" providerId="LiveId" clId="{86856DD6-54C3-4E61-8FFA-C5C59C744505}" dt="2024-02-11T08:28:54.405" v="4843" actId="26606"/>
          <ac:spMkLst>
            <pc:docMk/>
            <pc:sldMk cId="837608673" sldId="266"/>
            <ac:spMk id="130" creationId="{67EF550F-47CE-4FB2-9DAC-12AD835C833D}"/>
          </ac:spMkLst>
        </pc:spChg>
        <pc:spChg chg="add del">
          <ac:chgData name="Marina Pavlovic" userId="0d7f52ac4825222f" providerId="LiveId" clId="{86856DD6-54C3-4E61-8FFA-C5C59C744505}" dt="2024-02-11T08:28:54.405" v="4843" actId="26606"/>
          <ac:spMkLst>
            <pc:docMk/>
            <pc:sldMk cId="837608673" sldId="266"/>
            <ac:spMk id="131" creationId="{2D6FBB9D-1CAA-4D05-AB33-BABDFE17B843}"/>
          </ac:spMkLst>
        </pc:spChg>
        <pc:spChg chg="add del">
          <ac:chgData name="Marina Pavlovic" userId="0d7f52ac4825222f" providerId="LiveId" clId="{86856DD6-54C3-4E61-8FFA-C5C59C744505}" dt="2024-02-11T08:28:54.405" v="4843" actId="26606"/>
          <ac:spMkLst>
            <pc:docMk/>
            <pc:sldMk cId="837608673" sldId="266"/>
            <ac:spMk id="132" creationId="{04727B71-B4B6-4823-80A1-68C40B475118}"/>
          </ac:spMkLst>
        </pc:spChg>
        <pc:spChg chg="add del">
          <ac:chgData name="Marina Pavlovic" userId="0d7f52ac4825222f" providerId="LiveId" clId="{86856DD6-54C3-4E61-8FFA-C5C59C744505}" dt="2024-02-11T08:28:54.405" v="4843" actId="26606"/>
          <ac:spMkLst>
            <pc:docMk/>
            <pc:sldMk cId="837608673" sldId="266"/>
            <ac:spMk id="133" creationId="{79A6DB05-9FB5-4B07-8675-74C23D4FD89D}"/>
          </ac:spMkLst>
        </pc:spChg>
        <pc:spChg chg="add del">
          <ac:chgData name="Marina Pavlovic" userId="0d7f52ac4825222f" providerId="LiveId" clId="{86856DD6-54C3-4E61-8FFA-C5C59C744505}" dt="2024-02-11T08:28:54.405" v="4843" actId="26606"/>
          <ac:spMkLst>
            <pc:docMk/>
            <pc:sldMk cId="837608673" sldId="266"/>
            <ac:spMk id="134" creationId="{63F5877B-98C7-49DD-83AB-0F6F57CB6543}"/>
          </ac:spMkLst>
        </pc:spChg>
        <pc:spChg chg="add del">
          <ac:chgData name="Marina Pavlovic" userId="0d7f52ac4825222f" providerId="LiveId" clId="{86856DD6-54C3-4E61-8FFA-C5C59C744505}" dt="2024-02-11T08:28:54.405" v="4843" actId="26606"/>
          <ac:spMkLst>
            <pc:docMk/>
            <pc:sldMk cId="837608673" sldId="266"/>
            <ac:spMk id="135" creationId="{4EA91930-66BC-4C41-B4F5-C31EB216F64B}"/>
          </ac:spMkLst>
        </pc:spChg>
        <pc:spChg chg="add del">
          <ac:chgData name="Marina Pavlovic" userId="0d7f52ac4825222f" providerId="LiveId" clId="{86856DD6-54C3-4E61-8FFA-C5C59C744505}" dt="2024-02-11T08:28:54.405" v="4843" actId="26606"/>
          <ac:spMkLst>
            <pc:docMk/>
            <pc:sldMk cId="837608673" sldId="266"/>
            <ac:spMk id="136" creationId="{6313CF8F-B436-401E-9575-DE0F8E8B5B17}"/>
          </ac:spMkLst>
        </pc:spChg>
        <pc:spChg chg="add del">
          <ac:chgData name="Marina Pavlovic" userId="0d7f52ac4825222f" providerId="LiveId" clId="{86856DD6-54C3-4E61-8FFA-C5C59C744505}" dt="2024-02-11T08:28:54.405" v="4843" actId="26606"/>
          <ac:spMkLst>
            <pc:docMk/>
            <pc:sldMk cId="837608673" sldId="266"/>
            <ac:spMk id="137" creationId="{2A38CFE9-C30A-4551-ACCB-D5808FBC39CD}"/>
          </ac:spMkLst>
        </pc:spChg>
        <pc:spChg chg="add del">
          <ac:chgData name="Marina Pavlovic" userId="0d7f52ac4825222f" providerId="LiveId" clId="{86856DD6-54C3-4E61-8FFA-C5C59C744505}" dt="2024-02-11T08:28:54.405" v="4843" actId="26606"/>
          <ac:spMkLst>
            <pc:docMk/>
            <pc:sldMk cId="837608673" sldId="266"/>
            <ac:spMk id="139" creationId="{2D6FBB9D-1CAA-4D05-AB33-BABDFE17B843}"/>
          </ac:spMkLst>
        </pc:spChg>
        <pc:spChg chg="add del">
          <ac:chgData name="Marina Pavlovic" userId="0d7f52ac4825222f" providerId="LiveId" clId="{86856DD6-54C3-4E61-8FFA-C5C59C744505}" dt="2024-02-11T08:28:54.405" v="4843" actId="26606"/>
          <ac:spMkLst>
            <pc:docMk/>
            <pc:sldMk cId="837608673" sldId="266"/>
            <ac:spMk id="140" creationId="{04727B71-B4B6-4823-80A1-68C40B475118}"/>
          </ac:spMkLst>
        </pc:spChg>
        <pc:spChg chg="add del">
          <ac:chgData name="Marina Pavlovic" userId="0d7f52ac4825222f" providerId="LiveId" clId="{86856DD6-54C3-4E61-8FFA-C5C59C744505}" dt="2024-02-11T08:28:54.405" v="4843" actId="26606"/>
          <ac:spMkLst>
            <pc:docMk/>
            <pc:sldMk cId="837608673" sldId="266"/>
            <ac:spMk id="141" creationId="{82822BBE-34F8-4620-FE8F-B965B7AE541C}"/>
          </ac:spMkLst>
        </pc:spChg>
        <pc:spChg chg="add del">
          <ac:chgData name="Marina Pavlovic" userId="0d7f52ac4825222f" providerId="LiveId" clId="{86856DD6-54C3-4E61-8FFA-C5C59C744505}" dt="2024-02-09T09:32:51.995" v="3833" actId="26606"/>
          <ac:spMkLst>
            <pc:docMk/>
            <pc:sldMk cId="837608673" sldId="266"/>
            <ac:spMk id="142" creationId="{8D06CE56-3881-4ADA-8CEF-D18B02C242A3}"/>
          </ac:spMkLst>
        </pc:spChg>
        <pc:spChg chg="add del">
          <ac:chgData name="Marina Pavlovic" userId="0d7f52ac4825222f" providerId="LiveId" clId="{86856DD6-54C3-4E61-8FFA-C5C59C744505}" dt="2024-02-11T08:28:54.405" v="4843" actId="26606"/>
          <ac:spMkLst>
            <pc:docMk/>
            <pc:sldMk cId="837608673" sldId="266"/>
            <ac:spMk id="143" creationId="{79A6DB05-9FB5-4B07-8675-74C23D4FD89D}"/>
          </ac:spMkLst>
        </pc:spChg>
        <pc:spChg chg="add del">
          <ac:chgData name="Marina Pavlovic" userId="0d7f52ac4825222f" providerId="LiveId" clId="{86856DD6-54C3-4E61-8FFA-C5C59C744505}" dt="2024-02-09T09:32:51.995" v="3833" actId="26606"/>
          <ac:spMkLst>
            <pc:docMk/>
            <pc:sldMk cId="837608673" sldId="266"/>
            <ac:spMk id="144" creationId="{79F3C543-62EC-4433-9C93-A2CD8764E9B4}"/>
          </ac:spMkLst>
        </pc:spChg>
        <pc:spChg chg="add del">
          <ac:chgData name="Marina Pavlovic" userId="0d7f52ac4825222f" providerId="LiveId" clId="{86856DD6-54C3-4E61-8FFA-C5C59C744505}" dt="2024-02-11T08:28:54.405" v="4843" actId="26606"/>
          <ac:spMkLst>
            <pc:docMk/>
            <pc:sldMk cId="837608673" sldId="266"/>
            <ac:spMk id="145" creationId="{4CBC69AF-AE9D-43C7-A183-244646418BB4}"/>
          </ac:spMkLst>
        </pc:spChg>
        <pc:spChg chg="add del">
          <ac:chgData name="Marina Pavlovic" userId="0d7f52ac4825222f" providerId="LiveId" clId="{86856DD6-54C3-4E61-8FFA-C5C59C744505}" dt="2024-02-09T09:32:51.995" v="3833" actId="26606"/>
          <ac:spMkLst>
            <pc:docMk/>
            <pc:sldMk cId="837608673" sldId="266"/>
            <ac:spMk id="146" creationId="{88263A24-0C1F-4677-B43C-4AE14E276B27}"/>
          </ac:spMkLst>
        </pc:spChg>
        <pc:spChg chg="add del">
          <ac:chgData name="Marina Pavlovic" userId="0d7f52ac4825222f" providerId="LiveId" clId="{86856DD6-54C3-4E61-8FFA-C5C59C744505}" dt="2024-02-11T08:28:54.405" v="4843" actId="26606"/>
          <ac:spMkLst>
            <pc:docMk/>
            <pc:sldMk cId="837608673" sldId="266"/>
            <ac:spMk id="147" creationId="{BE64232A-D912-4882-BF58-104918115741}"/>
          </ac:spMkLst>
        </pc:spChg>
        <pc:spChg chg="add del">
          <ac:chgData name="Marina Pavlovic" userId="0d7f52ac4825222f" providerId="LiveId" clId="{86856DD6-54C3-4E61-8FFA-C5C59C744505}" dt="2024-02-09T09:32:51.995" v="3833" actId="26606"/>
          <ac:spMkLst>
            <pc:docMk/>
            <pc:sldMk cId="837608673" sldId="266"/>
            <ac:spMk id="148" creationId="{0ADDB668-2CA4-4D2B-9C34-3487CA330BA8}"/>
          </ac:spMkLst>
        </pc:spChg>
        <pc:spChg chg="add del">
          <ac:chgData name="Marina Pavlovic" userId="0d7f52ac4825222f" providerId="LiveId" clId="{86856DD6-54C3-4E61-8FFA-C5C59C744505}" dt="2024-02-11T08:28:54.405" v="4843" actId="26606"/>
          <ac:spMkLst>
            <pc:docMk/>
            <pc:sldMk cId="837608673" sldId="266"/>
            <ac:spMk id="149" creationId="{E8E4E9D8-6D9C-4646-83A2-11844D84EAE4}"/>
          </ac:spMkLst>
        </pc:spChg>
        <pc:spChg chg="add del">
          <ac:chgData name="Marina Pavlovic" userId="0d7f52ac4825222f" providerId="LiveId" clId="{86856DD6-54C3-4E61-8FFA-C5C59C744505}" dt="2024-02-09T09:32:51.995" v="3833" actId="26606"/>
          <ac:spMkLst>
            <pc:docMk/>
            <pc:sldMk cId="837608673" sldId="266"/>
            <ac:spMk id="150" creationId="{2568BC19-F052-4108-93E1-6A3D1DEC072F}"/>
          </ac:spMkLst>
        </pc:spChg>
        <pc:spChg chg="add del">
          <ac:chgData name="Marina Pavlovic" userId="0d7f52ac4825222f" providerId="LiveId" clId="{86856DD6-54C3-4E61-8FFA-C5C59C744505}" dt="2024-02-09T09:32:51.995" v="3833" actId="26606"/>
          <ac:spMkLst>
            <pc:docMk/>
            <pc:sldMk cId="837608673" sldId="266"/>
            <ac:spMk id="152" creationId="{D5FD337D-4D6B-4C8B-B6F5-121097E09881}"/>
          </ac:spMkLst>
        </pc:spChg>
        <pc:spChg chg="add del">
          <ac:chgData name="Marina Pavlovic" userId="0d7f52ac4825222f" providerId="LiveId" clId="{86856DD6-54C3-4E61-8FFA-C5C59C744505}" dt="2024-02-09T09:33:05.554" v="3841" actId="26606"/>
          <ac:spMkLst>
            <pc:docMk/>
            <pc:sldMk cId="837608673" sldId="266"/>
            <ac:spMk id="154" creationId="{C52EE5A8-045B-4D39-8ED1-513334085EEC}"/>
          </ac:spMkLst>
        </pc:spChg>
        <pc:spChg chg="add del">
          <ac:chgData name="Marina Pavlovic" userId="0d7f52ac4825222f" providerId="LiveId" clId="{86856DD6-54C3-4E61-8FFA-C5C59C744505}" dt="2024-02-09T09:33:05.554" v="3841" actId="26606"/>
          <ac:spMkLst>
            <pc:docMk/>
            <pc:sldMk cId="837608673" sldId="266"/>
            <ac:spMk id="155" creationId="{8D06CE56-3881-4ADA-8CEF-D18B02C242A3}"/>
          </ac:spMkLst>
        </pc:spChg>
        <pc:spChg chg="add del">
          <ac:chgData name="Marina Pavlovic" userId="0d7f52ac4825222f" providerId="LiveId" clId="{86856DD6-54C3-4E61-8FFA-C5C59C744505}" dt="2024-02-09T09:33:05.554" v="3841" actId="26606"/>
          <ac:spMkLst>
            <pc:docMk/>
            <pc:sldMk cId="837608673" sldId="266"/>
            <ac:spMk id="156" creationId="{79F3C543-62EC-4433-9C93-A2CD8764E9B4}"/>
          </ac:spMkLst>
        </pc:spChg>
        <pc:spChg chg="add del">
          <ac:chgData name="Marina Pavlovic" userId="0d7f52ac4825222f" providerId="LiveId" clId="{86856DD6-54C3-4E61-8FFA-C5C59C744505}" dt="2024-02-09T09:33:05.554" v="3841" actId="26606"/>
          <ac:spMkLst>
            <pc:docMk/>
            <pc:sldMk cId="837608673" sldId="266"/>
            <ac:spMk id="157" creationId="{6234BCC6-39B9-47D9-8BF8-C665401AE23C}"/>
          </ac:spMkLst>
        </pc:spChg>
        <pc:spChg chg="add del">
          <ac:chgData name="Marina Pavlovic" userId="0d7f52ac4825222f" providerId="LiveId" clId="{86856DD6-54C3-4E61-8FFA-C5C59C744505}" dt="2024-02-09T09:33:05.554" v="3841" actId="26606"/>
          <ac:spMkLst>
            <pc:docMk/>
            <pc:sldMk cId="837608673" sldId="266"/>
            <ac:spMk id="158" creationId="{72A9CE9D-DAC3-40AF-B504-78A64A909F9D}"/>
          </ac:spMkLst>
        </pc:spChg>
        <pc:spChg chg="add del">
          <ac:chgData name="Marina Pavlovic" userId="0d7f52ac4825222f" providerId="LiveId" clId="{86856DD6-54C3-4E61-8FFA-C5C59C744505}" dt="2024-02-09T09:33:05.554" v="3841" actId="26606"/>
          <ac:spMkLst>
            <pc:docMk/>
            <pc:sldMk cId="837608673" sldId="266"/>
            <ac:spMk id="159" creationId="{506D7452-6CDE-4381-86CE-07B2459383D5}"/>
          </ac:spMkLst>
        </pc:spChg>
        <pc:spChg chg="add del">
          <ac:chgData name="Marina Pavlovic" userId="0d7f52ac4825222f" providerId="LiveId" clId="{86856DD6-54C3-4E61-8FFA-C5C59C744505}" dt="2024-02-09T09:33:05.554" v="3841" actId="26606"/>
          <ac:spMkLst>
            <pc:docMk/>
            <pc:sldMk cId="837608673" sldId="266"/>
            <ac:spMk id="160" creationId="{762DA937-8B55-4317-BD32-98D7AF30E39E}"/>
          </ac:spMkLst>
        </pc:spChg>
        <pc:spChg chg="add del">
          <ac:chgData name="Marina Pavlovic" userId="0d7f52ac4825222f" providerId="LiveId" clId="{86856DD6-54C3-4E61-8FFA-C5C59C744505}" dt="2024-02-09T09:33:00.865" v="3837" actId="26606"/>
          <ac:spMkLst>
            <pc:docMk/>
            <pc:sldMk cId="837608673" sldId="266"/>
            <ac:spMk id="165" creationId="{8D06CE56-3881-4ADA-8CEF-D18B02C242A3}"/>
          </ac:spMkLst>
        </pc:spChg>
        <pc:spChg chg="add del">
          <ac:chgData name="Marina Pavlovic" userId="0d7f52ac4825222f" providerId="LiveId" clId="{86856DD6-54C3-4E61-8FFA-C5C59C744505}" dt="2024-02-09T09:33:00.865" v="3837" actId="26606"/>
          <ac:spMkLst>
            <pc:docMk/>
            <pc:sldMk cId="837608673" sldId="266"/>
            <ac:spMk id="167" creationId="{79F3C543-62EC-4433-9C93-A2CD8764E9B4}"/>
          </ac:spMkLst>
        </pc:spChg>
        <pc:spChg chg="add del">
          <ac:chgData name="Marina Pavlovic" userId="0d7f52ac4825222f" providerId="LiveId" clId="{86856DD6-54C3-4E61-8FFA-C5C59C744505}" dt="2024-02-09T09:33:00.865" v="3837" actId="26606"/>
          <ac:spMkLst>
            <pc:docMk/>
            <pc:sldMk cId="837608673" sldId="266"/>
            <ac:spMk id="169" creationId="{FB33DC6A-1F1C-4A06-834E-CFF88F1C0BB9}"/>
          </ac:spMkLst>
        </pc:spChg>
        <pc:spChg chg="add del">
          <ac:chgData name="Marina Pavlovic" userId="0d7f52ac4825222f" providerId="LiveId" clId="{86856DD6-54C3-4E61-8FFA-C5C59C744505}" dt="2024-02-09T09:33:00.865" v="3837" actId="26606"/>
          <ac:spMkLst>
            <pc:docMk/>
            <pc:sldMk cId="837608673" sldId="266"/>
            <ac:spMk id="171" creationId="{0FE1D5CF-87B8-4A8A-AD3C-01D06A60769B}"/>
          </ac:spMkLst>
        </pc:spChg>
        <pc:spChg chg="add del">
          <ac:chgData name="Marina Pavlovic" userId="0d7f52ac4825222f" providerId="LiveId" clId="{86856DD6-54C3-4E61-8FFA-C5C59C744505}" dt="2024-02-09T09:33:00.865" v="3837" actId="26606"/>
          <ac:spMkLst>
            <pc:docMk/>
            <pc:sldMk cId="837608673" sldId="266"/>
            <ac:spMk id="173" creationId="{60926200-45C2-41E9-839F-31CD5FE4CD59}"/>
          </ac:spMkLst>
        </pc:spChg>
        <pc:spChg chg="add del">
          <ac:chgData name="Marina Pavlovic" userId="0d7f52ac4825222f" providerId="LiveId" clId="{86856DD6-54C3-4E61-8FFA-C5C59C744505}" dt="2024-02-09T09:33:00.865" v="3837" actId="26606"/>
          <ac:spMkLst>
            <pc:docMk/>
            <pc:sldMk cId="837608673" sldId="266"/>
            <ac:spMk id="175" creationId="{AF2F604E-43BE-4DC3-B983-E071523364F8}"/>
          </ac:spMkLst>
        </pc:spChg>
        <pc:spChg chg="add del">
          <ac:chgData name="Marina Pavlovic" userId="0d7f52ac4825222f" providerId="LiveId" clId="{86856DD6-54C3-4E61-8FFA-C5C59C744505}" dt="2024-02-09T09:33:00.865" v="3837" actId="26606"/>
          <ac:spMkLst>
            <pc:docMk/>
            <pc:sldMk cId="837608673" sldId="266"/>
            <ac:spMk id="177" creationId="{08C9B587-E65E-4B52-B37C-ABEBB6E87928}"/>
          </ac:spMkLst>
        </pc:spChg>
        <pc:spChg chg="add del">
          <ac:chgData name="Marina Pavlovic" userId="0d7f52ac4825222f" providerId="LiveId" clId="{86856DD6-54C3-4E61-8FFA-C5C59C744505}" dt="2024-02-09T09:33:04.335" v="3839" actId="26606"/>
          <ac:spMkLst>
            <pc:docMk/>
            <pc:sldMk cId="837608673" sldId="266"/>
            <ac:spMk id="179" creationId="{8D06CE56-3881-4ADA-8CEF-D18B02C242A3}"/>
          </ac:spMkLst>
        </pc:spChg>
        <pc:spChg chg="add del">
          <ac:chgData name="Marina Pavlovic" userId="0d7f52ac4825222f" providerId="LiveId" clId="{86856DD6-54C3-4E61-8FFA-C5C59C744505}" dt="2024-02-09T09:33:04.335" v="3839" actId="26606"/>
          <ac:spMkLst>
            <pc:docMk/>
            <pc:sldMk cId="837608673" sldId="266"/>
            <ac:spMk id="180" creationId="{79F3C543-62EC-4433-9C93-A2CD8764E9B4}"/>
          </ac:spMkLst>
        </pc:spChg>
        <pc:spChg chg="add del">
          <ac:chgData name="Marina Pavlovic" userId="0d7f52ac4825222f" providerId="LiveId" clId="{86856DD6-54C3-4E61-8FFA-C5C59C744505}" dt="2024-02-09T09:33:04.335" v="3839" actId="26606"/>
          <ac:spMkLst>
            <pc:docMk/>
            <pc:sldMk cId="837608673" sldId="266"/>
            <ac:spMk id="181" creationId="{6234BCC6-39B9-47D9-8BF8-C665401AE23C}"/>
          </ac:spMkLst>
        </pc:spChg>
        <pc:spChg chg="add del">
          <ac:chgData name="Marina Pavlovic" userId="0d7f52ac4825222f" providerId="LiveId" clId="{86856DD6-54C3-4E61-8FFA-C5C59C744505}" dt="2024-02-09T09:33:04.335" v="3839" actId="26606"/>
          <ac:spMkLst>
            <pc:docMk/>
            <pc:sldMk cId="837608673" sldId="266"/>
            <ac:spMk id="182" creationId="{72A9CE9D-DAC3-40AF-B504-78A64A909F9D}"/>
          </ac:spMkLst>
        </pc:spChg>
        <pc:spChg chg="add del">
          <ac:chgData name="Marina Pavlovic" userId="0d7f52ac4825222f" providerId="LiveId" clId="{86856DD6-54C3-4E61-8FFA-C5C59C744505}" dt="2024-02-09T09:33:04.335" v="3839" actId="26606"/>
          <ac:spMkLst>
            <pc:docMk/>
            <pc:sldMk cId="837608673" sldId="266"/>
            <ac:spMk id="183" creationId="{506D7452-6CDE-4381-86CE-07B2459383D5}"/>
          </ac:spMkLst>
        </pc:spChg>
        <pc:spChg chg="add del">
          <ac:chgData name="Marina Pavlovic" userId="0d7f52ac4825222f" providerId="LiveId" clId="{86856DD6-54C3-4E61-8FFA-C5C59C744505}" dt="2024-02-09T09:33:04.335" v="3839" actId="26606"/>
          <ac:spMkLst>
            <pc:docMk/>
            <pc:sldMk cId="837608673" sldId="266"/>
            <ac:spMk id="184" creationId="{762DA937-8B55-4317-BD32-98D7AF30E39E}"/>
          </ac:spMkLst>
        </pc:spChg>
        <pc:spChg chg="add del">
          <ac:chgData name="Marina Pavlovic" userId="0d7f52ac4825222f" providerId="LiveId" clId="{86856DD6-54C3-4E61-8FFA-C5C59C744505}" dt="2024-02-09T09:33:04.335" v="3839" actId="26606"/>
          <ac:spMkLst>
            <pc:docMk/>
            <pc:sldMk cId="837608673" sldId="266"/>
            <ac:spMk id="185" creationId="{C52EE5A8-045B-4D39-8ED1-513334085EEC}"/>
          </ac:spMkLst>
        </pc:spChg>
        <pc:picChg chg="add mod ord modCrop">
          <ac:chgData name="Marina Pavlovic" userId="0d7f52ac4825222f" providerId="LiveId" clId="{86856DD6-54C3-4E61-8FFA-C5C59C744505}" dt="2024-02-11T08:28:54.405" v="4843" actId="26606"/>
          <ac:picMkLst>
            <pc:docMk/>
            <pc:sldMk cId="837608673" sldId="266"/>
            <ac:picMk id="7" creationId="{0D5E970C-185D-0965-78BA-2C7DAA00F26E}"/>
          </ac:picMkLst>
        </pc:picChg>
        <pc:picChg chg="add mod ord modCrop">
          <ac:chgData name="Marina Pavlovic" userId="0d7f52ac4825222f" providerId="LiveId" clId="{86856DD6-54C3-4E61-8FFA-C5C59C744505}" dt="2024-02-11T08:28:54.405" v="4843" actId="26606"/>
          <ac:picMkLst>
            <pc:docMk/>
            <pc:sldMk cId="837608673" sldId="266"/>
            <ac:picMk id="10" creationId="{F588A198-05A6-3D2B-5B17-DDA9A88B612B}"/>
          </ac:picMkLst>
        </pc:picChg>
      </pc:sldChg>
      <pc:sldChg chg="addSp delSp modSp new mod modTransition setBg modAnim modNotesTx">
        <pc:chgData name="Marina Pavlovic" userId="0d7f52ac4825222f" providerId="LiveId" clId="{86856DD6-54C3-4E61-8FFA-C5C59C744505}" dt="2024-02-17T15:06:57.889" v="15898"/>
        <pc:sldMkLst>
          <pc:docMk/>
          <pc:sldMk cId="378717829" sldId="267"/>
        </pc:sldMkLst>
        <pc:spChg chg="mod">
          <ac:chgData name="Marina Pavlovic" userId="0d7f52ac4825222f" providerId="LiveId" clId="{86856DD6-54C3-4E61-8FFA-C5C59C744505}" dt="2024-02-05T15:50:27.770" v="845" actId="26606"/>
          <ac:spMkLst>
            <pc:docMk/>
            <pc:sldMk cId="378717829" sldId="267"/>
            <ac:spMk id="2" creationId="{43A1FE9C-BEF4-6959-27FD-45D9A93B327E}"/>
          </ac:spMkLst>
        </pc:spChg>
        <pc:spChg chg="mod">
          <ac:chgData name="Marina Pavlovic" userId="0d7f52ac4825222f" providerId="LiveId" clId="{86856DD6-54C3-4E61-8FFA-C5C59C744505}" dt="2024-02-09T10:58:30.389" v="4227" actId="113"/>
          <ac:spMkLst>
            <pc:docMk/>
            <pc:sldMk cId="378717829" sldId="267"/>
            <ac:spMk id="3" creationId="{BE922678-AC3E-64EE-FFA2-27BA69E24213}"/>
          </ac:spMkLst>
        </pc:spChg>
        <pc:spChg chg="del">
          <ac:chgData name="Marina Pavlovic" userId="0d7f52ac4825222f" providerId="LiveId" clId="{86856DD6-54C3-4E61-8FFA-C5C59C744505}" dt="2024-02-05T15:50:17.454" v="843" actId="22"/>
          <ac:spMkLst>
            <pc:docMk/>
            <pc:sldMk cId="378717829" sldId="267"/>
            <ac:spMk id="4" creationId="{98799996-0883-7073-D438-57CDC267577B}"/>
          </ac:spMkLst>
        </pc:spChg>
        <pc:spChg chg="mod">
          <ac:chgData name="Marina Pavlovic" userId="0d7f52ac4825222f" providerId="LiveId" clId="{86856DD6-54C3-4E61-8FFA-C5C59C744505}" dt="2024-02-05T15:50:27.770" v="845" actId="26606"/>
          <ac:spMkLst>
            <pc:docMk/>
            <pc:sldMk cId="378717829" sldId="267"/>
            <ac:spMk id="5" creationId="{FB82A7AF-D208-7A6A-A8C3-A953FA3609D0}"/>
          </ac:spMkLst>
        </pc:spChg>
        <pc:spChg chg="add">
          <ac:chgData name="Marina Pavlovic" userId="0d7f52ac4825222f" providerId="LiveId" clId="{86856DD6-54C3-4E61-8FFA-C5C59C744505}" dt="2024-02-05T15:50:27.770" v="845" actId="26606"/>
          <ac:spMkLst>
            <pc:docMk/>
            <pc:sldMk cId="378717829" sldId="267"/>
            <ac:spMk id="12" creationId="{8D06CE56-3881-4ADA-8CEF-D18B02C242A3}"/>
          </ac:spMkLst>
        </pc:spChg>
        <pc:spChg chg="add">
          <ac:chgData name="Marina Pavlovic" userId="0d7f52ac4825222f" providerId="LiveId" clId="{86856DD6-54C3-4E61-8FFA-C5C59C744505}" dt="2024-02-05T15:50:27.770" v="845" actId="26606"/>
          <ac:spMkLst>
            <pc:docMk/>
            <pc:sldMk cId="378717829" sldId="267"/>
            <ac:spMk id="14" creationId="{79F3C543-62EC-4433-9C93-A2CD8764E9B4}"/>
          </ac:spMkLst>
        </pc:spChg>
        <pc:spChg chg="add">
          <ac:chgData name="Marina Pavlovic" userId="0d7f52ac4825222f" providerId="LiveId" clId="{86856DD6-54C3-4E61-8FFA-C5C59C744505}" dt="2024-02-05T15:50:27.770" v="845" actId="26606"/>
          <ac:spMkLst>
            <pc:docMk/>
            <pc:sldMk cId="378717829" sldId="267"/>
            <ac:spMk id="16" creationId="{68AF5748-FED8-45BA-8631-26D1D10F3246}"/>
          </ac:spMkLst>
        </pc:spChg>
        <pc:spChg chg="add">
          <ac:chgData name="Marina Pavlovic" userId="0d7f52ac4825222f" providerId="LiveId" clId="{86856DD6-54C3-4E61-8FFA-C5C59C744505}" dt="2024-02-05T15:50:27.770" v="845" actId="26606"/>
          <ac:spMkLst>
            <pc:docMk/>
            <pc:sldMk cId="378717829" sldId="267"/>
            <ac:spMk id="18" creationId="{AF2F604E-43BE-4DC3-B983-E071523364F8}"/>
          </ac:spMkLst>
        </pc:spChg>
        <pc:spChg chg="add">
          <ac:chgData name="Marina Pavlovic" userId="0d7f52ac4825222f" providerId="LiveId" clId="{86856DD6-54C3-4E61-8FFA-C5C59C744505}" dt="2024-02-05T15:50:27.770" v="845" actId="26606"/>
          <ac:spMkLst>
            <pc:docMk/>
            <pc:sldMk cId="378717829" sldId="267"/>
            <ac:spMk id="20" creationId="{08C9B587-E65E-4B52-B37C-ABEBB6E87928}"/>
          </ac:spMkLst>
        </pc:spChg>
        <pc:picChg chg="add mod ord">
          <ac:chgData name="Marina Pavlovic" userId="0d7f52ac4825222f" providerId="LiveId" clId="{86856DD6-54C3-4E61-8FFA-C5C59C744505}" dt="2024-02-05T15:50:27.770" v="845" actId="26606"/>
          <ac:picMkLst>
            <pc:docMk/>
            <pc:sldMk cId="378717829" sldId="267"/>
            <ac:picMk id="7" creationId="{1E5FCF6F-B6B8-0A0C-CF5B-B29EC6848E54}"/>
          </ac:picMkLst>
        </pc:picChg>
        <pc:picChg chg="add del mod">
          <ac:chgData name="Marina Pavlovic" userId="0d7f52ac4825222f" providerId="LiveId" clId="{86856DD6-54C3-4E61-8FFA-C5C59C744505}" dt="2024-02-17T14:07:51.411" v="15634"/>
          <ac:picMkLst>
            <pc:docMk/>
            <pc:sldMk cId="378717829" sldId="267"/>
            <ac:picMk id="8" creationId="{45BD4E19-53DF-FD06-E3DD-E16EF566D162}"/>
          </ac:picMkLst>
        </pc:picChg>
        <pc:picChg chg="add del mod ord">
          <ac:chgData name="Marina Pavlovic" userId="0d7f52ac4825222f" providerId="LiveId" clId="{86856DD6-54C3-4E61-8FFA-C5C59C744505}" dt="2024-02-17T14:08:17.577" v="15635"/>
          <ac:picMkLst>
            <pc:docMk/>
            <pc:sldMk cId="378717829" sldId="267"/>
            <ac:picMk id="11" creationId="{8AC9D257-F8C6-F6C7-84A7-EBD3CFD43C5C}"/>
          </ac:picMkLst>
        </pc:picChg>
        <pc:picChg chg="add del mod">
          <ac:chgData name="Marina Pavlovic" userId="0d7f52ac4825222f" providerId="LiveId" clId="{86856DD6-54C3-4E61-8FFA-C5C59C744505}" dt="2024-02-17T14:08:29.875" v="15637"/>
          <ac:picMkLst>
            <pc:docMk/>
            <pc:sldMk cId="378717829" sldId="267"/>
            <ac:picMk id="13" creationId="{1DB43AC3-B87E-2A5B-C902-324B7387BEC2}"/>
          </ac:picMkLst>
        </pc:picChg>
        <pc:picChg chg="add del mod ord">
          <ac:chgData name="Marina Pavlovic" userId="0d7f52ac4825222f" providerId="LiveId" clId="{86856DD6-54C3-4E61-8FFA-C5C59C744505}" dt="2024-02-17T14:09:11.286" v="15638"/>
          <ac:picMkLst>
            <pc:docMk/>
            <pc:sldMk cId="378717829" sldId="267"/>
            <ac:picMk id="19" creationId="{77D2469D-8E8A-CBD3-958A-F4FB11128F4E}"/>
          </ac:picMkLst>
        </pc:picChg>
        <pc:picChg chg="add del mod">
          <ac:chgData name="Marina Pavlovic" userId="0d7f52ac4825222f" providerId="LiveId" clId="{86856DD6-54C3-4E61-8FFA-C5C59C744505}" dt="2024-02-17T14:11:27.767" v="15640"/>
          <ac:picMkLst>
            <pc:docMk/>
            <pc:sldMk cId="378717829" sldId="267"/>
            <ac:picMk id="21" creationId="{1ACA45D5-751A-5EC5-11C2-D7108B08B8DE}"/>
          </ac:picMkLst>
        </pc:picChg>
        <pc:picChg chg="add del mod ord">
          <ac:chgData name="Marina Pavlovic" userId="0d7f52ac4825222f" providerId="LiveId" clId="{86856DD6-54C3-4E61-8FFA-C5C59C744505}" dt="2024-02-17T14:11:54.781" v="15641"/>
          <ac:picMkLst>
            <pc:docMk/>
            <pc:sldMk cId="378717829" sldId="267"/>
            <ac:picMk id="25" creationId="{302B6318-56C3-3D23-9E55-E5BA9BC2BAB7}"/>
          </ac:picMkLst>
        </pc:picChg>
        <pc:picChg chg="add del mod">
          <ac:chgData name="Marina Pavlovic" userId="0d7f52ac4825222f" providerId="LiveId" clId="{86856DD6-54C3-4E61-8FFA-C5C59C744505}" dt="2024-02-17T14:11:56.254" v="15643"/>
          <ac:picMkLst>
            <pc:docMk/>
            <pc:sldMk cId="378717829" sldId="267"/>
            <ac:picMk id="26" creationId="{E1A6004F-24FA-AB72-2323-EE15A472FEA4}"/>
          </ac:picMkLst>
        </pc:picChg>
        <pc:picChg chg="add del mod ord">
          <ac:chgData name="Marina Pavlovic" userId="0d7f52ac4825222f" providerId="LiveId" clId="{86856DD6-54C3-4E61-8FFA-C5C59C744505}" dt="2024-02-17T14:12:12.567" v="15644"/>
          <ac:picMkLst>
            <pc:docMk/>
            <pc:sldMk cId="378717829" sldId="267"/>
            <ac:picMk id="29" creationId="{9C008DAA-61D9-B742-CD6F-B7F8773C1DB0}"/>
          </ac:picMkLst>
        </pc:picChg>
        <pc:picChg chg="add del mod">
          <ac:chgData name="Marina Pavlovic" userId="0d7f52ac4825222f" providerId="LiveId" clId="{86856DD6-54C3-4E61-8FFA-C5C59C744505}" dt="2024-02-17T14:12:14.395" v="15646"/>
          <ac:picMkLst>
            <pc:docMk/>
            <pc:sldMk cId="378717829" sldId="267"/>
            <ac:picMk id="30" creationId="{D5F1F968-D940-3100-A29B-5EF44D1A52C9}"/>
          </ac:picMkLst>
        </pc:picChg>
        <pc:picChg chg="add del mod ord">
          <ac:chgData name="Marina Pavlovic" userId="0d7f52ac4825222f" providerId="LiveId" clId="{86856DD6-54C3-4E61-8FFA-C5C59C744505}" dt="2024-02-17T14:13:01.525" v="15647"/>
          <ac:picMkLst>
            <pc:docMk/>
            <pc:sldMk cId="378717829" sldId="267"/>
            <ac:picMk id="33" creationId="{BEB95336-391E-8F1A-5D73-AEAB4671E0AC}"/>
          </ac:picMkLst>
        </pc:picChg>
        <pc:picChg chg="add del mod">
          <ac:chgData name="Marina Pavlovic" userId="0d7f52ac4825222f" providerId="LiveId" clId="{86856DD6-54C3-4E61-8FFA-C5C59C744505}" dt="2024-02-17T14:27:53.191" v="15716"/>
          <ac:picMkLst>
            <pc:docMk/>
            <pc:sldMk cId="378717829" sldId="267"/>
            <ac:picMk id="34" creationId="{724AE3E3-2932-3DF8-3BE7-959848D778AC}"/>
          </ac:picMkLst>
        </pc:picChg>
        <pc:picChg chg="add del mod ord">
          <ac:chgData name="Marina Pavlovic" userId="0d7f52ac4825222f" providerId="LiveId" clId="{86856DD6-54C3-4E61-8FFA-C5C59C744505}" dt="2024-02-17T14:28:42.477" v="15717"/>
          <ac:picMkLst>
            <pc:docMk/>
            <pc:sldMk cId="378717829" sldId="267"/>
            <ac:picMk id="39" creationId="{51D63909-DE15-0992-96C8-611E56B19C03}"/>
          </ac:picMkLst>
        </pc:picChg>
        <pc:picChg chg="add del mod">
          <ac:chgData name="Marina Pavlovic" userId="0d7f52ac4825222f" providerId="LiveId" clId="{86856DD6-54C3-4E61-8FFA-C5C59C744505}" dt="2024-02-17T15:03:34.367" v="15882"/>
          <ac:picMkLst>
            <pc:docMk/>
            <pc:sldMk cId="378717829" sldId="267"/>
            <ac:picMk id="40" creationId="{826EC8D5-03B1-341C-8D00-ECB7977E1D84}"/>
          </ac:picMkLst>
        </pc:picChg>
        <pc:picChg chg="add del mod ord">
          <ac:chgData name="Marina Pavlovic" userId="0d7f52ac4825222f" providerId="LiveId" clId="{86856DD6-54C3-4E61-8FFA-C5C59C744505}" dt="2024-02-17T15:03:52.159" v="15883"/>
          <ac:picMkLst>
            <pc:docMk/>
            <pc:sldMk cId="378717829" sldId="267"/>
            <ac:picMk id="48" creationId="{51361C55-8889-0551-3B0B-B20EE67A1256}"/>
          </ac:picMkLst>
        </pc:picChg>
        <pc:picChg chg="add del mod">
          <ac:chgData name="Marina Pavlovic" userId="0d7f52ac4825222f" providerId="LiveId" clId="{86856DD6-54C3-4E61-8FFA-C5C59C744505}" dt="2024-02-17T15:03:53.415" v="15885"/>
          <ac:picMkLst>
            <pc:docMk/>
            <pc:sldMk cId="378717829" sldId="267"/>
            <ac:picMk id="49" creationId="{EAB6052A-FC2F-B72D-4698-038034BBB33F}"/>
          </ac:picMkLst>
        </pc:picChg>
        <pc:picChg chg="add del mod ord">
          <ac:chgData name="Marina Pavlovic" userId="0d7f52ac4825222f" providerId="LiveId" clId="{86856DD6-54C3-4E61-8FFA-C5C59C744505}" dt="2024-02-17T15:04:22.164" v="15886"/>
          <ac:picMkLst>
            <pc:docMk/>
            <pc:sldMk cId="378717829" sldId="267"/>
            <ac:picMk id="52" creationId="{90FB582D-0A90-384D-BA45-B226B214D2B0}"/>
          </ac:picMkLst>
        </pc:picChg>
        <pc:picChg chg="add del mod">
          <ac:chgData name="Marina Pavlovic" userId="0d7f52ac4825222f" providerId="LiveId" clId="{86856DD6-54C3-4E61-8FFA-C5C59C744505}" dt="2024-02-17T15:04:32.637" v="15888"/>
          <ac:picMkLst>
            <pc:docMk/>
            <pc:sldMk cId="378717829" sldId="267"/>
            <ac:picMk id="53" creationId="{35DA029E-751D-BFDD-EFA0-990A80D5ABFF}"/>
          </ac:picMkLst>
        </pc:picChg>
        <pc:picChg chg="add del mod ord">
          <ac:chgData name="Marina Pavlovic" userId="0d7f52ac4825222f" providerId="LiveId" clId="{86856DD6-54C3-4E61-8FFA-C5C59C744505}" dt="2024-02-17T15:04:50.909" v="15889"/>
          <ac:picMkLst>
            <pc:docMk/>
            <pc:sldMk cId="378717829" sldId="267"/>
            <ac:picMk id="56" creationId="{CC4BAAB9-7FB4-ACE0-16C2-C984434ADDD1}"/>
          </ac:picMkLst>
        </pc:picChg>
        <pc:picChg chg="add del mod">
          <ac:chgData name="Marina Pavlovic" userId="0d7f52ac4825222f" providerId="LiveId" clId="{86856DD6-54C3-4E61-8FFA-C5C59C744505}" dt="2024-02-17T15:04:54.345" v="15891"/>
          <ac:picMkLst>
            <pc:docMk/>
            <pc:sldMk cId="378717829" sldId="267"/>
            <ac:picMk id="57" creationId="{93295752-4E37-3907-6F75-27EB8CDF637A}"/>
          </ac:picMkLst>
        </pc:picChg>
        <pc:picChg chg="add del mod ord">
          <ac:chgData name="Marina Pavlovic" userId="0d7f52ac4825222f" providerId="LiveId" clId="{86856DD6-54C3-4E61-8FFA-C5C59C744505}" dt="2024-02-17T15:05:11.809" v="15892"/>
          <ac:picMkLst>
            <pc:docMk/>
            <pc:sldMk cId="378717829" sldId="267"/>
            <ac:picMk id="60" creationId="{4831E856-8959-76BE-244E-A431DF93804C}"/>
          </ac:picMkLst>
        </pc:picChg>
        <pc:picChg chg="add del mod">
          <ac:chgData name="Marina Pavlovic" userId="0d7f52ac4825222f" providerId="LiveId" clId="{86856DD6-54C3-4E61-8FFA-C5C59C744505}" dt="2024-02-17T15:05:13.703" v="15894"/>
          <ac:picMkLst>
            <pc:docMk/>
            <pc:sldMk cId="378717829" sldId="267"/>
            <ac:picMk id="61" creationId="{53E27448-BAA3-8297-9DAF-6F0087F225F0}"/>
          </ac:picMkLst>
        </pc:picChg>
        <pc:picChg chg="add del mod ord">
          <ac:chgData name="Marina Pavlovic" userId="0d7f52ac4825222f" providerId="LiveId" clId="{86856DD6-54C3-4E61-8FFA-C5C59C744505}" dt="2024-02-17T15:06:02.620" v="15895"/>
          <ac:picMkLst>
            <pc:docMk/>
            <pc:sldMk cId="378717829" sldId="267"/>
            <ac:picMk id="64" creationId="{372D9E27-3748-8B7D-650D-5FE197FA0DC9}"/>
          </ac:picMkLst>
        </pc:picChg>
        <pc:picChg chg="add del mod">
          <ac:chgData name="Marina Pavlovic" userId="0d7f52ac4825222f" providerId="LiveId" clId="{86856DD6-54C3-4E61-8FFA-C5C59C744505}" dt="2024-02-17T15:06:07.849" v="15897"/>
          <ac:picMkLst>
            <pc:docMk/>
            <pc:sldMk cId="378717829" sldId="267"/>
            <ac:picMk id="65" creationId="{B2F484FE-1CAF-425A-E0FF-D4F236CAEEF1}"/>
          </ac:picMkLst>
        </pc:picChg>
        <pc:picChg chg="add del mod ord">
          <ac:chgData name="Marina Pavlovic" userId="0d7f52ac4825222f" providerId="LiveId" clId="{86856DD6-54C3-4E61-8FFA-C5C59C744505}" dt="2024-02-17T15:06:57.889" v="15898"/>
          <ac:picMkLst>
            <pc:docMk/>
            <pc:sldMk cId="378717829" sldId="267"/>
            <ac:picMk id="68" creationId="{2BEEE23F-7C47-D44A-FBBA-EE2C8E91631C}"/>
          </ac:picMkLst>
        </pc:picChg>
        <pc:picChg chg="add mod">
          <ac:chgData name="Marina Pavlovic" userId="0d7f52ac4825222f" providerId="LiveId" clId="{86856DD6-54C3-4E61-8FFA-C5C59C744505}" dt="2024-02-17T15:06:57.889" v="15898"/>
          <ac:picMkLst>
            <pc:docMk/>
            <pc:sldMk cId="378717829" sldId="267"/>
            <ac:picMk id="69" creationId="{8CABA079-6708-EAB0-A4ED-AF3461FFD6AA}"/>
          </ac:picMkLst>
        </pc:picChg>
      </pc:sldChg>
      <pc:sldChg chg="addSp delSp modSp new mod modTransition setBg modAnim modNotesTx">
        <pc:chgData name="Marina Pavlovic" userId="0d7f52ac4825222f" providerId="LiveId" clId="{86856DD6-54C3-4E61-8FFA-C5C59C744505}" dt="2024-02-17T15:12:26.763" v="15931"/>
        <pc:sldMkLst>
          <pc:docMk/>
          <pc:sldMk cId="3856675272" sldId="268"/>
        </pc:sldMkLst>
        <pc:spChg chg="mod">
          <ac:chgData name="Marina Pavlovic" userId="0d7f52ac4825222f" providerId="LiveId" clId="{86856DD6-54C3-4E61-8FFA-C5C59C744505}" dt="2024-02-05T15:51:17.773" v="850" actId="26606"/>
          <ac:spMkLst>
            <pc:docMk/>
            <pc:sldMk cId="3856675272" sldId="268"/>
            <ac:spMk id="2" creationId="{5CE53A38-797F-21A9-380E-57D2E9D97F9A}"/>
          </ac:spMkLst>
        </pc:spChg>
        <pc:spChg chg="del">
          <ac:chgData name="Marina Pavlovic" userId="0d7f52ac4825222f" providerId="LiveId" clId="{86856DD6-54C3-4E61-8FFA-C5C59C744505}" dt="2024-02-05T15:51:08.004" v="849" actId="22"/>
          <ac:spMkLst>
            <pc:docMk/>
            <pc:sldMk cId="3856675272" sldId="268"/>
            <ac:spMk id="3" creationId="{9D7E6294-69FE-1E31-2914-FED8690C132B}"/>
          </ac:spMkLst>
        </pc:spChg>
        <pc:spChg chg="del mod">
          <ac:chgData name="Marina Pavlovic" userId="0d7f52ac4825222f" providerId="LiveId" clId="{86856DD6-54C3-4E61-8FFA-C5C59C744505}" dt="2024-02-05T15:51:17.773" v="850" actId="26606"/>
          <ac:spMkLst>
            <pc:docMk/>
            <pc:sldMk cId="3856675272" sldId="268"/>
            <ac:spMk id="4" creationId="{514B005B-F431-A8EF-00C8-1A8F185BD5FC}"/>
          </ac:spMkLst>
        </pc:spChg>
        <pc:spChg chg="mod">
          <ac:chgData name="Marina Pavlovic" userId="0d7f52ac4825222f" providerId="LiveId" clId="{86856DD6-54C3-4E61-8FFA-C5C59C744505}" dt="2024-02-05T15:51:17.773" v="850" actId="26606"/>
          <ac:spMkLst>
            <pc:docMk/>
            <pc:sldMk cId="3856675272" sldId="268"/>
            <ac:spMk id="5" creationId="{D1EB88A1-4AB1-542B-2CB3-9577D2E4DD26}"/>
          </ac:spMkLst>
        </pc:spChg>
        <pc:spChg chg="add">
          <ac:chgData name="Marina Pavlovic" userId="0d7f52ac4825222f" providerId="LiveId" clId="{86856DD6-54C3-4E61-8FFA-C5C59C744505}" dt="2024-02-05T15:51:17.773" v="850" actId="26606"/>
          <ac:spMkLst>
            <pc:docMk/>
            <pc:sldMk cId="3856675272" sldId="268"/>
            <ac:spMk id="12" creationId="{8D06CE56-3881-4ADA-8CEF-D18B02C242A3}"/>
          </ac:spMkLst>
        </pc:spChg>
        <pc:spChg chg="add">
          <ac:chgData name="Marina Pavlovic" userId="0d7f52ac4825222f" providerId="LiveId" clId="{86856DD6-54C3-4E61-8FFA-C5C59C744505}" dt="2024-02-05T15:51:17.773" v="850" actId="26606"/>
          <ac:spMkLst>
            <pc:docMk/>
            <pc:sldMk cId="3856675272" sldId="268"/>
            <ac:spMk id="14" creationId="{79F3C543-62EC-4433-9C93-A2CD8764E9B4}"/>
          </ac:spMkLst>
        </pc:spChg>
        <pc:spChg chg="add">
          <ac:chgData name="Marina Pavlovic" userId="0d7f52ac4825222f" providerId="LiveId" clId="{86856DD6-54C3-4E61-8FFA-C5C59C744505}" dt="2024-02-05T15:51:17.773" v="850" actId="26606"/>
          <ac:spMkLst>
            <pc:docMk/>
            <pc:sldMk cId="3856675272" sldId="268"/>
            <ac:spMk id="16" creationId="{C1A1C5D3-C053-4EE9-BE1A-419B6E27CCAE}"/>
          </ac:spMkLst>
        </pc:spChg>
        <pc:spChg chg="add">
          <ac:chgData name="Marina Pavlovic" userId="0d7f52ac4825222f" providerId="LiveId" clId="{86856DD6-54C3-4E61-8FFA-C5C59C744505}" dt="2024-02-05T15:51:17.773" v="850" actId="26606"/>
          <ac:spMkLst>
            <pc:docMk/>
            <pc:sldMk cId="3856675272" sldId="268"/>
            <ac:spMk id="18" creationId="{A3473CF9-37EB-43E7-89EF-D2D1C53D1DAC}"/>
          </ac:spMkLst>
        </pc:spChg>
        <pc:spChg chg="add">
          <ac:chgData name="Marina Pavlovic" userId="0d7f52ac4825222f" providerId="LiveId" clId="{86856DD6-54C3-4E61-8FFA-C5C59C744505}" dt="2024-02-05T15:51:17.773" v="850" actId="26606"/>
          <ac:spMkLst>
            <pc:docMk/>
            <pc:sldMk cId="3856675272" sldId="268"/>
            <ac:spMk id="20" creationId="{586B4EF9-43BA-4655-A6FF-1D8E21574C95}"/>
          </ac:spMkLst>
        </pc:spChg>
        <pc:picChg chg="add mod ord">
          <ac:chgData name="Marina Pavlovic" userId="0d7f52ac4825222f" providerId="LiveId" clId="{86856DD6-54C3-4E61-8FFA-C5C59C744505}" dt="2024-02-05T15:51:17.773" v="850" actId="26606"/>
          <ac:picMkLst>
            <pc:docMk/>
            <pc:sldMk cId="3856675272" sldId="268"/>
            <ac:picMk id="7" creationId="{4EC82288-37A9-8ED6-FA8E-BD834FF00848}"/>
          </ac:picMkLst>
        </pc:picChg>
        <pc:picChg chg="add del mod">
          <ac:chgData name="Marina Pavlovic" userId="0d7f52ac4825222f" providerId="LiveId" clId="{86856DD6-54C3-4E61-8FFA-C5C59C744505}" dt="2024-02-17T14:14:07.286" v="15650"/>
          <ac:picMkLst>
            <pc:docMk/>
            <pc:sldMk cId="3856675272" sldId="268"/>
            <ac:picMk id="8" creationId="{D517356D-EC97-AECB-FB6C-D97B462815A8}"/>
          </ac:picMkLst>
        </pc:picChg>
        <pc:picChg chg="add del mod ord">
          <ac:chgData name="Marina Pavlovic" userId="0d7f52ac4825222f" providerId="LiveId" clId="{86856DD6-54C3-4E61-8FFA-C5C59C744505}" dt="2024-02-17T14:14:19.695" v="15651"/>
          <ac:picMkLst>
            <pc:docMk/>
            <pc:sldMk cId="3856675272" sldId="268"/>
            <ac:picMk id="11" creationId="{33647258-CD73-DF2D-24A6-040A75D43ADA}"/>
          </ac:picMkLst>
        </pc:picChg>
        <pc:picChg chg="add del mod">
          <ac:chgData name="Marina Pavlovic" userId="0d7f52ac4825222f" providerId="LiveId" clId="{86856DD6-54C3-4E61-8FFA-C5C59C744505}" dt="2024-02-17T14:14:21.555" v="15653"/>
          <ac:picMkLst>
            <pc:docMk/>
            <pc:sldMk cId="3856675272" sldId="268"/>
            <ac:picMk id="13" creationId="{50322897-389F-BA24-612F-E850ADCE3F85}"/>
          </ac:picMkLst>
        </pc:picChg>
        <pc:picChg chg="add del mod ord">
          <ac:chgData name="Marina Pavlovic" userId="0d7f52ac4825222f" providerId="LiveId" clId="{86856DD6-54C3-4E61-8FFA-C5C59C744505}" dt="2024-02-17T14:14:58.258" v="15654"/>
          <ac:picMkLst>
            <pc:docMk/>
            <pc:sldMk cId="3856675272" sldId="268"/>
            <ac:picMk id="19" creationId="{97B82081-A853-7AA7-668A-95F47138AA07}"/>
          </ac:picMkLst>
        </pc:picChg>
        <pc:picChg chg="add del mod">
          <ac:chgData name="Marina Pavlovic" userId="0d7f52ac4825222f" providerId="LiveId" clId="{86856DD6-54C3-4E61-8FFA-C5C59C744505}" dt="2024-02-17T14:15:03.352" v="15656"/>
          <ac:picMkLst>
            <pc:docMk/>
            <pc:sldMk cId="3856675272" sldId="268"/>
            <ac:picMk id="21" creationId="{B68463B2-EBA3-C064-BB84-1F51DC3BDFA7}"/>
          </ac:picMkLst>
        </pc:picChg>
        <pc:picChg chg="add del mod ord">
          <ac:chgData name="Marina Pavlovic" userId="0d7f52ac4825222f" providerId="LiveId" clId="{86856DD6-54C3-4E61-8FFA-C5C59C744505}" dt="2024-02-17T14:15:41.545" v="15657"/>
          <ac:picMkLst>
            <pc:docMk/>
            <pc:sldMk cId="3856675272" sldId="268"/>
            <ac:picMk id="24" creationId="{27F4E606-34C9-36E3-BD0A-E99E530A6D33}"/>
          </ac:picMkLst>
        </pc:picChg>
        <pc:picChg chg="add del mod">
          <ac:chgData name="Marina Pavlovic" userId="0d7f52ac4825222f" providerId="LiveId" clId="{86856DD6-54C3-4E61-8FFA-C5C59C744505}" dt="2024-02-17T14:28:57.905" v="15719"/>
          <ac:picMkLst>
            <pc:docMk/>
            <pc:sldMk cId="3856675272" sldId="268"/>
            <ac:picMk id="25" creationId="{234C28C5-7055-FDBF-4CBE-68C307D0A022}"/>
          </ac:picMkLst>
        </pc:picChg>
        <pc:picChg chg="add del mod ord">
          <ac:chgData name="Marina Pavlovic" userId="0d7f52ac4825222f" providerId="LiveId" clId="{86856DD6-54C3-4E61-8FFA-C5C59C744505}" dt="2024-02-17T14:29:25.503" v="15720"/>
          <ac:picMkLst>
            <pc:docMk/>
            <pc:sldMk cId="3856675272" sldId="268"/>
            <ac:picMk id="30" creationId="{2E6149FD-FD80-575A-BF4C-042E433D5C73}"/>
          </ac:picMkLst>
        </pc:picChg>
        <pc:picChg chg="add del mod">
          <ac:chgData name="Marina Pavlovic" userId="0d7f52ac4825222f" providerId="LiveId" clId="{86856DD6-54C3-4E61-8FFA-C5C59C744505}" dt="2024-02-17T15:08:27.831" v="15900"/>
          <ac:picMkLst>
            <pc:docMk/>
            <pc:sldMk cId="3856675272" sldId="268"/>
            <ac:picMk id="31" creationId="{7ABA8A4A-356B-82B8-EBCD-BF27A2C031DF}"/>
          </ac:picMkLst>
        </pc:picChg>
        <pc:picChg chg="add del mod ord">
          <ac:chgData name="Marina Pavlovic" userId="0d7f52ac4825222f" providerId="LiveId" clId="{86856DD6-54C3-4E61-8FFA-C5C59C744505}" dt="2024-02-17T15:08:37.627" v="15901"/>
          <ac:picMkLst>
            <pc:docMk/>
            <pc:sldMk cId="3856675272" sldId="268"/>
            <ac:picMk id="42" creationId="{804F87F3-4D00-65D9-F4BC-E6688470753F}"/>
          </ac:picMkLst>
        </pc:picChg>
        <pc:picChg chg="add del mod">
          <ac:chgData name="Marina Pavlovic" userId="0d7f52ac4825222f" providerId="LiveId" clId="{86856DD6-54C3-4E61-8FFA-C5C59C744505}" dt="2024-02-17T15:08:39.437" v="15903"/>
          <ac:picMkLst>
            <pc:docMk/>
            <pc:sldMk cId="3856675272" sldId="268"/>
            <ac:picMk id="43" creationId="{58C2FBC1-F7B5-72EB-C926-11D00C53521C}"/>
          </ac:picMkLst>
        </pc:picChg>
        <pc:picChg chg="add del mod ord">
          <ac:chgData name="Marina Pavlovic" userId="0d7f52ac4825222f" providerId="LiveId" clId="{86856DD6-54C3-4E61-8FFA-C5C59C744505}" dt="2024-02-17T15:09:06.207" v="15904"/>
          <ac:picMkLst>
            <pc:docMk/>
            <pc:sldMk cId="3856675272" sldId="268"/>
            <ac:picMk id="46" creationId="{F9D9819A-61CF-8637-EBD0-66E7FE54D3AE}"/>
          </ac:picMkLst>
        </pc:picChg>
        <pc:picChg chg="add del mod">
          <ac:chgData name="Marina Pavlovic" userId="0d7f52ac4825222f" providerId="LiveId" clId="{86856DD6-54C3-4E61-8FFA-C5C59C744505}" dt="2024-02-17T15:09:10.156" v="15906"/>
          <ac:picMkLst>
            <pc:docMk/>
            <pc:sldMk cId="3856675272" sldId="268"/>
            <ac:picMk id="47" creationId="{43A5BA25-47D6-B6F6-B1F4-B4EACAA1E6C3}"/>
          </ac:picMkLst>
        </pc:picChg>
        <pc:picChg chg="add del mod ord">
          <ac:chgData name="Marina Pavlovic" userId="0d7f52ac4825222f" providerId="LiveId" clId="{86856DD6-54C3-4E61-8FFA-C5C59C744505}" dt="2024-02-17T15:09:22.073" v="15907"/>
          <ac:picMkLst>
            <pc:docMk/>
            <pc:sldMk cId="3856675272" sldId="268"/>
            <ac:picMk id="50" creationId="{7D851C41-CB69-B65A-7F7B-55244211D48B}"/>
          </ac:picMkLst>
        </pc:picChg>
        <pc:picChg chg="add del mod">
          <ac:chgData name="Marina Pavlovic" userId="0d7f52ac4825222f" providerId="LiveId" clId="{86856DD6-54C3-4E61-8FFA-C5C59C744505}" dt="2024-02-17T15:09:23.753" v="15909"/>
          <ac:picMkLst>
            <pc:docMk/>
            <pc:sldMk cId="3856675272" sldId="268"/>
            <ac:picMk id="51" creationId="{E1A1B1F9-184F-5FF4-2CBB-404E926241AF}"/>
          </ac:picMkLst>
        </pc:picChg>
        <pc:picChg chg="add del mod ord">
          <ac:chgData name="Marina Pavlovic" userId="0d7f52ac4825222f" providerId="LiveId" clId="{86856DD6-54C3-4E61-8FFA-C5C59C744505}" dt="2024-02-17T15:09:50.818" v="15910"/>
          <ac:picMkLst>
            <pc:docMk/>
            <pc:sldMk cId="3856675272" sldId="268"/>
            <ac:picMk id="54" creationId="{99D74C76-0901-5FF2-A40E-6E5266E443DA}"/>
          </ac:picMkLst>
        </pc:picChg>
        <pc:picChg chg="add del mod">
          <ac:chgData name="Marina Pavlovic" userId="0d7f52ac4825222f" providerId="LiveId" clId="{86856DD6-54C3-4E61-8FFA-C5C59C744505}" dt="2024-02-17T15:09:52.246" v="15912"/>
          <ac:picMkLst>
            <pc:docMk/>
            <pc:sldMk cId="3856675272" sldId="268"/>
            <ac:picMk id="55" creationId="{76239DCE-FC71-B34F-53B1-8DE5EE35661B}"/>
          </ac:picMkLst>
        </pc:picChg>
        <pc:picChg chg="add del mod ord">
          <ac:chgData name="Marina Pavlovic" userId="0d7f52ac4825222f" providerId="LiveId" clId="{86856DD6-54C3-4E61-8FFA-C5C59C744505}" dt="2024-02-17T15:10:20.156" v="15913"/>
          <ac:picMkLst>
            <pc:docMk/>
            <pc:sldMk cId="3856675272" sldId="268"/>
            <ac:picMk id="58" creationId="{4BC3C759-F3BE-7A99-9D25-4BACEB39D619}"/>
          </ac:picMkLst>
        </pc:picChg>
        <pc:picChg chg="add del mod">
          <ac:chgData name="Marina Pavlovic" userId="0d7f52ac4825222f" providerId="LiveId" clId="{86856DD6-54C3-4E61-8FFA-C5C59C744505}" dt="2024-02-17T15:10:22.271" v="15915"/>
          <ac:picMkLst>
            <pc:docMk/>
            <pc:sldMk cId="3856675272" sldId="268"/>
            <ac:picMk id="59" creationId="{94E48580-9A16-02D6-FA5D-F3E33F3D194E}"/>
          </ac:picMkLst>
        </pc:picChg>
        <pc:picChg chg="add del mod ord">
          <ac:chgData name="Marina Pavlovic" userId="0d7f52ac4825222f" providerId="LiveId" clId="{86856DD6-54C3-4E61-8FFA-C5C59C744505}" dt="2024-02-17T15:10:38.455" v="15916"/>
          <ac:picMkLst>
            <pc:docMk/>
            <pc:sldMk cId="3856675272" sldId="268"/>
            <ac:picMk id="62" creationId="{5624B478-24BB-365E-5229-14E7FEDD11D7}"/>
          </ac:picMkLst>
        </pc:picChg>
        <pc:picChg chg="add del mod">
          <ac:chgData name="Marina Pavlovic" userId="0d7f52ac4825222f" providerId="LiveId" clId="{86856DD6-54C3-4E61-8FFA-C5C59C744505}" dt="2024-02-17T15:10:40.341" v="15918"/>
          <ac:picMkLst>
            <pc:docMk/>
            <pc:sldMk cId="3856675272" sldId="268"/>
            <ac:picMk id="63" creationId="{26E5B178-68BA-C116-0CAD-6C32BA48A12C}"/>
          </ac:picMkLst>
        </pc:picChg>
        <pc:picChg chg="add del mod ord">
          <ac:chgData name="Marina Pavlovic" userId="0d7f52ac4825222f" providerId="LiveId" clId="{86856DD6-54C3-4E61-8FFA-C5C59C744505}" dt="2024-02-17T15:10:56.461" v="15919"/>
          <ac:picMkLst>
            <pc:docMk/>
            <pc:sldMk cId="3856675272" sldId="268"/>
            <ac:picMk id="66" creationId="{4F44DE1E-0BBA-FBD3-E367-B0B54930C164}"/>
          </ac:picMkLst>
        </pc:picChg>
        <pc:picChg chg="add del mod">
          <ac:chgData name="Marina Pavlovic" userId="0d7f52ac4825222f" providerId="LiveId" clId="{86856DD6-54C3-4E61-8FFA-C5C59C744505}" dt="2024-02-17T15:10:57.649" v="15921"/>
          <ac:picMkLst>
            <pc:docMk/>
            <pc:sldMk cId="3856675272" sldId="268"/>
            <ac:picMk id="67" creationId="{9B28C4AC-B62B-C06C-D097-1CF86EBF55D6}"/>
          </ac:picMkLst>
        </pc:picChg>
        <pc:picChg chg="add del mod ord">
          <ac:chgData name="Marina Pavlovic" userId="0d7f52ac4825222f" providerId="LiveId" clId="{86856DD6-54C3-4E61-8FFA-C5C59C744505}" dt="2024-02-17T15:11:12.239" v="15922"/>
          <ac:picMkLst>
            <pc:docMk/>
            <pc:sldMk cId="3856675272" sldId="268"/>
            <ac:picMk id="70" creationId="{2B6A8E8A-88E9-1C27-4CAE-5E3D6DD35773}"/>
          </ac:picMkLst>
        </pc:picChg>
        <pc:picChg chg="add del mod">
          <ac:chgData name="Marina Pavlovic" userId="0d7f52ac4825222f" providerId="LiveId" clId="{86856DD6-54C3-4E61-8FFA-C5C59C744505}" dt="2024-02-17T15:11:13.404" v="15924"/>
          <ac:picMkLst>
            <pc:docMk/>
            <pc:sldMk cId="3856675272" sldId="268"/>
            <ac:picMk id="71" creationId="{B8F2A7C6-427A-1B2C-8401-A7162DD5816C}"/>
          </ac:picMkLst>
        </pc:picChg>
        <pc:picChg chg="add del mod ord">
          <ac:chgData name="Marina Pavlovic" userId="0d7f52ac4825222f" providerId="LiveId" clId="{86856DD6-54C3-4E61-8FFA-C5C59C744505}" dt="2024-02-17T15:11:22.348" v="15925"/>
          <ac:picMkLst>
            <pc:docMk/>
            <pc:sldMk cId="3856675272" sldId="268"/>
            <ac:picMk id="74" creationId="{1F625538-89FB-7203-A1DE-93B8DB47AC4C}"/>
          </ac:picMkLst>
        </pc:picChg>
        <pc:picChg chg="add del mod">
          <ac:chgData name="Marina Pavlovic" userId="0d7f52ac4825222f" providerId="LiveId" clId="{86856DD6-54C3-4E61-8FFA-C5C59C744505}" dt="2024-02-17T15:11:23.782" v="15927"/>
          <ac:picMkLst>
            <pc:docMk/>
            <pc:sldMk cId="3856675272" sldId="268"/>
            <ac:picMk id="75" creationId="{BC24D0B5-00A8-AD09-E2D0-1B9F6AD4971E}"/>
          </ac:picMkLst>
        </pc:picChg>
        <pc:picChg chg="add del mod ord">
          <ac:chgData name="Marina Pavlovic" userId="0d7f52ac4825222f" providerId="LiveId" clId="{86856DD6-54C3-4E61-8FFA-C5C59C744505}" dt="2024-02-17T15:11:53.363" v="15928"/>
          <ac:picMkLst>
            <pc:docMk/>
            <pc:sldMk cId="3856675272" sldId="268"/>
            <ac:picMk id="78" creationId="{C8B82F2F-D5AF-0827-5ADB-ACFBC67EB753}"/>
          </ac:picMkLst>
        </pc:picChg>
        <pc:picChg chg="add del mod">
          <ac:chgData name="Marina Pavlovic" userId="0d7f52ac4825222f" providerId="LiveId" clId="{86856DD6-54C3-4E61-8FFA-C5C59C744505}" dt="2024-02-17T15:11:57.726" v="15930"/>
          <ac:picMkLst>
            <pc:docMk/>
            <pc:sldMk cId="3856675272" sldId="268"/>
            <ac:picMk id="79" creationId="{70DBA198-3EC6-71AE-E81B-2EBC6844DDFA}"/>
          </ac:picMkLst>
        </pc:picChg>
        <pc:picChg chg="add del mod ord">
          <ac:chgData name="Marina Pavlovic" userId="0d7f52ac4825222f" providerId="LiveId" clId="{86856DD6-54C3-4E61-8FFA-C5C59C744505}" dt="2024-02-17T15:12:26.763" v="15931"/>
          <ac:picMkLst>
            <pc:docMk/>
            <pc:sldMk cId="3856675272" sldId="268"/>
            <ac:picMk id="82" creationId="{2BD58007-EF80-3565-0788-667E5937F49D}"/>
          </ac:picMkLst>
        </pc:picChg>
        <pc:picChg chg="add mod">
          <ac:chgData name="Marina Pavlovic" userId="0d7f52ac4825222f" providerId="LiveId" clId="{86856DD6-54C3-4E61-8FFA-C5C59C744505}" dt="2024-02-17T15:12:26.763" v="15931"/>
          <ac:picMkLst>
            <pc:docMk/>
            <pc:sldMk cId="3856675272" sldId="268"/>
            <ac:picMk id="83" creationId="{1D0A66AC-D8D2-5201-76DB-FAF830C19A9E}"/>
          </ac:picMkLst>
        </pc:picChg>
      </pc:sldChg>
      <pc:sldChg chg="addSp delSp modSp new mod modTransition setBg modAnim modNotesTx">
        <pc:chgData name="Marina Pavlovic" userId="0d7f52ac4825222f" providerId="LiveId" clId="{86856DD6-54C3-4E61-8FFA-C5C59C744505}" dt="2024-02-17T15:15:47.652" v="15949"/>
        <pc:sldMkLst>
          <pc:docMk/>
          <pc:sldMk cId="1351114592" sldId="269"/>
        </pc:sldMkLst>
        <pc:spChg chg="mod">
          <ac:chgData name="Marina Pavlovic" userId="0d7f52ac4825222f" providerId="LiveId" clId="{86856DD6-54C3-4E61-8FFA-C5C59C744505}" dt="2024-02-05T15:52:11.900" v="856" actId="26606"/>
          <ac:spMkLst>
            <pc:docMk/>
            <pc:sldMk cId="1351114592" sldId="269"/>
            <ac:spMk id="2" creationId="{E51F6E04-8DEE-E92A-D01E-A97563D810A7}"/>
          </ac:spMkLst>
        </pc:spChg>
        <pc:spChg chg="mod">
          <ac:chgData name="Marina Pavlovic" userId="0d7f52ac4825222f" providerId="LiveId" clId="{86856DD6-54C3-4E61-8FFA-C5C59C744505}" dt="2024-02-09T10:58:47.548" v="4229" actId="113"/>
          <ac:spMkLst>
            <pc:docMk/>
            <pc:sldMk cId="1351114592" sldId="269"/>
            <ac:spMk id="3" creationId="{B3892439-681C-1452-7D01-D10A8A738069}"/>
          </ac:spMkLst>
        </pc:spChg>
        <pc:spChg chg="del">
          <ac:chgData name="Marina Pavlovic" userId="0d7f52ac4825222f" providerId="LiveId" clId="{86856DD6-54C3-4E61-8FFA-C5C59C744505}" dt="2024-02-05T15:52:09.032" v="855" actId="22"/>
          <ac:spMkLst>
            <pc:docMk/>
            <pc:sldMk cId="1351114592" sldId="269"/>
            <ac:spMk id="4" creationId="{8CD00869-0A43-2A01-E95B-BFCFCDE196DB}"/>
          </ac:spMkLst>
        </pc:spChg>
        <pc:spChg chg="mod">
          <ac:chgData name="Marina Pavlovic" userId="0d7f52ac4825222f" providerId="LiveId" clId="{86856DD6-54C3-4E61-8FFA-C5C59C744505}" dt="2024-02-05T15:52:11.900" v="856" actId="26606"/>
          <ac:spMkLst>
            <pc:docMk/>
            <pc:sldMk cId="1351114592" sldId="269"/>
            <ac:spMk id="5" creationId="{F0C57A20-460F-4DC8-DE3C-4B84202F65FF}"/>
          </ac:spMkLst>
        </pc:spChg>
        <pc:spChg chg="add">
          <ac:chgData name="Marina Pavlovic" userId="0d7f52ac4825222f" providerId="LiveId" clId="{86856DD6-54C3-4E61-8FFA-C5C59C744505}" dt="2024-02-05T15:52:11.900" v="856" actId="26606"/>
          <ac:spMkLst>
            <pc:docMk/>
            <pc:sldMk cId="1351114592" sldId="269"/>
            <ac:spMk id="12" creationId="{8D06CE56-3881-4ADA-8CEF-D18B02C242A3}"/>
          </ac:spMkLst>
        </pc:spChg>
        <pc:spChg chg="add">
          <ac:chgData name="Marina Pavlovic" userId="0d7f52ac4825222f" providerId="LiveId" clId="{86856DD6-54C3-4E61-8FFA-C5C59C744505}" dt="2024-02-05T15:52:11.900" v="856" actId="26606"/>
          <ac:spMkLst>
            <pc:docMk/>
            <pc:sldMk cId="1351114592" sldId="269"/>
            <ac:spMk id="14" creationId="{79F3C543-62EC-4433-9C93-A2CD8764E9B4}"/>
          </ac:spMkLst>
        </pc:spChg>
        <pc:spChg chg="add">
          <ac:chgData name="Marina Pavlovic" userId="0d7f52ac4825222f" providerId="LiveId" clId="{86856DD6-54C3-4E61-8FFA-C5C59C744505}" dt="2024-02-05T15:52:11.900" v="856" actId="26606"/>
          <ac:spMkLst>
            <pc:docMk/>
            <pc:sldMk cId="1351114592" sldId="269"/>
            <ac:spMk id="16" creationId="{68AF5748-FED8-45BA-8631-26D1D10F3246}"/>
          </ac:spMkLst>
        </pc:spChg>
        <pc:spChg chg="add">
          <ac:chgData name="Marina Pavlovic" userId="0d7f52ac4825222f" providerId="LiveId" clId="{86856DD6-54C3-4E61-8FFA-C5C59C744505}" dt="2024-02-05T15:52:11.900" v="856" actId="26606"/>
          <ac:spMkLst>
            <pc:docMk/>
            <pc:sldMk cId="1351114592" sldId="269"/>
            <ac:spMk id="18" creationId="{AF2F604E-43BE-4DC3-B983-E071523364F8}"/>
          </ac:spMkLst>
        </pc:spChg>
        <pc:spChg chg="add">
          <ac:chgData name="Marina Pavlovic" userId="0d7f52ac4825222f" providerId="LiveId" clId="{86856DD6-54C3-4E61-8FFA-C5C59C744505}" dt="2024-02-05T15:52:11.900" v="856" actId="26606"/>
          <ac:spMkLst>
            <pc:docMk/>
            <pc:sldMk cId="1351114592" sldId="269"/>
            <ac:spMk id="20" creationId="{08C9B587-E65E-4B52-B37C-ABEBB6E87928}"/>
          </ac:spMkLst>
        </pc:spChg>
        <pc:picChg chg="add mod ord">
          <ac:chgData name="Marina Pavlovic" userId="0d7f52ac4825222f" providerId="LiveId" clId="{86856DD6-54C3-4E61-8FFA-C5C59C744505}" dt="2024-02-05T15:52:11.900" v="856" actId="26606"/>
          <ac:picMkLst>
            <pc:docMk/>
            <pc:sldMk cId="1351114592" sldId="269"/>
            <ac:picMk id="7" creationId="{4FE8A85E-66E6-3A69-4218-E7B50DF8ED68}"/>
          </ac:picMkLst>
        </pc:picChg>
        <pc:picChg chg="add del mod">
          <ac:chgData name="Marina Pavlovic" userId="0d7f52ac4825222f" providerId="LiveId" clId="{86856DD6-54C3-4E61-8FFA-C5C59C744505}" dt="2024-02-17T14:16:11.199" v="15660"/>
          <ac:picMkLst>
            <pc:docMk/>
            <pc:sldMk cId="1351114592" sldId="269"/>
            <ac:picMk id="8" creationId="{6C421413-AFD5-56A0-F69D-898099C57FAA}"/>
          </ac:picMkLst>
        </pc:picChg>
        <pc:picChg chg="add del mod ord">
          <ac:chgData name="Marina Pavlovic" userId="0d7f52ac4825222f" providerId="LiveId" clId="{86856DD6-54C3-4E61-8FFA-C5C59C744505}" dt="2024-02-17T14:16:43.930" v="15661"/>
          <ac:picMkLst>
            <pc:docMk/>
            <pc:sldMk cId="1351114592" sldId="269"/>
            <ac:picMk id="11" creationId="{15C5BEFF-D0B0-F696-90F4-26BDF23E5B69}"/>
          </ac:picMkLst>
        </pc:picChg>
        <pc:picChg chg="add del mod">
          <ac:chgData name="Marina Pavlovic" userId="0d7f52ac4825222f" providerId="LiveId" clId="{86856DD6-54C3-4E61-8FFA-C5C59C744505}" dt="2024-02-17T14:29:37.873" v="15722"/>
          <ac:picMkLst>
            <pc:docMk/>
            <pc:sldMk cId="1351114592" sldId="269"/>
            <ac:picMk id="13" creationId="{38660DD6-7018-C0E6-E412-5DBDA3619BA8}"/>
          </ac:picMkLst>
        </pc:picChg>
        <pc:picChg chg="add del mod ord">
          <ac:chgData name="Marina Pavlovic" userId="0d7f52ac4825222f" providerId="LiveId" clId="{86856DD6-54C3-4E61-8FFA-C5C59C744505}" dt="2024-02-17T14:30:05.456" v="15723"/>
          <ac:picMkLst>
            <pc:docMk/>
            <pc:sldMk cId="1351114592" sldId="269"/>
            <ac:picMk id="23" creationId="{0C60C113-373D-1D37-7D97-85406DC0CC05}"/>
          </ac:picMkLst>
        </pc:picChg>
        <pc:picChg chg="add del mod">
          <ac:chgData name="Marina Pavlovic" userId="0d7f52ac4825222f" providerId="LiveId" clId="{86856DD6-54C3-4E61-8FFA-C5C59C744505}" dt="2024-02-17T15:13:00.962" v="15933"/>
          <ac:picMkLst>
            <pc:docMk/>
            <pc:sldMk cId="1351114592" sldId="269"/>
            <ac:picMk id="24" creationId="{F601161B-03E3-5474-ABFE-76699B8AB1E3}"/>
          </ac:picMkLst>
        </pc:picChg>
        <pc:picChg chg="add del mod ord">
          <ac:chgData name="Marina Pavlovic" userId="0d7f52ac4825222f" providerId="LiveId" clId="{86856DD6-54C3-4E61-8FFA-C5C59C744505}" dt="2024-02-17T15:13:10.550" v="15934"/>
          <ac:picMkLst>
            <pc:docMk/>
            <pc:sldMk cId="1351114592" sldId="269"/>
            <ac:picMk id="35" creationId="{C94CB72C-88C5-EE23-1B9C-D4126E2112C2}"/>
          </ac:picMkLst>
        </pc:picChg>
        <pc:picChg chg="add del mod">
          <ac:chgData name="Marina Pavlovic" userId="0d7f52ac4825222f" providerId="LiveId" clId="{86856DD6-54C3-4E61-8FFA-C5C59C744505}" dt="2024-02-17T15:13:13.787" v="15936"/>
          <ac:picMkLst>
            <pc:docMk/>
            <pc:sldMk cId="1351114592" sldId="269"/>
            <ac:picMk id="36" creationId="{367DA3F0-CBDB-CD27-D4F8-A1F50F1047CD}"/>
          </ac:picMkLst>
        </pc:picChg>
        <pc:picChg chg="add del mod ord">
          <ac:chgData name="Marina Pavlovic" userId="0d7f52ac4825222f" providerId="LiveId" clId="{86856DD6-54C3-4E61-8FFA-C5C59C744505}" dt="2024-02-17T15:13:45.513" v="15937"/>
          <ac:picMkLst>
            <pc:docMk/>
            <pc:sldMk cId="1351114592" sldId="269"/>
            <ac:picMk id="39" creationId="{D5353C9A-0B3E-0D26-2F9D-E2D6B71FE140}"/>
          </ac:picMkLst>
        </pc:picChg>
        <pc:picChg chg="add del mod">
          <ac:chgData name="Marina Pavlovic" userId="0d7f52ac4825222f" providerId="LiveId" clId="{86856DD6-54C3-4E61-8FFA-C5C59C744505}" dt="2024-02-17T15:13:48.091" v="15939"/>
          <ac:picMkLst>
            <pc:docMk/>
            <pc:sldMk cId="1351114592" sldId="269"/>
            <ac:picMk id="40" creationId="{16FD08F4-34AF-AC54-35DB-D2CEA0C1F9BD}"/>
          </ac:picMkLst>
        </pc:picChg>
        <pc:picChg chg="add del mod ord">
          <ac:chgData name="Marina Pavlovic" userId="0d7f52ac4825222f" providerId="LiveId" clId="{86856DD6-54C3-4E61-8FFA-C5C59C744505}" dt="2024-02-17T15:14:19.674" v="15940"/>
          <ac:picMkLst>
            <pc:docMk/>
            <pc:sldMk cId="1351114592" sldId="269"/>
            <ac:picMk id="43" creationId="{E2573896-7CA8-4770-95F9-16EF28E616EA}"/>
          </ac:picMkLst>
        </pc:picChg>
        <pc:picChg chg="add del mod">
          <ac:chgData name="Marina Pavlovic" userId="0d7f52ac4825222f" providerId="LiveId" clId="{86856DD6-54C3-4E61-8FFA-C5C59C744505}" dt="2024-02-17T15:14:21.860" v="15942"/>
          <ac:picMkLst>
            <pc:docMk/>
            <pc:sldMk cId="1351114592" sldId="269"/>
            <ac:picMk id="44" creationId="{8EAD449C-89D2-F8C3-3AB1-3A3C1F07B4A1}"/>
          </ac:picMkLst>
        </pc:picChg>
        <pc:picChg chg="add del mod ord">
          <ac:chgData name="Marina Pavlovic" userId="0d7f52ac4825222f" providerId="LiveId" clId="{86856DD6-54C3-4E61-8FFA-C5C59C744505}" dt="2024-02-17T15:14:42.337" v="15943"/>
          <ac:picMkLst>
            <pc:docMk/>
            <pc:sldMk cId="1351114592" sldId="269"/>
            <ac:picMk id="47" creationId="{825C29EF-7961-7D12-7E04-EF539E69CD73}"/>
          </ac:picMkLst>
        </pc:picChg>
        <pc:picChg chg="add del mod">
          <ac:chgData name="Marina Pavlovic" userId="0d7f52ac4825222f" providerId="LiveId" clId="{86856DD6-54C3-4E61-8FFA-C5C59C744505}" dt="2024-02-17T15:14:43.767" v="15945"/>
          <ac:picMkLst>
            <pc:docMk/>
            <pc:sldMk cId="1351114592" sldId="269"/>
            <ac:picMk id="48" creationId="{289A7C19-AEBF-CD4B-F0FD-ED04FE491AFB}"/>
          </ac:picMkLst>
        </pc:picChg>
        <pc:picChg chg="add del mod ord">
          <ac:chgData name="Marina Pavlovic" userId="0d7f52ac4825222f" providerId="LiveId" clId="{86856DD6-54C3-4E61-8FFA-C5C59C744505}" dt="2024-02-17T15:15:14.451" v="15946"/>
          <ac:picMkLst>
            <pc:docMk/>
            <pc:sldMk cId="1351114592" sldId="269"/>
            <ac:picMk id="51" creationId="{26809917-893B-6E85-6392-DB626D2FED1E}"/>
          </ac:picMkLst>
        </pc:picChg>
        <pc:picChg chg="add del mod">
          <ac:chgData name="Marina Pavlovic" userId="0d7f52ac4825222f" providerId="LiveId" clId="{86856DD6-54C3-4E61-8FFA-C5C59C744505}" dt="2024-02-17T15:15:15.909" v="15948"/>
          <ac:picMkLst>
            <pc:docMk/>
            <pc:sldMk cId="1351114592" sldId="269"/>
            <ac:picMk id="52" creationId="{FED8D9C6-4E71-4B75-5993-888F1EB3E87F}"/>
          </ac:picMkLst>
        </pc:picChg>
        <pc:picChg chg="add del mod ord">
          <ac:chgData name="Marina Pavlovic" userId="0d7f52ac4825222f" providerId="LiveId" clId="{86856DD6-54C3-4E61-8FFA-C5C59C744505}" dt="2024-02-17T15:15:47.652" v="15949"/>
          <ac:picMkLst>
            <pc:docMk/>
            <pc:sldMk cId="1351114592" sldId="269"/>
            <ac:picMk id="55" creationId="{A531AF97-48B5-F7DD-7D05-0EC531EE4939}"/>
          </ac:picMkLst>
        </pc:picChg>
        <pc:picChg chg="add mod">
          <ac:chgData name="Marina Pavlovic" userId="0d7f52ac4825222f" providerId="LiveId" clId="{86856DD6-54C3-4E61-8FFA-C5C59C744505}" dt="2024-02-17T15:15:47.652" v="15949"/>
          <ac:picMkLst>
            <pc:docMk/>
            <pc:sldMk cId="1351114592" sldId="269"/>
            <ac:picMk id="56" creationId="{C6E57C53-2E82-0AFE-61BC-0C2EE70A13B0}"/>
          </ac:picMkLst>
        </pc:picChg>
      </pc:sldChg>
      <pc:sldChg chg="addSp delSp modSp new mod ord modTransition modClrScheme chgLayout modNotesTx">
        <pc:chgData name="Marina Pavlovic" userId="0d7f52ac4825222f" providerId="LiveId" clId="{86856DD6-54C3-4E61-8FFA-C5C59C744505}" dt="2024-02-17T13:57:14.198" v="15581"/>
        <pc:sldMkLst>
          <pc:docMk/>
          <pc:sldMk cId="4198150073" sldId="270"/>
        </pc:sldMkLst>
        <pc:spChg chg="mod ord">
          <ac:chgData name="Marina Pavlovic" userId="0d7f52ac4825222f" providerId="LiveId" clId="{86856DD6-54C3-4E61-8FFA-C5C59C744505}" dt="2024-02-09T10:27:02.780" v="3967" actId="700"/>
          <ac:spMkLst>
            <pc:docMk/>
            <pc:sldMk cId="4198150073" sldId="270"/>
            <ac:spMk id="2" creationId="{8ACA22D5-9F10-4288-AAE9-7A5C50C7524B}"/>
          </ac:spMkLst>
        </pc:spChg>
        <pc:spChg chg="del mod">
          <ac:chgData name="Marina Pavlovic" userId="0d7f52ac4825222f" providerId="LiveId" clId="{86856DD6-54C3-4E61-8FFA-C5C59C744505}" dt="2024-02-09T10:27:02.780" v="3967" actId="700"/>
          <ac:spMkLst>
            <pc:docMk/>
            <pc:sldMk cId="4198150073" sldId="270"/>
            <ac:spMk id="3" creationId="{C74D6147-5496-D7BD-8576-0E96CE74364C}"/>
          </ac:spMkLst>
        </pc:spChg>
        <pc:spChg chg="del">
          <ac:chgData name="Marina Pavlovic" userId="0d7f52ac4825222f" providerId="LiveId" clId="{86856DD6-54C3-4E61-8FFA-C5C59C744505}" dt="2024-02-09T10:27:02.780" v="3967" actId="700"/>
          <ac:spMkLst>
            <pc:docMk/>
            <pc:sldMk cId="4198150073" sldId="270"/>
            <ac:spMk id="4" creationId="{4447DFF0-4E58-50E5-003E-1F317533242C}"/>
          </ac:spMkLst>
        </pc:spChg>
        <pc:spChg chg="mod ord">
          <ac:chgData name="Marina Pavlovic" userId="0d7f52ac4825222f" providerId="LiveId" clId="{86856DD6-54C3-4E61-8FFA-C5C59C744505}" dt="2024-02-09T10:27:02.780" v="3967" actId="700"/>
          <ac:spMkLst>
            <pc:docMk/>
            <pc:sldMk cId="4198150073" sldId="270"/>
            <ac:spMk id="5" creationId="{22C1BBD8-FD3D-9C14-B143-C1D1AA490763}"/>
          </ac:spMkLst>
        </pc:spChg>
        <pc:picChg chg="add mod">
          <ac:chgData name="Marina Pavlovic" userId="0d7f52ac4825222f" providerId="LiveId" clId="{86856DD6-54C3-4E61-8FFA-C5C59C744505}" dt="2024-02-17T13:57:14.198" v="15581"/>
          <ac:picMkLst>
            <pc:docMk/>
            <pc:sldMk cId="4198150073" sldId="270"/>
            <ac:picMk id="6" creationId="{9904A6E6-3FD9-85F4-EFAF-4FEAEF533AD7}"/>
          </ac:picMkLst>
        </pc:picChg>
      </pc:sldChg>
      <pc:sldChg chg="addSp delSp modSp new mod modTransition modClrScheme modAnim chgLayout modNotesTx">
        <pc:chgData name="Marina Pavlovic" userId="0d7f52ac4825222f" providerId="LiveId" clId="{86856DD6-54C3-4E61-8FFA-C5C59C744505}" dt="2024-02-17T14:33:47.940" v="15732"/>
        <pc:sldMkLst>
          <pc:docMk/>
          <pc:sldMk cId="2850446174" sldId="271"/>
        </pc:sldMkLst>
        <pc:spChg chg="mod ord">
          <ac:chgData name="Marina Pavlovic" userId="0d7f52ac4825222f" providerId="LiveId" clId="{86856DD6-54C3-4E61-8FFA-C5C59C744505}" dt="2024-02-11T08:19:13.719" v="4785" actId="700"/>
          <ac:spMkLst>
            <pc:docMk/>
            <pc:sldMk cId="2850446174" sldId="271"/>
            <ac:spMk id="2" creationId="{FB517416-AAF9-5D9C-BE0F-073604B89E00}"/>
          </ac:spMkLst>
        </pc:spChg>
        <pc:spChg chg="del mod ord">
          <ac:chgData name="Marina Pavlovic" userId="0d7f52ac4825222f" providerId="LiveId" clId="{86856DD6-54C3-4E61-8FFA-C5C59C744505}" dt="2024-02-09T11:30:43.585" v="4283" actId="700"/>
          <ac:spMkLst>
            <pc:docMk/>
            <pc:sldMk cId="2850446174" sldId="271"/>
            <ac:spMk id="3" creationId="{1F21AFA2-EE8D-1B89-5E8F-B81F61C9C0B3}"/>
          </ac:spMkLst>
        </pc:spChg>
        <pc:spChg chg="del">
          <ac:chgData name="Marina Pavlovic" userId="0d7f52ac4825222f" providerId="LiveId" clId="{86856DD6-54C3-4E61-8FFA-C5C59C744505}" dt="2024-02-09T11:30:43.585" v="4283" actId="700"/>
          <ac:spMkLst>
            <pc:docMk/>
            <pc:sldMk cId="2850446174" sldId="271"/>
            <ac:spMk id="4" creationId="{D1C249FD-9B0B-AC11-5EA0-D233E408F953}"/>
          </ac:spMkLst>
        </pc:spChg>
        <pc:spChg chg="mod ord">
          <ac:chgData name="Marina Pavlovic" userId="0d7f52ac4825222f" providerId="LiveId" clId="{86856DD6-54C3-4E61-8FFA-C5C59C744505}" dt="2024-02-11T08:19:13.719" v="4785" actId="700"/>
          <ac:spMkLst>
            <pc:docMk/>
            <pc:sldMk cId="2850446174" sldId="271"/>
            <ac:spMk id="5" creationId="{2C0D9A1F-83F9-3E97-326A-4E1E24CA716C}"/>
          </ac:spMkLst>
        </pc:spChg>
        <pc:spChg chg="add mod ord">
          <ac:chgData name="Marina Pavlovic" userId="0d7f52ac4825222f" providerId="LiveId" clId="{86856DD6-54C3-4E61-8FFA-C5C59C744505}" dt="2024-02-11T08:23:23.105" v="4821" actId="20577"/>
          <ac:spMkLst>
            <pc:docMk/>
            <pc:sldMk cId="2850446174" sldId="271"/>
            <ac:spMk id="6" creationId="{D52EB7F9-D6B4-E58D-74CC-456350209A4D}"/>
          </ac:spMkLst>
        </pc:spChg>
        <pc:spChg chg="add del mod ord">
          <ac:chgData name="Marina Pavlovic" userId="0d7f52ac4825222f" providerId="LiveId" clId="{86856DD6-54C3-4E61-8FFA-C5C59C744505}" dt="2024-02-11T08:17:54.101" v="4758" actId="21"/>
          <ac:spMkLst>
            <pc:docMk/>
            <pc:sldMk cId="2850446174" sldId="271"/>
            <ac:spMk id="7" creationId="{2D88F695-DC58-E485-ED6D-05A85AE4CBAB}"/>
          </ac:spMkLst>
        </pc:spChg>
        <pc:picChg chg="add del mod">
          <ac:chgData name="Marina Pavlovic" userId="0d7f52ac4825222f" providerId="LiveId" clId="{86856DD6-54C3-4E61-8FFA-C5C59C744505}" dt="2024-02-17T14:17:31.700" v="15664"/>
          <ac:picMkLst>
            <pc:docMk/>
            <pc:sldMk cId="2850446174" sldId="271"/>
            <ac:picMk id="7" creationId="{BBE2A878-4E10-1689-D6DA-84C8F761885B}"/>
          </ac:picMkLst>
        </pc:picChg>
        <pc:picChg chg="add del mod ord">
          <ac:chgData name="Marina Pavlovic" userId="0d7f52ac4825222f" providerId="LiveId" clId="{86856DD6-54C3-4E61-8FFA-C5C59C744505}" dt="2024-02-17T14:18:01.575" v="15665"/>
          <ac:picMkLst>
            <pc:docMk/>
            <pc:sldMk cId="2850446174" sldId="271"/>
            <ac:picMk id="10" creationId="{6E0AB333-31FD-E5E8-2F09-995F464CD0F7}"/>
          </ac:picMkLst>
        </pc:picChg>
        <pc:picChg chg="add del mod">
          <ac:chgData name="Marina Pavlovic" userId="0d7f52ac4825222f" providerId="LiveId" clId="{86856DD6-54C3-4E61-8FFA-C5C59C744505}" dt="2024-02-17T14:18:03.885" v="15667"/>
          <ac:picMkLst>
            <pc:docMk/>
            <pc:sldMk cId="2850446174" sldId="271"/>
            <ac:picMk id="11" creationId="{2DADEF2C-7887-7939-4338-ECE97699DA0B}"/>
          </ac:picMkLst>
        </pc:picChg>
        <pc:picChg chg="add del mod ord">
          <ac:chgData name="Marina Pavlovic" userId="0d7f52ac4825222f" providerId="LiveId" clId="{86856DD6-54C3-4E61-8FFA-C5C59C744505}" dt="2024-02-17T14:18:12.487" v="15668"/>
          <ac:picMkLst>
            <pc:docMk/>
            <pc:sldMk cId="2850446174" sldId="271"/>
            <ac:picMk id="14" creationId="{00B7F0CB-B320-59A1-5E89-DCD8BD6226A1}"/>
          </ac:picMkLst>
        </pc:picChg>
        <pc:picChg chg="add del mod">
          <ac:chgData name="Marina Pavlovic" userId="0d7f52ac4825222f" providerId="LiveId" clId="{86856DD6-54C3-4E61-8FFA-C5C59C744505}" dt="2024-02-17T14:18:14.650" v="15670"/>
          <ac:picMkLst>
            <pc:docMk/>
            <pc:sldMk cId="2850446174" sldId="271"/>
            <ac:picMk id="15" creationId="{0CD8E47F-5720-8DC0-E143-087C5A9218D7}"/>
          </ac:picMkLst>
        </pc:picChg>
        <pc:picChg chg="add del mod ord">
          <ac:chgData name="Marina Pavlovic" userId="0d7f52ac4825222f" providerId="LiveId" clId="{86856DD6-54C3-4E61-8FFA-C5C59C744505}" dt="2024-02-17T14:19:34.526" v="15671"/>
          <ac:picMkLst>
            <pc:docMk/>
            <pc:sldMk cId="2850446174" sldId="271"/>
            <ac:picMk id="18" creationId="{D4A8140F-7BF9-7A1B-8124-34EC18DB7C49}"/>
          </ac:picMkLst>
        </pc:picChg>
        <pc:picChg chg="add del mod">
          <ac:chgData name="Marina Pavlovic" userId="0d7f52ac4825222f" providerId="LiveId" clId="{86856DD6-54C3-4E61-8FFA-C5C59C744505}" dt="2024-02-17T14:19:37.477" v="15673"/>
          <ac:picMkLst>
            <pc:docMk/>
            <pc:sldMk cId="2850446174" sldId="271"/>
            <ac:picMk id="19" creationId="{FEA025B7-B11B-C386-C73A-EEE84E3B9376}"/>
          </ac:picMkLst>
        </pc:picChg>
        <pc:picChg chg="add del mod ord">
          <ac:chgData name="Marina Pavlovic" userId="0d7f52ac4825222f" providerId="LiveId" clId="{86856DD6-54C3-4E61-8FFA-C5C59C744505}" dt="2024-02-17T14:20:04.838" v="15674"/>
          <ac:picMkLst>
            <pc:docMk/>
            <pc:sldMk cId="2850446174" sldId="271"/>
            <ac:picMk id="22" creationId="{A18B1650-F0E0-4541-C183-FF6E8F9AB4E5}"/>
          </ac:picMkLst>
        </pc:picChg>
        <pc:picChg chg="add del mod">
          <ac:chgData name="Marina Pavlovic" userId="0d7f52ac4825222f" providerId="LiveId" clId="{86856DD6-54C3-4E61-8FFA-C5C59C744505}" dt="2024-02-17T14:20:13.379" v="15676"/>
          <ac:picMkLst>
            <pc:docMk/>
            <pc:sldMk cId="2850446174" sldId="271"/>
            <ac:picMk id="23" creationId="{A4C07F70-E222-E4BA-D62A-AE9D2F7A6771}"/>
          </ac:picMkLst>
        </pc:picChg>
        <pc:picChg chg="add del mod ord">
          <ac:chgData name="Marina Pavlovic" userId="0d7f52ac4825222f" providerId="LiveId" clId="{86856DD6-54C3-4E61-8FFA-C5C59C744505}" dt="2024-02-17T14:20:26.668" v="15677"/>
          <ac:picMkLst>
            <pc:docMk/>
            <pc:sldMk cId="2850446174" sldId="271"/>
            <ac:picMk id="26" creationId="{B9310536-41D4-64BC-9EAD-24BD1AC79447}"/>
          </ac:picMkLst>
        </pc:picChg>
        <pc:picChg chg="add del mod">
          <ac:chgData name="Marina Pavlovic" userId="0d7f52ac4825222f" providerId="LiveId" clId="{86856DD6-54C3-4E61-8FFA-C5C59C744505}" dt="2024-02-17T14:20:29.019" v="15679"/>
          <ac:picMkLst>
            <pc:docMk/>
            <pc:sldMk cId="2850446174" sldId="271"/>
            <ac:picMk id="27" creationId="{33153DB7-DE7F-5B5F-7D20-BAC6BD62FB2B}"/>
          </ac:picMkLst>
        </pc:picChg>
        <pc:picChg chg="add del mod ord">
          <ac:chgData name="Marina Pavlovic" userId="0d7f52ac4825222f" providerId="LiveId" clId="{86856DD6-54C3-4E61-8FFA-C5C59C744505}" dt="2024-02-17T14:21:03.309" v="15680"/>
          <ac:picMkLst>
            <pc:docMk/>
            <pc:sldMk cId="2850446174" sldId="271"/>
            <ac:picMk id="30" creationId="{DD3C1BA6-C34D-2E52-6B3D-C77C4B3CDEC2}"/>
          </ac:picMkLst>
        </pc:picChg>
        <pc:picChg chg="add del mod">
          <ac:chgData name="Marina Pavlovic" userId="0d7f52ac4825222f" providerId="LiveId" clId="{86856DD6-54C3-4E61-8FFA-C5C59C744505}" dt="2024-02-17T14:21:05.168" v="15682"/>
          <ac:picMkLst>
            <pc:docMk/>
            <pc:sldMk cId="2850446174" sldId="271"/>
            <ac:picMk id="31" creationId="{072BF94B-CB42-8C33-F077-564EB1C172F4}"/>
          </ac:picMkLst>
        </pc:picChg>
        <pc:picChg chg="add del mod ord">
          <ac:chgData name="Marina Pavlovic" userId="0d7f52ac4825222f" providerId="LiveId" clId="{86856DD6-54C3-4E61-8FFA-C5C59C744505}" dt="2024-02-17T14:22:16.183" v="15683"/>
          <ac:picMkLst>
            <pc:docMk/>
            <pc:sldMk cId="2850446174" sldId="271"/>
            <ac:picMk id="34" creationId="{12C6AC5E-6509-E297-533B-69E7880F96B4}"/>
          </ac:picMkLst>
        </pc:picChg>
        <pc:picChg chg="add del mod">
          <ac:chgData name="Marina Pavlovic" userId="0d7f52ac4825222f" providerId="LiveId" clId="{86856DD6-54C3-4E61-8FFA-C5C59C744505}" dt="2024-02-17T14:30:22.751" v="15725"/>
          <ac:picMkLst>
            <pc:docMk/>
            <pc:sldMk cId="2850446174" sldId="271"/>
            <ac:picMk id="35" creationId="{60CC2769-8FEC-F3A3-A96B-DDE85B913AFA}"/>
          </ac:picMkLst>
        </pc:picChg>
        <pc:picChg chg="add del mod ord">
          <ac:chgData name="Marina Pavlovic" userId="0d7f52ac4825222f" providerId="LiveId" clId="{86856DD6-54C3-4E61-8FFA-C5C59C744505}" dt="2024-02-17T14:31:16.913" v="15726"/>
          <ac:picMkLst>
            <pc:docMk/>
            <pc:sldMk cId="2850446174" sldId="271"/>
            <ac:picMk id="40" creationId="{AB096832-88AB-93A2-6F10-80BBE52A5D0E}"/>
          </ac:picMkLst>
        </pc:picChg>
        <pc:picChg chg="add del mod">
          <ac:chgData name="Marina Pavlovic" userId="0d7f52ac4825222f" providerId="LiveId" clId="{86856DD6-54C3-4E61-8FFA-C5C59C744505}" dt="2024-02-17T14:31:19.101" v="15728"/>
          <ac:picMkLst>
            <pc:docMk/>
            <pc:sldMk cId="2850446174" sldId="271"/>
            <ac:picMk id="41" creationId="{4669E69D-765D-CF7A-035B-FED79C37E137}"/>
          </ac:picMkLst>
        </pc:picChg>
        <pc:picChg chg="add del mod ord">
          <ac:chgData name="Marina Pavlovic" userId="0d7f52ac4825222f" providerId="LiveId" clId="{86856DD6-54C3-4E61-8FFA-C5C59C744505}" dt="2024-02-17T14:32:31.024" v="15729"/>
          <ac:picMkLst>
            <pc:docMk/>
            <pc:sldMk cId="2850446174" sldId="271"/>
            <ac:picMk id="44" creationId="{A68824FF-DA3C-60E5-5362-9E9E7077CC5A}"/>
          </ac:picMkLst>
        </pc:picChg>
        <pc:picChg chg="add del mod">
          <ac:chgData name="Marina Pavlovic" userId="0d7f52ac4825222f" providerId="LiveId" clId="{86856DD6-54C3-4E61-8FFA-C5C59C744505}" dt="2024-02-17T14:32:36.845" v="15731"/>
          <ac:picMkLst>
            <pc:docMk/>
            <pc:sldMk cId="2850446174" sldId="271"/>
            <ac:picMk id="45" creationId="{ECB16021-2867-ABF1-B96E-2025CAC1B0D9}"/>
          </ac:picMkLst>
        </pc:picChg>
        <pc:picChg chg="add del mod ord">
          <ac:chgData name="Marina Pavlovic" userId="0d7f52ac4825222f" providerId="LiveId" clId="{86856DD6-54C3-4E61-8FFA-C5C59C744505}" dt="2024-02-17T14:33:47.940" v="15732"/>
          <ac:picMkLst>
            <pc:docMk/>
            <pc:sldMk cId="2850446174" sldId="271"/>
            <ac:picMk id="48" creationId="{167F8244-C8EB-11F3-37D1-8E30A84C2793}"/>
          </ac:picMkLst>
        </pc:picChg>
        <pc:picChg chg="add mod">
          <ac:chgData name="Marina Pavlovic" userId="0d7f52ac4825222f" providerId="LiveId" clId="{86856DD6-54C3-4E61-8FFA-C5C59C744505}" dt="2024-02-17T14:33:47.940" v="15732"/>
          <ac:picMkLst>
            <pc:docMk/>
            <pc:sldMk cId="2850446174" sldId="271"/>
            <ac:picMk id="49" creationId="{50A86EE1-28CD-E5E1-514A-54D6D5283A4D}"/>
          </ac:picMkLst>
        </pc:picChg>
      </pc:sldChg>
      <pc:sldChg chg="addSp delSp modSp new del mod modClrScheme chgLayout">
        <pc:chgData name="Marina Pavlovic" userId="0d7f52ac4825222f" providerId="LiveId" clId="{86856DD6-54C3-4E61-8FFA-C5C59C744505}" dt="2024-02-09T08:26:48.767" v="1356" actId="2696"/>
        <pc:sldMkLst>
          <pc:docMk/>
          <pc:sldMk cId="1574861373" sldId="272"/>
        </pc:sldMkLst>
        <pc:spChg chg="mod ord">
          <ac:chgData name="Marina Pavlovic" userId="0d7f52ac4825222f" providerId="LiveId" clId="{86856DD6-54C3-4E61-8FFA-C5C59C744505}" dt="2024-02-09T08:26:40.839" v="1355" actId="700"/>
          <ac:spMkLst>
            <pc:docMk/>
            <pc:sldMk cId="1574861373" sldId="272"/>
            <ac:spMk id="2" creationId="{94324C5B-E588-82D7-0433-0C1F3A6D2BF6}"/>
          </ac:spMkLst>
        </pc:spChg>
        <pc:spChg chg="add del mod">
          <ac:chgData name="Marina Pavlovic" userId="0d7f52ac4825222f" providerId="LiveId" clId="{86856DD6-54C3-4E61-8FFA-C5C59C744505}" dt="2024-02-09T08:26:17.026" v="1354" actId="20577"/>
          <ac:spMkLst>
            <pc:docMk/>
            <pc:sldMk cId="1574861373" sldId="272"/>
            <ac:spMk id="3" creationId="{56A72350-96F5-122B-1AF8-8BB5EEF55613}"/>
          </ac:spMkLst>
        </pc:spChg>
        <pc:spChg chg="add mod ord">
          <ac:chgData name="Marina Pavlovic" userId="0d7f52ac4825222f" providerId="LiveId" clId="{86856DD6-54C3-4E61-8FFA-C5C59C744505}" dt="2024-02-09T08:26:40.839" v="1355" actId="700"/>
          <ac:spMkLst>
            <pc:docMk/>
            <pc:sldMk cId="1574861373" sldId="272"/>
            <ac:spMk id="4" creationId="{AE956129-C1E6-6C55-1441-941052095225}"/>
          </ac:spMkLst>
        </pc:spChg>
        <pc:spChg chg="add mod ord">
          <ac:chgData name="Marina Pavlovic" userId="0d7f52ac4825222f" providerId="LiveId" clId="{86856DD6-54C3-4E61-8FFA-C5C59C744505}" dt="2024-02-09T08:26:40.839" v="1355" actId="700"/>
          <ac:spMkLst>
            <pc:docMk/>
            <pc:sldMk cId="1574861373" sldId="272"/>
            <ac:spMk id="5" creationId="{033488DA-7109-DCCE-B102-087CFC5B8E84}"/>
          </ac:spMkLst>
        </pc:spChg>
      </pc:sldChg>
      <pc:sldChg chg="addSp delSp modSp new mod modTransition setBg modClrScheme modAnim chgLayout modNotesTx">
        <pc:chgData name="Marina Pavlovic" userId="0d7f52ac4825222f" providerId="LiveId" clId="{86856DD6-54C3-4E61-8FFA-C5C59C744505}" dt="2024-02-17T15:32:41.572" v="15997"/>
        <pc:sldMkLst>
          <pc:docMk/>
          <pc:sldMk cId="1051001887" sldId="273"/>
        </pc:sldMkLst>
        <pc:spChg chg="mod ord">
          <ac:chgData name="Marina Pavlovic" userId="0d7f52ac4825222f" providerId="LiveId" clId="{86856DD6-54C3-4E61-8FFA-C5C59C744505}" dt="2024-02-09T11:52:00.934" v="4386" actId="26606"/>
          <ac:spMkLst>
            <pc:docMk/>
            <pc:sldMk cId="1051001887" sldId="273"/>
            <ac:spMk id="2" creationId="{9BAAB55B-1C84-4C28-5E73-FB63EA8165D1}"/>
          </ac:spMkLst>
        </pc:spChg>
        <pc:spChg chg="add mod ord">
          <ac:chgData name="Marina Pavlovic" userId="0d7f52ac4825222f" providerId="LiveId" clId="{86856DD6-54C3-4E61-8FFA-C5C59C744505}" dt="2024-02-09T11:56:27.446" v="4388" actId="1076"/>
          <ac:spMkLst>
            <pc:docMk/>
            <pc:sldMk cId="1051001887" sldId="273"/>
            <ac:spMk id="3" creationId="{4BC70161-90C0-058B-004F-91C41ACF254E}"/>
          </ac:spMkLst>
        </pc:spChg>
        <pc:spChg chg="add del mod ord">
          <ac:chgData name="Marina Pavlovic" userId="0d7f52ac4825222f" providerId="LiveId" clId="{86856DD6-54C3-4E61-8FFA-C5C59C744505}" dt="2024-02-17T11:29:49.078" v="13963" actId="20577"/>
          <ac:spMkLst>
            <pc:docMk/>
            <pc:sldMk cId="1051001887" sldId="273"/>
            <ac:spMk id="4" creationId="{11DA8D11-8D9D-94EB-FFD0-BA0626311456}"/>
          </ac:spMkLst>
        </pc:spChg>
        <pc:spChg chg="add del">
          <ac:chgData name="Marina Pavlovic" userId="0d7f52ac4825222f" providerId="LiveId" clId="{86856DD6-54C3-4E61-8FFA-C5C59C744505}" dt="2024-02-09T08:44:13.109" v="2805"/>
          <ac:spMkLst>
            <pc:docMk/>
            <pc:sldMk cId="1051001887" sldId="273"/>
            <ac:spMk id="5" creationId="{D8D2FA54-B70D-8D34-43F1-A0B4E032B6F6}"/>
          </ac:spMkLst>
        </pc:spChg>
        <pc:spChg chg="add del">
          <ac:chgData name="Marina Pavlovic" userId="0d7f52ac4825222f" providerId="LiveId" clId="{86856DD6-54C3-4E61-8FFA-C5C59C744505}" dt="2024-02-09T08:44:11.686" v="2804" actId="22"/>
          <ac:spMkLst>
            <pc:docMk/>
            <pc:sldMk cId="1051001887" sldId="273"/>
            <ac:spMk id="7" creationId="{FB43279E-FE31-727F-A81D-17ED27F8032D}"/>
          </ac:spMkLst>
        </pc:spChg>
        <pc:spChg chg="add del">
          <ac:chgData name="Marina Pavlovic" userId="0d7f52ac4825222f" providerId="LiveId" clId="{86856DD6-54C3-4E61-8FFA-C5C59C744505}" dt="2024-02-09T11:52:00.934" v="4386" actId="26606"/>
          <ac:spMkLst>
            <pc:docMk/>
            <pc:sldMk cId="1051001887" sldId="273"/>
            <ac:spMk id="10" creationId="{8FC9BE17-9A7B-462D-AE50-3D8777387304}"/>
          </ac:spMkLst>
        </pc:spChg>
        <pc:spChg chg="add del">
          <ac:chgData name="Marina Pavlovic" userId="0d7f52ac4825222f" providerId="LiveId" clId="{86856DD6-54C3-4E61-8FFA-C5C59C744505}" dt="2024-02-09T08:46:36.188" v="2813" actId="26606"/>
          <ac:spMkLst>
            <pc:docMk/>
            <pc:sldMk cId="1051001887" sldId="273"/>
            <ac:spMk id="11" creationId="{2C9A9DA9-7DC8-488B-A882-123947B0F3D9}"/>
          </ac:spMkLst>
        </pc:spChg>
        <pc:spChg chg="add del">
          <ac:chgData name="Marina Pavlovic" userId="0d7f52ac4825222f" providerId="LiveId" clId="{86856DD6-54C3-4E61-8FFA-C5C59C744505}" dt="2024-02-09T11:52:00.934" v="4386" actId="26606"/>
          <ac:spMkLst>
            <pc:docMk/>
            <pc:sldMk cId="1051001887" sldId="273"/>
            <ac:spMk id="12" creationId="{3EBE8569-6AEC-4B8C-8D53-2DE337CDBA65}"/>
          </ac:spMkLst>
        </pc:spChg>
        <pc:spChg chg="add del">
          <ac:chgData name="Marina Pavlovic" userId="0d7f52ac4825222f" providerId="LiveId" clId="{86856DD6-54C3-4E61-8FFA-C5C59C744505}" dt="2024-02-09T08:46:36.188" v="2813" actId="26606"/>
          <ac:spMkLst>
            <pc:docMk/>
            <pc:sldMk cId="1051001887" sldId="273"/>
            <ac:spMk id="13" creationId="{57F6BDD4-E066-4008-8011-6CC31AEB4556}"/>
          </ac:spMkLst>
        </pc:spChg>
        <pc:spChg chg="add del">
          <ac:chgData name="Marina Pavlovic" userId="0d7f52ac4825222f" providerId="LiveId" clId="{86856DD6-54C3-4E61-8FFA-C5C59C744505}" dt="2024-02-09T11:52:00.934" v="4386" actId="26606"/>
          <ac:spMkLst>
            <pc:docMk/>
            <pc:sldMk cId="1051001887" sldId="273"/>
            <ac:spMk id="14" creationId="{55D4142C-5077-457F-A6AD-3FECFDB39685}"/>
          </ac:spMkLst>
        </pc:spChg>
        <pc:spChg chg="add del">
          <ac:chgData name="Marina Pavlovic" userId="0d7f52ac4825222f" providerId="LiveId" clId="{86856DD6-54C3-4E61-8FFA-C5C59C744505}" dt="2024-02-09T08:46:36.188" v="2813" actId="26606"/>
          <ac:spMkLst>
            <pc:docMk/>
            <pc:sldMk cId="1051001887" sldId="273"/>
            <ac:spMk id="15" creationId="{2711A8FB-68FC-45FC-B01E-38F809E2D439}"/>
          </ac:spMkLst>
        </pc:spChg>
        <pc:spChg chg="add del">
          <ac:chgData name="Marina Pavlovic" userId="0d7f52ac4825222f" providerId="LiveId" clId="{86856DD6-54C3-4E61-8FFA-C5C59C744505}" dt="2024-02-09T11:52:00.934" v="4386" actId="26606"/>
          <ac:spMkLst>
            <pc:docMk/>
            <pc:sldMk cId="1051001887" sldId="273"/>
            <ac:spMk id="16" creationId="{7A5F0580-5EE9-419F-96EE-B6529EF6E7D0}"/>
          </ac:spMkLst>
        </pc:spChg>
        <pc:spChg chg="add del">
          <ac:chgData name="Marina Pavlovic" userId="0d7f52ac4825222f" providerId="LiveId" clId="{86856DD6-54C3-4E61-8FFA-C5C59C744505}" dt="2024-02-09T08:46:36.188" v="2813" actId="26606"/>
          <ac:spMkLst>
            <pc:docMk/>
            <pc:sldMk cId="1051001887" sldId="273"/>
            <ac:spMk id="17" creationId="{2A865FE3-5FC9-4049-87CF-30019C46C0F5}"/>
          </ac:spMkLst>
        </pc:spChg>
        <pc:graphicFrameChg chg="add del">
          <ac:chgData name="Marina Pavlovic" userId="0d7f52ac4825222f" providerId="LiveId" clId="{86856DD6-54C3-4E61-8FFA-C5C59C744505}" dt="2024-02-09T08:46:42.165" v="2815" actId="26606"/>
          <ac:graphicFrameMkLst>
            <pc:docMk/>
            <pc:sldMk cId="1051001887" sldId="273"/>
            <ac:graphicFrameMk id="6" creationId="{2FB93FFE-8554-8CA7-44EA-CBF4D3713C4C}"/>
          </ac:graphicFrameMkLst>
        </pc:graphicFrameChg>
        <pc:graphicFrameChg chg="add del">
          <ac:chgData name="Marina Pavlovic" userId="0d7f52ac4825222f" providerId="LiveId" clId="{86856DD6-54C3-4E61-8FFA-C5C59C744505}" dt="2024-02-09T08:46:49.692" v="2817" actId="26606"/>
          <ac:graphicFrameMkLst>
            <pc:docMk/>
            <pc:sldMk cId="1051001887" sldId="273"/>
            <ac:graphicFrameMk id="1027" creationId="{0786BD60-1742-966E-0937-7B3014B6C647}"/>
          </ac:graphicFrameMkLst>
        </pc:graphicFrameChg>
        <pc:picChg chg="add del">
          <ac:chgData name="Marina Pavlovic" userId="0d7f52ac4825222f" providerId="LiveId" clId="{86856DD6-54C3-4E61-8FFA-C5C59C744505}" dt="2024-02-09T08:46:36.188" v="2813" actId="26606"/>
          <ac:picMkLst>
            <pc:docMk/>
            <pc:sldMk cId="1051001887" sldId="273"/>
            <ac:picMk id="8" creationId="{06F06134-4ACC-E1E7-97D0-4933DE0F23E9}"/>
          </ac:picMkLst>
        </pc:picChg>
        <pc:picChg chg="add del mod">
          <ac:chgData name="Marina Pavlovic" userId="0d7f52ac4825222f" providerId="LiveId" clId="{86856DD6-54C3-4E61-8FFA-C5C59C744505}" dt="2024-02-17T12:13:04.092" v="15187"/>
          <ac:picMkLst>
            <pc:docMk/>
            <pc:sldMk cId="1051001887" sldId="273"/>
            <ac:picMk id="8" creationId="{E037EBCA-843C-3FBE-BAA2-D648B0BA9D9F}"/>
          </ac:picMkLst>
        </pc:picChg>
        <pc:picChg chg="add del mod ord">
          <ac:chgData name="Marina Pavlovic" userId="0d7f52ac4825222f" providerId="LiveId" clId="{86856DD6-54C3-4E61-8FFA-C5C59C744505}" dt="2024-02-17T15:29:53.111" v="15991"/>
          <ac:picMkLst>
            <pc:docMk/>
            <pc:sldMk cId="1051001887" sldId="273"/>
            <ac:picMk id="14" creationId="{B7B4C8EC-C28D-2374-DA07-D9A2B297C2BF}"/>
          </ac:picMkLst>
        </pc:picChg>
        <pc:picChg chg="add del mod">
          <ac:chgData name="Marina Pavlovic" userId="0d7f52ac4825222f" providerId="LiveId" clId="{86856DD6-54C3-4E61-8FFA-C5C59C744505}" dt="2024-02-17T15:29:56.264" v="15993"/>
          <ac:picMkLst>
            <pc:docMk/>
            <pc:sldMk cId="1051001887" sldId="273"/>
            <ac:picMk id="15" creationId="{5EF2EC94-42FC-0666-FD17-D5EAC5C0833B}"/>
          </ac:picMkLst>
        </pc:picChg>
        <pc:picChg chg="add del mod ord">
          <ac:chgData name="Marina Pavlovic" userId="0d7f52ac4825222f" providerId="LiveId" clId="{86856DD6-54C3-4E61-8FFA-C5C59C744505}" dt="2024-02-17T15:30:47.513" v="15994"/>
          <ac:picMkLst>
            <pc:docMk/>
            <pc:sldMk cId="1051001887" sldId="273"/>
            <ac:picMk id="18" creationId="{39EDAA2E-3A06-E8B3-845E-8F4DE9C3FD9B}"/>
          </ac:picMkLst>
        </pc:picChg>
        <pc:picChg chg="add del mod">
          <ac:chgData name="Marina Pavlovic" userId="0d7f52ac4825222f" providerId="LiveId" clId="{86856DD6-54C3-4E61-8FFA-C5C59C744505}" dt="2024-02-17T15:31:50.473" v="15996"/>
          <ac:picMkLst>
            <pc:docMk/>
            <pc:sldMk cId="1051001887" sldId="273"/>
            <ac:picMk id="19" creationId="{3DC4D82B-A29D-0EBC-A7F1-C45AEBDA77FD}"/>
          </ac:picMkLst>
        </pc:picChg>
        <pc:picChg chg="add del mod">
          <ac:chgData name="Marina Pavlovic" userId="0d7f52ac4825222f" providerId="LiveId" clId="{86856DD6-54C3-4E61-8FFA-C5C59C744505}" dt="2024-02-17T12:37:59.680" v="15324"/>
          <ac:picMkLst>
            <pc:docMk/>
            <pc:sldMk cId="1051001887" sldId="273"/>
            <ac:picMk id="22" creationId="{783C23D4-82AD-34B9-DCCB-FE766143B643}"/>
          </ac:picMkLst>
        </pc:picChg>
        <pc:picChg chg="add del mod ord">
          <ac:chgData name="Marina Pavlovic" userId="0d7f52ac4825222f" providerId="LiveId" clId="{86856DD6-54C3-4E61-8FFA-C5C59C744505}" dt="2024-02-17T15:32:41.572" v="15997"/>
          <ac:picMkLst>
            <pc:docMk/>
            <pc:sldMk cId="1051001887" sldId="273"/>
            <ac:picMk id="25" creationId="{18911FDF-C196-80FB-E2B0-42A65AE5C356}"/>
          </ac:picMkLst>
        </pc:picChg>
        <pc:picChg chg="add del mod ord">
          <ac:chgData name="Marina Pavlovic" userId="0d7f52ac4825222f" providerId="LiveId" clId="{86856DD6-54C3-4E61-8FFA-C5C59C744505}" dt="2024-02-17T12:38:17.500" v="15325"/>
          <ac:picMkLst>
            <pc:docMk/>
            <pc:sldMk cId="1051001887" sldId="273"/>
            <ac:picMk id="25" creationId="{7163B2C1-E5BF-F524-CE32-0C58CB2052DD}"/>
          </ac:picMkLst>
        </pc:picChg>
        <pc:picChg chg="add mod">
          <ac:chgData name="Marina Pavlovic" userId="0d7f52ac4825222f" providerId="LiveId" clId="{86856DD6-54C3-4E61-8FFA-C5C59C744505}" dt="2024-02-17T15:32:41.572" v="15997"/>
          <ac:picMkLst>
            <pc:docMk/>
            <pc:sldMk cId="1051001887" sldId="273"/>
            <ac:picMk id="26" creationId="{26E80F73-A194-ACBE-18F1-2BF299C1CE12}"/>
          </ac:picMkLst>
        </pc:picChg>
        <pc:picChg chg="add del mod">
          <ac:chgData name="Marina Pavlovic" userId="0d7f52ac4825222f" providerId="LiveId" clId="{86856DD6-54C3-4E61-8FFA-C5C59C744505}" dt="2024-02-17T12:38:19.833" v="15327"/>
          <ac:picMkLst>
            <pc:docMk/>
            <pc:sldMk cId="1051001887" sldId="273"/>
            <ac:picMk id="26" creationId="{F5D536A2-98FE-4D86-60D1-4EFBEB63473A}"/>
          </ac:picMkLst>
        </pc:picChg>
        <pc:picChg chg="add del mod ord">
          <ac:chgData name="Marina Pavlovic" userId="0d7f52ac4825222f" providerId="LiveId" clId="{86856DD6-54C3-4E61-8FFA-C5C59C744505}" dt="2024-02-17T12:38:34.612" v="15328"/>
          <ac:picMkLst>
            <pc:docMk/>
            <pc:sldMk cId="1051001887" sldId="273"/>
            <ac:picMk id="29" creationId="{369BBCAD-5428-016E-FDE5-EFFF51FDBD71}"/>
          </ac:picMkLst>
        </pc:picChg>
        <pc:picChg chg="add del mod">
          <ac:chgData name="Marina Pavlovic" userId="0d7f52ac4825222f" providerId="LiveId" clId="{86856DD6-54C3-4E61-8FFA-C5C59C744505}" dt="2024-02-17T12:38:36.571" v="15330"/>
          <ac:picMkLst>
            <pc:docMk/>
            <pc:sldMk cId="1051001887" sldId="273"/>
            <ac:picMk id="30" creationId="{F2AA4721-A2F5-1170-9F95-3DBDC91259AE}"/>
          </ac:picMkLst>
        </pc:picChg>
        <pc:picChg chg="add del mod ord">
          <ac:chgData name="Marina Pavlovic" userId="0d7f52ac4825222f" providerId="LiveId" clId="{86856DD6-54C3-4E61-8FFA-C5C59C744505}" dt="2024-02-17T12:38:59.988" v="15331"/>
          <ac:picMkLst>
            <pc:docMk/>
            <pc:sldMk cId="1051001887" sldId="273"/>
            <ac:picMk id="33" creationId="{1A534E10-8B90-CA01-AB46-C78274D2F9ED}"/>
          </ac:picMkLst>
        </pc:picChg>
        <pc:picChg chg="add del mod">
          <ac:chgData name="Marina Pavlovic" userId="0d7f52ac4825222f" providerId="LiveId" clId="{86856DD6-54C3-4E61-8FFA-C5C59C744505}" dt="2024-02-17T12:39:07.385" v="15333"/>
          <ac:picMkLst>
            <pc:docMk/>
            <pc:sldMk cId="1051001887" sldId="273"/>
            <ac:picMk id="34" creationId="{92388D7A-9453-9164-759F-878F77ACDDD3}"/>
          </ac:picMkLst>
        </pc:picChg>
        <pc:picChg chg="add del mod ord">
          <ac:chgData name="Marina Pavlovic" userId="0d7f52ac4825222f" providerId="LiveId" clId="{86856DD6-54C3-4E61-8FFA-C5C59C744505}" dt="2024-02-17T12:39:14.422" v="15334"/>
          <ac:picMkLst>
            <pc:docMk/>
            <pc:sldMk cId="1051001887" sldId="273"/>
            <ac:picMk id="37" creationId="{AC587AC7-F988-052D-5847-55BFA484B553}"/>
          </ac:picMkLst>
        </pc:picChg>
        <pc:picChg chg="add del mod">
          <ac:chgData name="Marina Pavlovic" userId="0d7f52ac4825222f" providerId="LiveId" clId="{86856DD6-54C3-4E61-8FFA-C5C59C744505}" dt="2024-02-17T12:39:16.789" v="15336"/>
          <ac:picMkLst>
            <pc:docMk/>
            <pc:sldMk cId="1051001887" sldId="273"/>
            <ac:picMk id="38" creationId="{7AE6C250-4236-BEE1-62AD-468F7D8BCB53}"/>
          </ac:picMkLst>
        </pc:picChg>
        <pc:picChg chg="add del mod ord">
          <ac:chgData name="Marina Pavlovic" userId="0d7f52ac4825222f" providerId="LiveId" clId="{86856DD6-54C3-4E61-8FFA-C5C59C744505}" dt="2024-02-17T12:39:31.105" v="15337"/>
          <ac:picMkLst>
            <pc:docMk/>
            <pc:sldMk cId="1051001887" sldId="273"/>
            <ac:picMk id="41" creationId="{73359DBA-6965-338D-EF75-A12F4B63DE09}"/>
          </ac:picMkLst>
        </pc:picChg>
        <pc:picChg chg="add del mod">
          <ac:chgData name="Marina Pavlovic" userId="0d7f52ac4825222f" providerId="LiveId" clId="{86856DD6-54C3-4E61-8FFA-C5C59C744505}" dt="2024-02-17T12:39:33.266" v="15339"/>
          <ac:picMkLst>
            <pc:docMk/>
            <pc:sldMk cId="1051001887" sldId="273"/>
            <ac:picMk id="42" creationId="{7E9DE955-8B33-3B66-06FC-C7799F8E987F}"/>
          </ac:picMkLst>
        </pc:picChg>
        <pc:picChg chg="add del mod ord">
          <ac:chgData name="Marina Pavlovic" userId="0d7f52ac4825222f" providerId="LiveId" clId="{86856DD6-54C3-4E61-8FFA-C5C59C744505}" dt="2024-02-17T12:39:40.574" v="15340"/>
          <ac:picMkLst>
            <pc:docMk/>
            <pc:sldMk cId="1051001887" sldId="273"/>
            <ac:picMk id="45" creationId="{DA13DE0A-C8CF-276A-D293-D1B2B3506E3C}"/>
          </ac:picMkLst>
        </pc:picChg>
        <pc:picChg chg="add del mod">
          <ac:chgData name="Marina Pavlovic" userId="0d7f52ac4825222f" providerId="LiveId" clId="{86856DD6-54C3-4E61-8FFA-C5C59C744505}" dt="2024-02-17T12:39:42.484" v="15342"/>
          <ac:picMkLst>
            <pc:docMk/>
            <pc:sldMk cId="1051001887" sldId="273"/>
            <ac:picMk id="46" creationId="{3FA27C03-9C75-768D-AA7E-E0450D9F2EDE}"/>
          </ac:picMkLst>
        </pc:picChg>
        <pc:picChg chg="add del mod ord">
          <ac:chgData name="Marina Pavlovic" userId="0d7f52ac4825222f" providerId="LiveId" clId="{86856DD6-54C3-4E61-8FFA-C5C59C744505}" dt="2024-02-17T12:40:29.963" v="15343"/>
          <ac:picMkLst>
            <pc:docMk/>
            <pc:sldMk cId="1051001887" sldId="273"/>
            <ac:picMk id="49" creationId="{00F29E73-AA87-8EF7-1622-BC235DCBC2C5}"/>
          </ac:picMkLst>
        </pc:picChg>
        <pc:picChg chg="add del mod">
          <ac:chgData name="Marina Pavlovic" userId="0d7f52ac4825222f" providerId="LiveId" clId="{86856DD6-54C3-4E61-8FFA-C5C59C744505}" dt="2024-02-17T12:40:33.281" v="15345"/>
          <ac:picMkLst>
            <pc:docMk/>
            <pc:sldMk cId="1051001887" sldId="273"/>
            <ac:picMk id="50" creationId="{05389249-7448-209B-1492-8ED29549522E}"/>
          </ac:picMkLst>
        </pc:picChg>
        <pc:picChg chg="add del mod ord">
          <ac:chgData name="Marina Pavlovic" userId="0d7f52ac4825222f" providerId="LiveId" clId="{86856DD6-54C3-4E61-8FFA-C5C59C744505}" dt="2024-02-17T12:40:40.798" v="15346"/>
          <ac:picMkLst>
            <pc:docMk/>
            <pc:sldMk cId="1051001887" sldId="273"/>
            <ac:picMk id="53" creationId="{ADB6B520-BBFA-3C41-7D29-64B56219A937}"/>
          </ac:picMkLst>
        </pc:picChg>
        <pc:picChg chg="add del mod">
          <ac:chgData name="Marina Pavlovic" userId="0d7f52ac4825222f" providerId="LiveId" clId="{86856DD6-54C3-4E61-8FFA-C5C59C744505}" dt="2024-02-17T12:40:42.698" v="15348"/>
          <ac:picMkLst>
            <pc:docMk/>
            <pc:sldMk cId="1051001887" sldId="273"/>
            <ac:picMk id="54" creationId="{889AF545-586B-9D75-936C-AD3A78408E8D}"/>
          </ac:picMkLst>
        </pc:picChg>
        <pc:picChg chg="add del mod ord">
          <ac:chgData name="Marina Pavlovic" userId="0d7f52ac4825222f" providerId="LiveId" clId="{86856DD6-54C3-4E61-8FFA-C5C59C744505}" dt="2024-02-17T12:40:58.321" v="15349"/>
          <ac:picMkLst>
            <pc:docMk/>
            <pc:sldMk cId="1051001887" sldId="273"/>
            <ac:picMk id="57" creationId="{31F691D6-0BED-7C15-7F60-0DA77071EC3A}"/>
          </ac:picMkLst>
        </pc:picChg>
        <pc:picChg chg="add del mod">
          <ac:chgData name="Marina Pavlovic" userId="0d7f52ac4825222f" providerId="LiveId" clId="{86856DD6-54C3-4E61-8FFA-C5C59C744505}" dt="2024-02-17T12:41:00.514" v="15351"/>
          <ac:picMkLst>
            <pc:docMk/>
            <pc:sldMk cId="1051001887" sldId="273"/>
            <ac:picMk id="58" creationId="{D9A7DF0D-6D6A-A8A7-F519-09F9CC89A4FD}"/>
          </ac:picMkLst>
        </pc:picChg>
        <pc:picChg chg="add del mod ord">
          <ac:chgData name="Marina Pavlovic" userId="0d7f52ac4825222f" providerId="LiveId" clId="{86856DD6-54C3-4E61-8FFA-C5C59C744505}" dt="2024-02-17T12:42:05.529" v="15352"/>
          <ac:picMkLst>
            <pc:docMk/>
            <pc:sldMk cId="1051001887" sldId="273"/>
            <ac:picMk id="61" creationId="{7DE65865-1D7B-6305-0DBB-577FD0E4B7C9}"/>
          </ac:picMkLst>
        </pc:picChg>
        <pc:picChg chg="add del mod">
          <ac:chgData name="Marina Pavlovic" userId="0d7f52ac4825222f" providerId="LiveId" clId="{86856DD6-54C3-4E61-8FFA-C5C59C744505}" dt="2024-02-17T12:42:07.819" v="15354"/>
          <ac:picMkLst>
            <pc:docMk/>
            <pc:sldMk cId="1051001887" sldId="273"/>
            <ac:picMk id="62" creationId="{9AB99F08-B4B1-1C0E-CB83-F31B52196059}"/>
          </ac:picMkLst>
        </pc:picChg>
        <pc:picChg chg="add del mod ord">
          <ac:chgData name="Marina Pavlovic" userId="0d7f52ac4825222f" providerId="LiveId" clId="{86856DD6-54C3-4E61-8FFA-C5C59C744505}" dt="2024-02-17T12:43:10.203" v="15355"/>
          <ac:picMkLst>
            <pc:docMk/>
            <pc:sldMk cId="1051001887" sldId="273"/>
            <ac:picMk id="65" creationId="{CF9112F7-10BF-72F5-CA90-E06E7236836F}"/>
          </ac:picMkLst>
        </pc:picChg>
        <pc:picChg chg="add del mod">
          <ac:chgData name="Marina Pavlovic" userId="0d7f52ac4825222f" providerId="LiveId" clId="{86856DD6-54C3-4E61-8FFA-C5C59C744505}" dt="2024-02-17T12:43:17.155" v="15357"/>
          <ac:picMkLst>
            <pc:docMk/>
            <pc:sldMk cId="1051001887" sldId="273"/>
            <ac:picMk id="66" creationId="{D390E5BD-4F0E-39D8-E60D-A883B0840DD3}"/>
          </ac:picMkLst>
        </pc:picChg>
        <pc:picChg chg="add del mod ord">
          <ac:chgData name="Marina Pavlovic" userId="0d7f52ac4825222f" providerId="LiveId" clId="{86856DD6-54C3-4E61-8FFA-C5C59C744505}" dt="2024-02-17T12:43:32.035" v="15358"/>
          <ac:picMkLst>
            <pc:docMk/>
            <pc:sldMk cId="1051001887" sldId="273"/>
            <ac:picMk id="69" creationId="{6B6AF872-3457-0ACA-5F36-C660118AF389}"/>
          </ac:picMkLst>
        </pc:picChg>
        <pc:picChg chg="add del mod">
          <ac:chgData name="Marina Pavlovic" userId="0d7f52ac4825222f" providerId="LiveId" clId="{86856DD6-54C3-4E61-8FFA-C5C59C744505}" dt="2024-02-17T12:43:33.811" v="15360"/>
          <ac:picMkLst>
            <pc:docMk/>
            <pc:sldMk cId="1051001887" sldId="273"/>
            <ac:picMk id="70" creationId="{958AD04A-2F1C-5B43-E603-7E19CE2D8DA9}"/>
          </ac:picMkLst>
        </pc:picChg>
        <pc:picChg chg="add del mod ord">
          <ac:chgData name="Marina Pavlovic" userId="0d7f52ac4825222f" providerId="LiveId" clId="{86856DD6-54C3-4E61-8FFA-C5C59C744505}" dt="2024-02-17T12:44:06.837" v="15361"/>
          <ac:picMkLst>
            <pc:docMk/>
            <pc:sldMk cId="1051001887" sldId="273"/>
            <ac:picMk id="73" creationId="{82D24A32-5981-ECF0-0F0B-EB6E43E288D8}"/>
          </ac:picMkLst>
        </pc:picChg>
        <pc:picChg chg="add del mod">
          <ac:chgData name="Marina Pavlovic" userId="0d7f52ac4825222f" providerId="LiveId" clId="{86856DD6-54C3-4E61-8FFA-C5C59C744505}" dt="2024-02-17T12:44:09.047" v="15363"/>
          <ac:picMkLst>
            <pc:docMk/>
            <pc:sldMk cId="1051001887" sldId="273"/>
            <ac:picMk id="74" creationId="{1BDFF819-D230-5BD3-DB1C-129629B12F58}"/>
          </ac:picMkLst>
        </pc:picChg>
        <pc:picChg chg="add del mod ord">
          <ac:chgData name="Marina Pavlovic" userId="0d7f52ac4825222f" providerId="LiveId" clId="{86856DD6-54C3-4E61-8FFA-C5C59C744505}" dt="2024-02-17T12:45:03.181" v="15364"/>
          <ac:picMkLst>
            <pc:docMk/>
            <pc:sldMk cId="1051001887" sldId="273"/>
            <ac:picMk id="77" creationId="{40CE47EE-E3E5-657D-530C-52651A37D312}"/>
          </ac:picMkLst>
        </pc:picChg>
        <pc:picChg chg="add del mod">
          <ac:chgData name="Marina Pavlovic" userId="0d7f52ac4825222f" providerId="LiveId" clId="{86856DD6-54C3-4E61-8FFA-C5C59C744505}" dt="2024-02-17T15:29:02.344" v="15990"/>
          <ac:picMkLst>
            <pc:docMk/>
            <pc:sldMk cId="1051001887" sldId="273"/>
            <ac:picMk id="78" creationId="{ED08E9E9-0AC0-19BE-917C-2472673B9A6D}"/>
          </ac:picMkLst>
        </pc:picChg>
        <pc:picChg chg="add del">
          <ac:chgData name="Marina Pavlovic" userId="0d7f52ac4825222f" providerId="LiveId" clId="{86856DD6-54C3-4E61-8FFA-C5C59C744505}" dt="2024-02-09T08:44:13.109" v="2805"/>
          <ac:picMkLst>
            <pc:docMk/>
            <pc:sldMk cId="1051001887" sldId="273"/>
            <ac:picMk id="1025" creationId="{147307CB-A78D-DFA4-81E1-C11DFEE74BAF}"/>
          </ac:picMkLst>
        </pc:picChg>
        <pc:picChg chg="add del">
          <ac:chgData name="Marina Pavlovic" userId="0d7f52ac4825222f" providerId="LiveId" clId="{86856DD6-54C3-4E61-8FFA-C5C59C744505}" dt="2024-02-09T11:52:00.934" v="4386" actId="26606"/>
          <ac:picMkLst>
            <pc:docMk/>
            <pc:sldMk cId="1051001887" sldId="273"/>
            <ac:picMk id="1028" creationId="{F79CE738-9AEF-2841-21ED-902ADF7789CB}"/>
          </ac:picMkLst>
        </pc:picChg>
      </pc:sldChg>
      <pc:sldChg chg="addSp delSp modSp new mod ord modTransition modClrScheme modAnim chgLayout modNotesTx">
        <pc:chgData name="Marina Pavlovic" userId="0d7f52ac4825222f" providerId="LiveId" clId="{86856DD6-54C3-4E61-8FFA-C5C59C744505}" dt="2024-02-17T15:34:20.770" v="16003"/>
        <pc:sldMkLst>
          <pc:docMk/>
          <pc:sldMk cId="1463669181" sldId="274"/>
        </pc:sldMkLst>
        <pc:spChg chg="mod ord">
          <ac:chgData name="Marina Pavlovic" userId="0d7f52ac4825222f" providerId="LiveId" clId="{86856DD6-54C3-4E61-8FFA-C5C59C744505}" dt="2024-02-09T08:50:37.186" v="2847" actId="700"/>
          <ac:spMkLst>
            <pc:docMk/>
            <pc:sldMk cId="1463669181" sldId="274"/>
            <ac:spMk id="2" creationId="{B4C1DB43-F328-7F69-A82D-F7ACC5EEFADE}"/>
          </ac:spMkLst>
        </pc:spChg>
        <pc:spChg chg="add mod ord">
          <ac:chgData name="Marina Pavlovic" userId="0d7f52ac4825222f" providerId="LiveId" clId="{86856DD6-54C3-4E61-8FFA-C5C59C744505}" dt="2024-02-09T08:50:58.448" v="2888" actId="20577"/>
          <ac:spMkLst>
            <pc:docMk/>
            <pc:sldMk cId="1463669181" sldId="274"/>
            <ac:spMk id="3" creationId="{1E49831B-F461-18F7-08D1-B4FC7C136747}"/>
          </ac:spMkLst>
        </pc:spChg>
        <pc:spChg chg="add mod ord">
          <ac:chgData name="Marina Pavlovic" userId="0d7f52ac4825222f" providerId="LiveId" clId="{86856DD6-54C3-4E61-8FFA-C5C59C744505}" dt="2024-02-11T09:20:13.731" v="6962" actId="20577"/>
          <ac:spMkLst>
            <pc:docMk/>
            <pc:sldMk cId="1463669181" sldId="274"/>
            <ac:spMk id="4" creationId="{FE2F7703-F542-53C1-47B9-1CF098BDE7B1}"/>
          </ac:spMkLst>
        </pc:spChg>
        <pc:spChg chg="add mod">
          <ac:chgData name="Marina Pavlovic" userId="0d7f52ac4825222f" providerId="LiveId" clId="{86856DD6-54C3-4E61-8FFA-C5C59C744505}" dt="2024-02-11T09:19:38.685" v="6923" actId="20577"/>
          <ac:spMkLst>
            <pc:docMk/>
            <pc:sldMk cId="1463669181" sldId="274"/>
            <ac:spMk id="5" creationId="{8B0DD441-B813-6C5F-C10B-3B1EF07A2C63}"/>
          </ac:spMkLst>
        </pc:spChg>
        <pc:spChg chg="add mod">
          <ac:chgData name="Marina Pavlovic" userId="0d7f52ac4825222f" providerId="LiveId" clId="{86856DD6-54C3-4E61-8FFA-C5C59C744505}" dt="2024-02-11T08:43:14.943" v="4905" actId="113"/>
          <ac:spMkLst>
            <pc:docMk/>
            <pc:sldMk cId="1463669181" sldId="274"/>
            <ac:spMk id="6" creationId="{F4D1F444-AEB2-9335-3F6A-5CF130866503}"/>
          </ac:spMkLst>
        </pc:spChg>
        <pc:picChg chg="add del mod">
          <ac:chgData name="Marina Pavlovic" userId="0d7f52ac4825222f" providerId="LiveId" clId="{86856DD6-54C3-4E61-8FFA-C5C59C744505}" dt="2024-02-17T12:47:03.541" v="15374"/>
          <ac:picMkLst>
            <pc:docMk/>
            <pc:sldMk cId="1463669181" sldId="274"/>
            <ac:picMk id="10" creationId="{2D4CA03A-4D8A-2233-EB9A-B128E98BD07E}"/>
          </ac:picMkLst>
        </pc:picChg>
        <pc:picChg chg="add del mod ord">
          <ac:chgData name="Marina Pavlovic" userId="0d7f52ac4825222f" providerId="LiveId" clId="{86856DD6-54C3-4E61-8FFA-C5C59C744505}" dt="2024-02-17T12:47:12.599" v="15375"/>
          <ac:picMkLst>
            <pc:docMk/>
            <pc:sldMk cId="1463669181" sldId="274"/>
            <ac:picMk id="13" creationId="{1A706DE3-6248-0700-ECC7-DA6CDFEEA6B5}"/>
          </ac:picMkLst>
        </pc:picChg>
        <pc:picChg chg="add del mod">
          <ac:chgData name="Marina Pavlovic" userId="0d7f52ac4825222f" providerId="LiveId" clId="{86856DD6-54C3-4E61-8FFA-C5C59C744505}" dt="2024-02-17T12:47:14.190" v="15377"/>
          <ac:picMkLst>
            <pc:docMk/>
            <pc:sldMk cId="1463669181" sldId="274"/>
            <ac:picMk id="14" creationId="{123973CA-8854-7AB8-6E77-DD45AF590AA2}"/>
          </ac:picMkLst>
        </pc:picChg>
        <pc:picChg chg="add del mod ord">
          <ac:chgData name="Marina Pavlovic" userId="0d7f52ac4825222f" providerId="LiveId" clId="{86856DD6-54C3-4E61-8FFA-C5C59C744505}" dt="2024-02-17T12:47:21.114" v="15378"/>
          <ac:picMkLst>
            <pc:docMk/>
            <pc:sldMk cId="1463669181" sldId="274"/>
            <ac:picMk id="17" creationId="{B7FAB065-E8E3-DC74-5797-46C7AEFC226E}"/>
          </ac:picMkLst>
        </pc:picChg>
        <pc:picChg chg="add del mod ord">
          <ac:chgData name="Marina Pavlovic" userId="0d7f52ac4825222f" providerId="LiveId" clId="{86856DD6-54C3-4E61-8FFA-C5C59C744505}" dt="2024-02-17T15:33:51.020" v="16000"/>
          <ac:picMkLst>
            <pc:docMk/>
            <pc:sldMk cId="1463669181" sldId="274"/>
            <ac:picMk id="18" creationId="{4D6B354C-2134-DA59-F2C0-99C2E02C26DC}"/>
          </ac:picMkLst>
        </pc:picChg>
        <pc:picChg chg="add del mod">
          <ac:chgData name="Marina Pavlovic" userId="0d7f52ac4825222f" providerId="LiveId" clId="{86856DD6-54C3-4E61-8FFA-C5C59C744505}" dt="2024-02-17T12:47:22.792" v="15380"/>
          <ac:picMkLst>
            <pc:docMk/>
            <pc:sldMk cId="1463669181" sldId="274"/>
            <ac:picMk id="18" creationId="{E3DB7435-B31F-E1A5-5244-6CE7B13A254A}"/>
          </ac:picMkLst>
        </pc:picChg>
        <pc:picChg chg="add del mod">
          <ac:chgData name="Marina Pavlovic" userId="0d7f52ac4825222f" providerId="LiveId" clId="{86856DD6-54C3-4E61-8FFA-C5C59C744505}" dt="2024-02-17T15:33:52.550" v="16002"/>
          <ac:picMkLst>
            <pc:docMk/>
            <pc:sldMk cId="1463669181" sldId="274"/>
            <ac:picMk id="19" creationId="{D57C0D62-9480-07E4-F926-03E0EAC526CC}"/>
          </ac:picMkLst>
        </pc:picChg>
        <pc:picChg chg="add del mod ord">
          <ac:chgData name="Marina Pavlovic" userId="0d7f52ac4825222f" providerId="LiveId" clId="{86856DD6-54C3-4E61-8FFA-C5C59C744505}" dt="2024-02-17T12:47:47.579" v="15381"/>
          <ac:picMkLst>
            <pc:docMk/>
            <pc:sldMk cId="1463669181" sldId="274"/>
            <ac:picMk id="21" creationId="{3719B5C0-6B93-C3C5-731C-541CD25C291E}"/>
          </ac:picMkLst>
        </pc:picChg>
        <pc:picChg chg="add del mod ord">
          <ac:chgData name="Marina Pavlovic" userId="0d7f52ac4825222f" providerId="LiveId" clId="{86856DD6-54C3-4E61-8FFA-C5C59C744505}" dt="2024-02-17T15:34:20.770" v="16003"/>
          <ac:picMkLst>
            <pc:docMk/>
            <pc:sldMk cId="1463669181" sldId="274"/>
            <ac:picMk id="22" creationId="{3BC4A7CF-E583-984B-A711-7A8205C6A458}"/>
          </ac:picMkLst>
        </pc:picChg>
        <pc:picChg chg="add del mod">
          <ac:chgData name="Marina Pavlovic" userId="0d7f52ac4825222f" providerId="LiveId" clId="{86856DD6-54C3-4E61-8FFA-C5C59C744505}" dt="2024-02-17T12:48:02.707" v="15383"/>
          <ac:picMkLst>
            <pc:docMk/>
            <pc:sldMk cId="1463669181" sldId="274"/>
            <ac:picMk id="22" creationId="{C51EB221-5929-A6E7-0017-20D57B3CE5CD}"/>
          </ac:picMkLst>
        </pc:picChg>
        <pc:picChg chg="add mod">
          <ac:chgData name="Marina Pavlovic" userId="0d7f52ac4825222f" providerId="LiveId" clId="{86856DD6-54C3-4E61-8FFA-C5C59C744505}" dt="2024-02-17T15:34:20.770" v="16003"/>
          <ac:picMkLst>
            <pc:docMk/>
            <pc:sldMk cId="1463669181" sldId="274"/>
            <ac:picMk id="23" creationId="{7F507612-4EFF-0F4F-B122-00CA9ABB2E6A}"/>
          </ac:picMkLst>
        </pc:picChg>
        <pc:picChg chg="add del mod ord">
          <ac:chgData name="Marina Pavlovic" userId="0d7f52ac4825222f" providerId="LiveId" clId="{86856DD6-54C3-4E61-8FFA-C5C59C744505}" dt="2024-02-17T12:48:11.648" v="15384"/>
          <ac:picMkLst>
            <pc:docMk/>
            <pc:sldMk cId="1463669181" sldId="274"/>
            <ac:picMk id="25" creationId="{AECF1951-819F-8C57-A7B7-4940CC822AAD}"/>
          </ac:picMkLst>
        </pc:picChg>
        <pc:picChg chg="add del mod">
          <ac:chgData name="Marina Pavlovic" userId="0d7f52ac4825222f" providerId="LiveId" clId="{86856DD6-54C3-4E61-8FFA-C5C59C744505}" dt="2024-02-17T12:48:13.580" v="15386"/>
          <ac:picMkLst>
            <pc:docMk/>
            <pc:sldMk cId="1463669181" sldId="274"/>
            <ac:picMk id="26" creationId="{CB7C8698-DB2C-DE02-A105-6A7C433ED558}"/>
          </ac:picMkLst>
        </pc:picChg>
        <pc:picChg chg="add del mod ord">
          <ac:chgData name="Marina Pavlovic" userId="0d7f52ac4825222f" providerId="LiveId" clId="{86856DD6-54C3-4E61-8FFA-C5C59C744505}" dt="2024-02-17T12:48:39.606" v="15387"/>
          <ac:picMkLst>
            <pc:docMk/>
            <pc:sldMk cId="1463669181" sldId="274"/>
            <ac:picMk id="29" creationId="{611F9D82-ABC7-4FB7-1932-07636030361D}"/>
          </ac:picMkLst>
        </pc:picChg>
        <pc:picChg chg="add del mod">
          <ac:chgData name="Marina Pavlovic" userId="0d7f52ac4825222f" providerId="LiveId" clId="{86856DD6-54C3-4E61-8FFA-C5C59C744505}" dt="2024-02-17T12:48:42.525" v="15389"/>
          <ac:picMkLst>
            <pc:docMk/>
            <pc:sldMk cId="1463669181" sldId="274"/>
            <ac:picMk id="30" creationId="{6C856CEC-49E8-C991-3148-137785F443F0}"/>
          </ac:picMkLst>
        </pc:picChg>
        <pc:picChg chg="add del mod ord">
          <ac:chgData name="Marina Pavlovic" userId="0d7f52ac4825222f" providerId="LiveId" clId="{86856DD6-54C3-4E61-8FFA-C5C59C744505}" dt="2024-02-17T12:48:51.512" v="15390"/>
          <ac:picMkLst>
            <pc:docMk/>
            <pc:sldMk cId="1463669181" sldId="274"/>
            <ac:picMk id="33" creationId="{6C0AB1C1-190C-B195-BDEF-376A2D0FCF8F}"/>
          </ac:picMkLst>
        </pc:picChg>
        <pc:picChg chg="add del mod">
          <ac:chgData name="Marina Pavlovic" userId="0d7f52ac4825222f" providerId="LiveId" clId="{86856DD6-54C3-4E61-8FFA-C5C59C744505}" dt="2024-02-17T12:48:53.688" v="15392"/>
          <ac:picMkLst>
            <pc:docMk/>
            <pc:sldMk cId="1463669181" sldId="274"/>
            <ac:picMk id="34" creationId="{B81EA4E1-7636-8D09-41EB-442BBB95F27A}"/>
          </ac:picMkLst>
        </pc:picChg>
        <pc:picChg chg="add del mod ord">
          <ac:chgData name="Marina Pavlovic" userId="0d7f52ac4825222f" providerId="LiveId" clId="{86856DD6-54C3-4E61-8FFA-C5C59C744505}" dt="2024-02-17T12:49:23.515" v="15393"/>
          <ac:picMkLst>
            <pc:docMk/>
            <pc:sldMk cId="1463669181" sldId="274"/>
            <ac:picMk id="37" creationId="{DA7E6FEB-52F7-4706-8E9D-67942D361158}"/>
          </ac:picMkLst>
        </pc:picChg>
        <pc:picChg chg="add del mod">
          <ac:chgData name="Marina Pavlovic" userId="0d7f52ac4825222f" providerId="LiveId" clId="{86856DD6-54C3-4E61-8FFA-C5C59C744505}" dt="2024-02-17T15:33:22.051" v="15999"/>
          <ac:picMkLst>
            <pc:docMk/>
            <pc:sldMk cId="1463669181" sldId="274"/>
            <ac:picMk id="38" creationId="{CA9C49CF-12C9-D824-E57A-263EA8E156EC}"/>
          </ac:picMkLst>
        </pc:picChg>
      </pc:sldChg>
      <pc:sldChg chg="addSp delSp modSp new del mod">
        <pc:chgData name="Marina Pavlovic" userId="0d7f52ac4825222f" providerId="LiveId" clId="{86856DD6-54C3-4E61-8FFA-C5C59C744505}" dt="2024-02-11T09:52:19.065" v="9261" actId="2696"/>
        <pc:sldMkLst>
          <pc:docMk/>
          <pc:sldMk cId="4130687012" sldId="275"/>
        </pc:sldMkLst>
        <pc:spChg chg="del">
          <ac:chgData name="Marina Pavlovic" userId="0d7f52ac4825222f" providerId="LiveId" clId="{86856DD6-54C3-4E61-8FFA-C5C59C744505}" dt="2024-02-09T09:44:53.255" v="3870" actId="21"/>
          <ac:spMkLst>
            <pc:docMk/>
            <pc:sldMk cId="4130687012" sldId="275"/>
            <ac:spMk id="2" creationId="{94721300-0969-BD73-83AE-2A942BE6D37B}"/>
          </ac:spMkLst>
        </pc:spChg>
        <pc:spChg chg="del mod">
          <ac:chgData name="Marina Pavlovic" userId="0d7f52ac4825222f" providerId="LiveId" clId="{86856DD6-54C3-4E61-8FFA-C5C59C744505}" dt="2024-02-09T09:45:21.825" v="3875" actId="26606"/>
          <ac:spMkLst>
            <pc:docMk/>
            <pc:sldMk cId="4130687012" sldId="275"/>
            <ac:spMk id="3" creationId="{3F599795-A07B-6E04-1F79-63AEC7CEC7A8}"/>
          </ac:spMkLst>
        </pc:spChg>
        <pc:spChg chg="mod">
          <ac:chgData name="Marina Pavlovic" userId="0d7f52ac4825222f" providerId="LiveId" clId="{86856DD6-54C3-4E61-8FFA-C5C59C744505}" dt="2024-02-11T08:26:56.860" v="4837" actId="255"/>
          <ac:spMkLst>
            <pc:docMk/>
            <pc:sldMk cId="4130687012" sldId="275"/>
            <ac:spMk id="4" creationId="{EC519A9E-DA39-2D94-ED75-0A8B9D8C29C9}"/>
          </ac:spMkLst>
        </pc:spChg>
        <pc:spChg chg="add del mod">
          <ac:chgData name="Marina Pavlovic" userId="0d7f52ac4825222f" providerId="LiveId" clId="{86856DD6-54C3-4E61-8FFA-C5C59C744505}" dt="2024-02-09T10:52:05.696" v="4197"/>
          <ac:spMkLst>
            <pc:docMk/>
            <pc:sldMk cId="4130687012" sldId="275"/>
            <ac:spMk id="9" creationId="{3A358EA6-A24D-0C69-50FF-87F0CAC90A99}"/>
          </ac:spMkLst>
        </pc:spChg>
        <pc:spChg chg="add del mod">
          <ac:chgData name="Marina Pavlovic" userId="0d7f52ac4825222f" providerId="LiveId" clId="{86856DD6-54C3-4E61-8FFA-C5C59C744505}" dt="2024-02-09T10:56:24.841" v="4216" actId="26606"/>
          <ac:spMkLst>
            <pc:docMk/>
            <pc:sldMk cId="4130687012" sldId="275"/>
            <ac:spMk id="12" creationId="{AB587D5E-5DA4-37D1-7E01-0F467A2A9C75}"/>
          </ac:spMkLst>
        </pc:spChg>
        <pc:graphicFrameChg chg="add del modGraphic">
          <ac:chgData name="Marina Pavlovic" userId="0d7f52ac4825222f" providerId="LiveId" clId="{86856DD6-54C3-4E61-8FFA-C5C59C744505}" dt="2024-02-09T10:50:31.623" v="4193" actId="1032"/>
          <ac:graphicFrameMkLst>
            <pc:docMk/>
            <pc:sldMk cId="4130687012" sldId="275"/>
            <ac:graphicFrameMk id="6" creationId="{BB786DE5-7476-7DFF-5939-05D42772A0B6}"/>
          </ac:graphicFrameMkLst>
        </pc:graphicFrameChg>
        <pc:graphicFrameChg chg="add del mod">
          <ac:chgData name="Marina Pavlovic" userId="0d7f52ac4825222f" providerId="LiveId" clId="{86856DD6-54C3-4E61-8FFA-C5C59C744505}" dt="2024-02-09T10:51:59.803" v="4196" actId="21"/>
          <ac:graphicFrameMkLst>
            <pc:docMk/>
            <pc:sldMk cId="4130687012" sldId="275"/>
            <ac:graphicFrameMk id="7" creationId="{D6327458-B817-6623-DC33-07D9F1206C5F}"/>
          </ac:graphicFrameMkLst>
        </pc:graphicFrameChg>
        <pc:graphicFrameChg chg="add del mod">
          <ac:chgData name="Marina Pavlovic" userId="0d7f52ac4825222f" providerId="LiveId" clId="{86856DD6-54C3-4E61-8FFA-C5C59C744505}" dt="2024-02-09T10:52:09.693" v="4198" actId="21"/>
          <ac:graphicFrameMkLst>
            <pc:docMk/>
            <pc:sldMk cId="4130687012" sldId="275"/>
            <ac:graphicFrameMk id="10" creationId="{B7DA13B4-165D-89E4-B4A7-DB3E1E0AB5F2}"/>
          </ac:graphicFrameMkLst>
        </pc:graphicFrameChg>
        <pc:graphicFrameChg chg="add mod">
          <ac:chgData name="Marina Pavlovic" userId="0d7f52ac4825222f" providerId="LiveId" clId="{86856DD6-54C3-4E61-8FFA-C5C59C744505}" dt="2024-02-11T08:27:08.944" v="4838"/>
          <ac:graphicFrameMkLst>
            <pc:docMk/>
            <pc:sldMk cId="4130687012" sldId="275"/>
            <ac:graphicFrameMk id="14" creationId="{454AFCC6-D318-0849-98D8-92A1E9E9C6C0}"/>
          </ac:graphicFrameMkLst>
        </pc:graphicFrameChg>
        <pc:graphicFrameChg chg="add del mod">
          <ac:chgData name="Marina Pavlovic" userId="0d7f52ac4825222f" providerId="LiveId" clId="{86856DD6-54C3-4E61-8FFA-C5C59C744505}" dt="2024-02-09T10:52:58.132" v="4203" actId="1957"/>
          <ac:graphicFrameMkLst>
            <pc:docMk/>
            <pc:sldMk cId="4130687012" sldId="275"/>
            <ac:graphicFrameMk id="15" creationId="{D18A8B02-1338-4E84-2C3F-BE0752F198C8}"/>
          </ac:graphicFrameMkLst>
        </pc:graphicFrameChg>
        <pc:graphicFrameChg chg="add del mod">
          <ac:chgData name="Marina Pavlovic" userId="0d7f52ac4825222f" providerId="LiveId" clId="{86856DD6-54C3-4E61-8FFA-C5C59C744505}" dt="2024-02-09T10:54:53.848" v="4209" actId="1957"/>
          <ac:graphicFrameMkLst>
            <pc:docMk/>
            <pc:sldMk cId="4130687012" sldId="275"/>
            <ac:graphicFrameMk id="18" creationId="{9D226FAA-1FD7-F39F-3A22-E58D050EAB23}"/>
          </ac:graphicFrameMkLst>
        </pc:graphicFrameChg>
        <pc:graphicFrameChg chg="add del modGraphic">
          <ac:chgData name="Marina Pavlovic" userId="0d7f52ac4825222f" providerId="LiveId" clId="{86856DD6-54C3-4E61-8FFA-C5C59C744505}" dt="2024-02-09T10:55:45.974" v="4211" actId="1032"/>
          <ac:graphicFrameMkLst>
            <pc:docMk/>
            <pc:sldMk cId="4130687012" sldId="275"/>
            <ac:graphicFrameMk id="19" creationId="{1735CFAA-5914-AF9F-C958-6A6A0FBF0A38}"/>
          </ac:graphicFrameMkLst>
        </pc:graphicFrameChg>
      </pc:sldChg>
      <pc:sldChg chg="addSp delSp modSp new mod modTransition modClrScheme modAnim chgLayout modNotesTx">
        <pc:chgData name="Marina Pavlovic" userId="0d7f52ac4825222f" providerId="LiveId" clId="{86856DD6-54C3-4E61-8FFA-C5C59C744505}" dt="2024-02-17T15:48:44.958" v="16018"/>
        <pc:sldMkLst>
          <pc:docMk/>
          <pc:sldMk cId="2678293498" sldId="276"/>
        </pc:sldMkLst>
        <pc:spChg chg="mod ord">
          <ac:chgData name="Marina Pavlovic" userId="0d7f52ac4825222f" providerId="LiveId" clId="{86856DD6-54C3-4E61-8FFA-C5C59C744505}" dt="2024-02-09T11:47:45.665" v="4368" actId="700"/>
          <ac:spMkLst>
            <pc:docMk/>
            <pc:sldMk cId="2678293498" sldId="276"/>
            <ac:spMk id="2" creationId="{666EDA9C-EECD-9E51-2D84-9AA8C370DABB}"/>
          </ac:spMkLst>
        </pc:spChg>
        <pc:spChg chg="mod ord">
          <ac:chgData name="Marina Pavlovic" userId="0d7f52ac4825222f" providerId="LiveId" clId="{86856DD6-54C3-4E61-8FFA-C5C59C744505}" dt="2024-02-09T11:47:45.733" v="4369" actId="27636"/>
          <ac:spMkLst>
            <pc:docMk/>
            <pc:sldMk cId="2678293498" sldId="276"/>
            <ac:spMk id="3" creationId="{CD74EB17-E694-E878-07AD-B54DECD83891}"/>
          </ac:spMkLst>
        </pc:spChg>
        <pc:spChg chg="del mod">
          <ac:chgData name="Marina Pavlovic" userId="0d7f52ac4825222f" providerId="LiveId" clId="{86856DD6-54C3-4E61-8FFA-C5C59C744505}" dt="2024-02-09T11:47:45.665" v="4368" actId="700"/>
          <ac:spMkLst>
            <pc:docMk/>
            <pc:sldMk cId="2678293498" sldId="276"/>
            <ac:spMk id="4" creationId="{63ED50CB-9F17-D485-C714-221844EDDB62}"/>
          </ac:spMkLst>
        </pc:spChg>
        <pc:spChg chg="mod ord">
          <ac:chgData name="Marina Pavlovic" userId="0d7f52ac4825222f" providerId="LiveId" clId="{86856DD6-54C3-4E61-8FFA-C5C59C744505}" dt="2024-02-09T11:47:45.665" v="4368" actId="700"/>
          <ac:spMkLst>
            <pc:docMk/>
            <pc:sldMk cId="2678293498" sldId="276"/>
            <ac:spMk id="5" creationId="{0CCFF22C-AB35-C3EC-2DA9-C324A1AFFCDB}"/>
          </ac:spMkLst>
        </pc:spChg>
        <pc:picChg chg="add del mod">
          <ac:chgData name="Marina Pavlovic" userId="0d7f52ac4825222f" providerId="LiveId" clId="{86856DD6-54C3-4E61-8FFA-C5C59C744505}" dt="2024-02-17T14:23:03.932" v="15686"/>
          <ac:picMkLst>
            <pc:docMk/>
            <pc:sldMk cId="2678293498" sldId="276"/>
            <ac:picMk id="8" creationId="{9DC67D8F-075F-BFEF-8707-6CFFD751E88C}"/>
          </ac:picMkLst>
        </pc:picChg>
        <pc:picChg chg="add del mod ord">
          <ac:chgData name="Marina Pavlovic" userId="0d7f52ac4825222f" providerId="LiveId" clId="{86856DD6-54C3-4E61-8FFA-C5C59C744505}" dt="2024-02-17T14:23:13.262" v="15687"/>
          <ac:picMkLst>
            <pc:docMk/>
            <pc:sldMk cId="2678293498" sldId="276"/>
            <ac:picMk id="11" creationId="{CE9653D7-0726-3EAC-9B43-524B39FE2F1E}"/>
          </ac:picMkLst>
        </pc:picChg>
        <pc:picChg chg="add del mod">
          <ac:chgData name="Marina Pavlovic" userId="0d7f52ac4825222f" providerId="LiveId" clId="{86856DD6-54C3-4E61-8FFA-C5C59C744505}" dt="2024-02-17T14:34:02.464" v="15734"/>
          <ac:picMkLst>
            <pc:docMk/>
            <pc:sldMk cId="2678293498" sldId="276"/>
            <ac:picMk id="12" creationId="{8F454D33-2410-EA15-0DD9-7E74E01AB033}"/>
          </ac:picMkLst>
        </pc:picChg>
        <pc:picChg chg="add del mod ord">
          <ac:chgData name="Marina Pavlovic" userId="0d7f52ac4825222f" providerId="LiveId" clId="{86856DD6-54C3-4E61-8FFA-C5C59C744505}" dt="2024-02-17T14:34:23.891" v="15735"/>
          <ac:picMkLst>
            <pc:docMk/>
            <pc:sldMk cId="2678293498" sldId="276"/>
            <ac:picMk id="16" creationId="{5B4DF1AE-FFAF-F27C-BFA5-768919EF4135}"/>
          </ac:picMkLst>
        </pc:picChg>
        <pc:picChg chg="add del mod">
          <ac:chgData name="Marina Pavlovic" userId="0d7f52ac4825222f" providerId="LiveId" clId="{86856DD6-54C3-4E61-8FFA-C5C59C744505}" dt="2024-02-17T14:34:27.035" v="15737"/>
          <ac:picMkLst>
            <pc:docMk/>
            <pc:sldMk cId="2678293498" sldId="276"/>
            <ac:picMk id="17" creationId="{16E358AC-2F53-2D62-117A-32C5D23F063A}"/>
          </ac:picMkLst>
        </pc:picChg>
        <pc:picChg chg="add del mod ord">
          <ac:chgData name="Marina Pavlovic" userId="0d7f52ac4825222f" providerId="LiveId" clId="{86856DD6-54C3-4E61-8FFA-C5C59C744505}" dt="2024-02-17T14:34:47.550" v="15738"/>
          <ac:picMkLst>
            <pc:docMk/>
            <pc:sldMk cId="2678293498" sldId="276"/>
            <ac:picMk id="20" creationId="{11DF9F47-4204-A51D-D670-1B587BE0349E}"/>
          </ac:picMkLst>
        </pc:picChg>
        <pc:picChg chg="add del mod">
          <ac:chgData name="Marina Pavlovic" userId="0d7f52ac4825222f" providerId="LiveId" clId="{86856DD6-54C3-4E61-8FFA-C5C59C744505}" dt="2024-02-17T14:34:50.651" v="15740"/>
          <ac:picMkLst>
            <pc:docMk/>
            <pc:sldMk cId="2678293498" sldId="276"/>
            <ac:picMk id="21" creationId="{2D8F9906-F6D8-7B1D-C196-BBCD16D943F1}"/>
          </ac:picMkLst>
        </pc:picChg>
        <pc:picChg chg="add del mod ord">
          <ac:chgData name="Marina Pavlovic" userId="0d7f52ac4825222f" providerId="LiveId" clId="{86856DD6-54C3-4E61-8FFA-C5C59C744505}" dt="2024-02-17T14:35:07.255" v="15741"/>
          <ac:picMkLst>
            <pc:docMk/>
            <pc:sldMk cId="2678293498" sldId="276"/>
            <ac:picMk id="24" creationId="{243BE85D-B18D-46CC-7FE7-C3BE96187DDF}"/>
          </ac:picMkLst>
        </pc:picChg>
        <pc:picChg chg="add del mod">
          <ac:chgData name="Marina Pavlovic" userId="0d7f52ac4825222f" providerId="LiveId" clId="{86856DD6-54C3-4E61-8FFA-C5C59C744505}" dt="2024-02-17T14:35:08.883" v="15743"/>
          <ac:picMkLst>
            <pc:docMk/>
            <pc:sldMk cId="2678293498" sldId="276"/>
            <ac:picMk id="25" creationId="{CC8EF8D2-5E44-180D-0504-95F46E427927}"/>
          </ac:picMkLst>
        </pc:picChg>
        <pc:picChg chg="add del mod ord">
          <ac:chgData name="Marina Pavlovic" userId="0d7f52ac4825222f" providerId="LiveId" clId="{86856DD6-54C3-4E61-8FFA-C5C59C744505}" dt="2024-02-17T14:35:19.340" v="15744"/>
          <ac:picMkLst>
            <pc:docMk/>
            <pc:sldMk cId="2678293498" sldId="276"/>
            <ac:picMk id="28" creationId="{3DABAB7A-EC16-6EF9-0562-14BF1BD64406}"/>
          </ac:picMkLst>
        </pc:picChg>
        <pc:picChg chg="add del mod">
          <ac:chgData name="Marina Pavlovic" userId="0d7f52ac4825222f" providerId="LiveId" clId="{86856DD6-54C3-4E61-8FFA-C5C59C744505}" dt="2024-02-17T14:35:20.868" v="15746"/>
          <ac:picMkLst>
            <pc:docMk/>
            <pc:sldMk cId="2678293498" sldId="276"/>
            <ac:picMk id="29" creationId="{E42DD35F-159B-2390-7FCD-13E2C06B9EA4}"/>
          </ac:picMkLst>
        </pc:picChg>
        <pc:picChg chg="add del mod ord">
          <ac:chgData name="Marina Pavlovic" userId="0d7f52ac4825222f" providerId="LiveId" clId="{86856DD6-54C3-4E61-8FFA-C5C59C744505}" dt="2024-02-17T14:35:47.931" v="15747"/>
          <ac:picMkLst>
            <pc:docMk/>
            <pc:sldMk cId="2678293498" sldId="276"/>
            <ac:picMk id="32" creationId="{6956B855-6E4B-F1EF-AD1D-3DBFA5AB9C9A}"/>
          </ac:picMkLst>
        </pc:picChg>
        <pc:picChg chg="add del mod">
          <ac:chgData name="Marina Pavlovic" userId="0d7f52ac4825222f" providerId="LiveId" clId="{86856DD6-54C3-4E61-8FFA-C5C59C744505}" dt="2024-02-17T14:35:55.098" v="15749"/>
          <ac:picMkLst>
            <pc:docMk/>
            <pc:sldMk cId="2678293498" sldId="276"/>
            <ac:picMk id="33" creationId="{EF1DD8BE-B446-F4F3-A09B-BC39E140C751}"/>
          </ac:picMkLst>
        </pc:picChg>
        <pc:picChg chg="add del mod ord">
          <ac:chgData name="Marina Pavlovic" userId="0d7f52ac4825222f" providerId="LiveId" clId="{86856DD6-54C3-4E61-8FFA-C5C59C744505}" dt="2024-02-17T14:36:28.466" v="15750"/>
          <ac:picMkLst>
            <pc:docMk/>
            <pc:sldMk cId="2678293498" sldId="276"/>
            <ac:picMk id="36" creationId="{D4C8A859-C307-B2F1-ACFE-C8FFAF8B4301}"/>
          </ac:picMkLst>
        </pc:picChg>
        <pc:picChg chg="add del mod">
          <ac:chgData name="Marina Pavlovic" userId="0d7f52ac4825222f" providerId="LiveId" clId="{86856DD6-54C3-4E61-8FFA-C5C59C744505}" dt="2024-02-17T14:36:38.770" v="15752"/>
          <ac:picMkLst>
            <pc:docMk/>
            <pc:sldMk cId="2678293498" sldId="276"/>
            <ac:picMk id="37" creationId="{72550AB6-F273-80A2-6C80-BFB386163761}"/>
          </ac:picMkLst>
        </pc:picChg>
        <pc:picChg chg="add del mod ord">
          <ac:chgData name="Marina Pavlovic" userId="0d7f52ac4825222f" providerId="LiveId" clId="{86856DD6-54C3-4E61-8FFA-C5C59C744505}" dt="2024-02-17T14:36:52.244" v="15753"/>
          <ac:picMkLst>
            <pc:docMk/>
            <pc:sldMk cId="2678293498" sldId="276"/>
            <ac:picMk id="40" creationId="{D85E72C3-ED9A-881C-B9F4-D50C34A2BF3C}"/>
          </ac:picMkLst>
        </pc:picChg>
        <pc:picChg chg="add del mod">
          <ac:chgData name="Marina Pavlovic" userId="0d7f52ac4825222f" providerId="LiveId" clId="{86856DD6-54C3-4E61-8FFA-C5C59C744505}" dt="2024-02-17T14:36:53.683" v="15755"/>
          <ac:picMkLst>
            <pc:docMk/>
            <pc:sldMk cId="2678293498" sldId="276"/>
            <ac:picMk id="41" creationId="{E77237A4-B9D2-BD28-9479-A12C4FB0B841}"/>
          </ac:picMkLst>
        </pc:picChg>
        <pc:picChg chg="add del mod ord">
          <ac:chgData name="Marina Pavlovic" userId="0d7f52ac4825222f" providerId="LiveId" clId="{86856DD6-54C3-4E61-8FFA-C5C59C744505}" dt="2024-02-17T14:37:22.521" v="15756"/>
          <ac:picMkLst>
            <pc:docMk/>
            <pc:sldMk cId="2678293498" sldId="276"/>
            <ac:picMk id="44" creationId="{2E101DC6-84A3-815F-F768-98E99E578D04}"/>
          </ac:picMkLst>
        </pc:picChg>
        <pc:picChg chg="add del mod">
          <ac:chgData name="Marina Pavlovic" userId="0d7f52ac4825222f" providerId="LiveId" clId="{86856DD6-54C3-4E61-8FFA-C5C59C744505}" dt="2024-02-17T14:37:24.037" v="15758"/>
          <ac:picMkLst>
            <pc:docMk/>
            <pc:sldMk cId="2678293498" sldId="276"/>
            <ac:picMk id="45" creationId="{CF6E5022-8237-56B2-99B1-0E7E71181900}"/>
          </ac:picMkLst>
        </pc:picChg>
        <pc:picChg chg="add del mod ord">
          <ac:chgData name="Marina Pavlovic" userId="0d7f52ac4825222f" providerId="LiveId" clId="{86856DD6-54C3-4E61-8FFA-C5C59C744505}" dt="2024-02-17T14:37:38.378" v="15759"/>
          <ac:picMkLst>
            <pc:docMk/>
            <pc:sldMk cId="2678293498" sldId="276"/>
            <ac:picMk id="48" creationId="{3E6571CD-55E8-9092-5FC3-6DB3D399320B}"/>
          </ac:picMkLst>
        </pc:picChg>
        <pc:picChg chg="add del mod">
          <ac:chgData name="Marina Pavlovic" userId="0d7f52ac4825222f" providerId="LiveId" clId="{86856DD6-54C3-4E61-8FFA-C5C59C744505}" dt="2024-02-17T14:37:40.560" v="15761"/>
          <ac:picMkLst>
            <pc:docMk/>
            <pc:sldMk cId="2678293498" sldId="276"/>
            <ac:picMk id="49" creationId="{5EFFA1B7-2F38-3F5A-60E0-B6F54EB393A4}"/>
          </ac:picMkLst>
        </pc:picChg>
        <pc:picChg chg="add del mod ord">
          <ac:chgData name="Marina Pavlovic" userId="0d7f52ac4825222f" providerId="LiveId" clId="{86856DD6-54C3-4E61-8FFA-C5C59C744505}" dt="2024-02-17T14:38:05.155" v="15762"/>
          <ac:picMkLst>
            <pc:docMk/>
            <pc:sldMk cId="2678293498" sldId="276"/>
            <ac:picMk id="52" creationId="{CEC650C3-7D4D-284E-5874-7B72FEBA0D39}"/>
          </ac:picMkLst>
        </pc:picChg>
        <pc:picChg chg="add del mod">
          <ac:chgData name="Marina Pavlovic" userId="0d7f52ac4825222f" providerId="LiveId" clId="{86856DD6-54C3-4E61-8FFA-C5C59C744505}" dt="2024-02-17T14:38:06.905" v="15764"/>
          <ac:picMkLst>
            <pc:docMk/>
            <pc:sldMk cId="2678293498" sldId="276"/>
            <ac:picMk id="53" creationId="{7DD5256D-73AD-DEB6-A277-87020AFD4287}"/>
          </ac:picMkLst>
        </pc:picChg>
        <pc:picChg chg="add del mod ord">
          <ac:chgData name="Marina Pavlovic" userId="0d7f52ac4825222f" providerId="LiveId" clId="{86856DD6-54C3-4E61-8FFA-C5C59C744505}" dt="2024-02-17T14:38:25.507" v="15765"/>
          <ac:picMkLst>
            <pc:docMk/>
            <pc:sldMk cId="2678293498" sldId="276"/>
            <ac:picMk id="56" creationId="{FAD88B76-49B2-5B96-DF47-8E51517E3C83}"/>
          </ac:picMkLst>
        </pc:picChg>
        <pc:picChg chg="add del mod">
          <ac:chgData name="Marina Pavlovic" userId="0d7f52ac4825222f" providerId="LiveId" clId="{86856DD6-54C3-4E61-8FFA-C5C59C744505}" dt="2024-02-17T14:38:27.032" v="15767"/>
          <ac:picMkLst>
            <pc:docMk/>
            <pc:sldMk cId="2678293498" sldId="276"/>
            <ac:picMk id="57" creationId="{4323F05F-F8B3-02FE-9CD3-5B3CB55C1D4B}"/>
          </ac:picMkLst>
        </pc:picChg>
        <pc:picChg chg="add del mod ord">
          <ac:chgData name="Marina Pavlovic" userId="0d7f52ac4825222f" providerId="LiveId" clId="{86856DD6-54C3-4E61-8FFA-C5C59C744505}" dt="2024-02-17T14:39:21.426" v="15768"/>
          <ac:picMkLst>
            <pc:docMk/>
            <pc:sldMk cId="2678293498" sldId="276"/>
            <ac:picMk id="60" creationId="{C7062DBF-926F-A10B-FE75-44710828D544}"/>
          </ac:picMkLst>
        </pc:picChg>
        <pc:picChg chg="add del mod">
          <ac:chgData name="Marina Pavlovic" userId="0d7f52ac4825222f" providerId="LiveId" clId="{86856DD6-54C3-4E61-8FFA-C5C59C744505}" dt="2024-02-17T14:39:34.590" v="15770"/>
          <ac:picMkLst>
            <pc:docMk/>
            <pc:sldMk cId="2678293498" sldId="276"/>
            <ac:picMk id="61" creationId="{4CC2F7B9-AFE8-6C16-22DC-38E129BA40B1}"/>
          </ac:picMkLst>
        </pc:picChg>
        <pc:picChg chg="add del mod ord">
          <ac:chgData name="Marina Pavlovic" userId="0d7f52ac4825222f" providerId="LiveId" clId="{86856DD6-54C3-4E61-8FFA-C5C59C744505}" dt="2024-02-17T14:40:02.701" v="15771"/>
          <ac:picMkLst>
            <pc:docMk/>
            <pc:sldMk cId="2678293498" sldId="276"/>
            <ac:picMk id="64" creationId="{50A54BAF-3519-290F-FC41-246226D7C93B}"/>
          </ac:picMkLst>
        </pc:picChg>
        <pc:picChg chg="add del mod">
          <ac:chgData name="Marina Pavlovic" userId="0d7f52ac4825222f" providerId="LiveId" clId="{86856DD6-54C3-4E61-8FFA-C5C59C744505}" dt="2024-02-17T14:40:04.432" v="15773"/>
          <ac:picMkLst>
            <pc:docMk/>
            <pc:sldMk cId="2678293498" sldId="276"/>
            <ac:picMk id="65" creationId="{E389BC28-6883-234F-EDD8-6EEB7F154130}"/>
          </ac:picMkLst>
        </pc:picChg>
        <pc:picChg chg="add del mod ord">
          <ac:chgData name="Marina Pavlovic" userId="0d7f52ac4825222f" providerId="LiveId" clId="{86856DD6-54C3-4E61-8FFA-C5C59C744505}" dt="2024-02-17T14:40:12.666" v="15774"/>
          <ac:picMkLst>
            <pc:docMk/>
            <pc:sldMk cId="2678293498" sldId="276"/>
            <ac:picMk id="68" creationId="{86DAB4DA-D8C7-8ADE-C69A-279805328FC7}"/>
          </ac:picMkLst>
        </pc:picChg>
        <pc:picChg chg="add del mod">
          <ac:chgData name="Marina Pavlovic" userId="0d7f52ac4825222f" providerId="LiveId" clId="{86856DD6-54C3-4E61-8FFA-C5C59C744505}" dt="2024-02-17T14:40:14.215" v="15776"/>
          <ac:picMkLst>
            <pc:docMk/>
            <pc:sldMk cId="2678293498" sldId="276"/>
            <ac:picMk id="69" creationId="{F1497BC2-1875-EF2C-4BE0-43C482A427F7}"/>
          </ac:picMkLst>
        </pc:picChg>
        <pc:picChg chg="add del mod ord">
          <ac:chgData name="Marina Pavlovic" userId="0d7f52ac4825222f" providerId="LiveId" clId="{86856DD6-54C3-4E61-8FFA-C5C59C744505}" dt="2024-02-17T14:40:46.004" v="15777"/>
          <ac:picMkLst>
            <pc:docMk/>
            <pc:sldMk cId="2678293498" sldId="276"/>
            <ac:picMk id="72" creationId="{2CF5B9FA-BF63-8735-FE6A-25876DC94667}"/>
          </ac:picMkLst>
        </pc:picChg>
        <pc:picChg chg="add del mod">
          <ac:chgData name="Marina Pavlovic" userId="0d7f52ac4825222f" providerId="LiveId" clId="{86856DD6-54C3-4E61-8FFA-C5C59C744505}" dt="2024-02-17T14:40:52.536" v="15779"/>
          <ac:picMkLst>
            <pc:docMk/>
            <pc:sldMk cId="2678293498" sldId="276"/>
            <ac:picMk id="73" creationId="{03D7AC7D-6C07-0848-9845-FA7F30803E52}"/>
          </ac:picMkLst>
        </pc:picChg>
        <pc:picChg chg="add del mod ord">
          <ac:chgData name="Marina Pavlovic" userId="0d7f52ac4825222f" providerId="LiveId" clId="{86856DD6-54C3-4E61-8FFA-C5C59C744505}" dt="2024-02-17T14:41:34.700" v="15780"/>
          <ac:picMkLst>
            <pc:docMk/>
            <pc:sldMk cId="2678293498" sldId="276"/>
            <ac:picMk id="76" creationId="{9E35C5AB-B8E0-3950-6B0A-2F3DFF410752}"/>
          </ac:picMkLst>
        </pc:picChg>
        <pc:picChg chg="add del mod">
          <ac:chgData name="Marina Pavlovic" userId="0d7f52ac4825222f" providerId="LiveId" clId="{86856DD6-54C3-4E61-8FFA-C5C59C744505}" dt="2024-02-17T14:41:53.434" v="15782"/>
          <ac:picMkLst>
            <pc:docMk/>
            <pc:sldMk cId="2678293498" sldId="276"/>
            <ac:picMk id="77" creationId="{8FA5FDA8-3217-C1DE-5642-4EB4A2647AA4}"/>
          </ac:picMkLst>
        </pc:picChg>
        <pc:picChg chg="add del mod ord">
          <ac:chgData name="Marina Pavlovic" userId="0d7f52ac4825222f" providerId="LiveId" clId="{86856DD6-54C3-4E61-8FFA-C5C59C744505}" dt="2024-02-17T14:42:00.337" v="15783"/>
          <ac:picMkLst>
            <pc:docMk/>
            <pc:sldMk cId="2678293498" sldId="276"/>
            <ac:picMk id="80" creationId="{51B88318-A93D-CC4D-84F0-ACAD0B6E541D}"/>
          </ac:picMkLst>
        </pc:picChg>
        <pc:picChg chg="add del mod">
          <ac:chgData name="Marina Pavlovic" userId="0d7f52ac4825222f" providerId="LiveId" clId="{86856DD6-54C3-4E61-8FFA-C5C59C744505}" dt="2024-02-17T14:42:01.735" v="15785"/>
          <ac:picMkLst>
            <pc:docMk/>
            <pc:sldMk cId="2678293498" sldId="276"/>
            <ac:picMk id="81" creationId="{03286742-9095-355C-F686-F0ADAD6B7F3A}"/>
          </ac:picMkLst>
        </pc:picChg>
        <pc:picChg chg="add del mod ord">
          <ac:chgData name="Marina Pavlovic" userId="0d7f52ac4825222f" providerId="LiveId" clId="{86856DD6-54C3-4E61-8FFA-C5C59C744505}" dt="2024-02-17T14:42:10.660" v="15786"/>
          <ac:picMkLst>
            <pc:docMk/>
            <pc:sldMk cId="2678293498" sldId="276"/>
            <ac:picMk id="84" creationId="{DB098F69-297A-DF84-A382-75F9AA36BBA0}"/>
          </ac:picMkLst>
        </pc:picChg>
        <pc:picChg chg="add del mod">
          <ac:chgData name="Marina Pavlovic" userId="0d7f52ac4825222f" providerId="LiveId" clId="{86856DD6-54C3-4E61-8FFA-C5C59C744505}" dt="2024-02-17T14:42:12.778" v="15788"/>
          <ac:picMkLst>
            <pc:docMk/>
            <pc:sldMk cId="2678293498" sldId="276"/>
            <ac:picMk id="85" creationId="{637EEEF2-9386-3C9E-065B-034DE331C7A2}"/>
          </ac:picMkLst>
        </pc:picChg>
        <pc:picChg chg="add del mod ord">
          <ac:chgData name="Marina Pavlovic" userId="0d7f52ac4825222f" providerId="LiveId" clId="{86856DD6-54C3-4E61-8FFA-C5C59C744505}" dt="2024-02-17T14:42:26.264" v="15789"/>
          <ac:picMkLst>
            <pc:docMk/>
            <pc:sldMk cId="2678293498" sldId="276"/>
            <ac:picMk id="88" creationId="{04D91E40-DFA6-A1BD-6F17-2483FEB3B891}"/>
          </ac:picMkLst>
        </pc:picChg>
        <pc:picChg chg="add del mod">
          <ac:chgData name="Marina Pavlovic" userId="0d7f52ac4825222f" providerId="LiveId" clId="{86856DD6-54C3-4E61-8FFA-C5C59C744505}" dt="2024-02-17T14:42:27.696" v="15791"/>
          <ac:picMkLst>
            <pc:docMk/>
            <pc:sldMk cId="2678293498" sldId="276"/>
            <ac:picMk id="89" creationId="{D6CFB21A-6FB4-671C-30D4-CCFB2C609104}"/>
          </ac:picMkLst>
        </pc:picChg>
        <pc:picChg chg="add del mod ord">
          <ac:chgData name="Marina Pavlovic" userId="0d7f52ac4825222f" providerId="LiveId" clId="{86856DD6-54C3-4E61-8FFA-C5C59C744505}" dt="2024-02-17T14:43:15.713" v="15792"/>
          <ac:picMkLst>
            <pc:docMk/>
            <pc:sldMk cId="2678293498" sldId="276"/>
            <ac:picMk id="92" creationId="{CDE9767C-0CE4-824D-7692-72BE76C40743}"/>
          </ac:picMkLst>
        </pc:picChg>
        <pc:picChg chg="add del mod">
          <ac:chgData name="Marina Pavlovic" userId="0d7f52ac4825222f" providerId="LiveId" clId="{86856DD6-54C3-4E61-8FFA-C5C59C744505}" dt="2024-02-17T14:43:17.968" v="15794"/>
          <ac:picMkLst>
            <pc:docMk/>
            <pc:sldMk cId="2678293498" sldId="276"/>
            <ac:picMk id="93" creationId="{84313F6B-D1A2-D977-934F-0F2DA3C74729}"/>
          </ac:picMkLst>
        </pc:picChg>
        <pc:picChg chg="add del mod ord">
          <ac:chgData name="Marina Pavlovic" userId="0d7f52ac4825222f" providerId="LiveId" clId="{86856DD6-54C3-4E61-8FFA-C5C59C744505}" dt="2024-02-17T14:43:26.469" v="15795"/>
          <ac:picMkLst>
            <pc:docMk/>
            <pc:sldMk cId="2678293498" sldId="276"/>
            <ac:picMk id="96" creationId="{C1897F4B-359D-500A-9557-880ED0EC4FF4}"/>
          </ac:picMkLst>
        </pc:picChg>
        <pc:picChg chg="add del mod">
          <ac:chgData name="Marina Pavlovic" userId="0d7f52ac4825222f" providerId="LiveId" clId="{86856DD6-54C3-4E61-8FFA-C5C59C744505}" dt="2024-02-17T14:43:27.816" v="15797"/>
          <ac:picMkLst>
            <pc:docMk/>
            <pc:sldMk cId="2678293498" sldId="276"/>
            <ac:picMk id="97" creationId="{3011BD31-4DA8-E148-1672-2145D34204E2}"/>
          </ac:picMkLst>
        </pc:picChg>
        <pc:picChg chg="add del mod ord">
          <ac:chgData name="Marina Pavlovic" userId="0d7f52ac4825222f" providerId="LiveId" clId="{86856DD6-54C3-4E61-8FFA-C5C59C744505}" dt="2024-02-17T14:44:17.072" v="15798"/>
          <ac:picMkLst>
            <pc:docMk/>
            <pc:sldMk cId="2678293498" sldId="276"/>
            <ac:picMk id="100" creationId="{143E3A16-9FE6-945B-DC1C-58A9788962A0}"/>
          </ac:picMkLst>
        </pc:picChg>
        <pc:picChg chg="add del mod">
          <ac:chgData name="Marina Pavlovic" userId="0d7f52ac4825222f" providerId="LiveId" clId="{86856DD6-54C3-4E61-8FFA-C5C59C744505}" dt="2024-02-17T15:18:04.760" v="15951"/>
          <ac:picMkLst>
            <pc:docMk/>
            <pc:sldMk cId="2678293498" sldId="276"/>
            <ac:picMk id="101" creationId="{0F0C1BFD-D408-FBEC-8FD1-CECF0D575A11}"/>
          </ac:picMkLst>
        </pc:picChg>
        <pc:picChg chg="add del mod ord">
          <ac:chgData name="Marina Pavlovic" userId="0d7f52ac4825222f" providerId="LiveId" clId="{86856DD6-54C3-4E61-8FFA-C5C59C744505}" dt="2024-02-17T15:18:59.862" v="15952"/>
          <ac:picMkLst>
            <pc:docMk/>
            <pc:sldMk cId="2678293498" sldId="276"/>
            <ac:picMk id="107" creationId="{343BDAAA-E045-9AF9-3E71-ABE5D138C847}"/>
          </ac:picMkLst>
        </pc:picChg>
        <pc:picChg chg="add del mod">
          <ac:chgData name="Marina Pavlovic" userId="0d7f52ac4825222f" providerId="LiveId" clId="{86856DD6-54C3-4E61-8FFA-C5C59C744505}" dt="2024-02-17T15:19:01.904" v="15954"/>
          <ac:picMkLst>
            <pc:docMk/>
            <pc:sldMk cId="2678293498" sldId="276"/>
            <ac:picMk id="108" creationId="{EF3E4D8F-3F51-A4FD-0D69-610AFC93D06A}"/>
          </ac:picMkLst>
        </pc:picChg>
        <pc:picChg chg="add del mod ord">
          <ac:chgData name="Marina Pavlovic" userId="0d7f52ac4825222f" providerId="LiveId" clId="{86856DD6-54C3-4E61-8FFA-C5C59C744505}" dt="2024-02-17T15:19:27.643" v="15955"/>
          <ac:picMkLst>
            <pc:docMk/>
            <pc:sldMk cId="2678293498" sldId="276"/>
            <ac:picMk id="111" creationId="{77E02CF3-9033-43FD-9782-D32093BFFA07}"/>
          </ac:picMkLst>
        </pc:picChg>
        <pc:picChg chg="add del mod">
          <ac:chgData name="Marina Pavlovic" userId="0d7f52ac4825222f" providerId="LiveId" clId="{86856DD6-54C3-4E61-8FFA-C5C59C744505}" dt="2024-02-17T15:19:29.392" v="15957"/>
          <ac:picMkLst>
            <pc:docMk/>
            <pc:sldMk cId="2678293498" sldId="276"/>
            <ac:picMk id="112" creationId="{AC49F1BA-DD8B-441F-CB38-55D51C8BCB8C}"/>
          </ac:picMkLst>
        </pc:picChg>
        <pc:picChg chg="add del mod ord">
          <ac:chgData name="Marina Pavlovic" userId="0d7f52ac4825222f" providerId="LiveId" clId="{86856DD6-54C3-4E61-8FFA-C5C59C744505}" dt="2024-02-17T15:19:50.127" v="15958"/>
          <ac:picMkLst>
            <pc:docMk/>
            <pc:sldMk cId="2678293498" sldId="276"/>
            <ac:picMk id="115" creationId="{EBDCA9BB-6F05-B4A9-9195-C25B7C4C657B}"/>
          </ac:picMkLst>
        </pc:picChg>
        <pc:picChg chg="add del mod">
          <ac:chgData name="Marina Pavlovic" userId="0d7f52ac4825222f" providerId="LiveId" clId="{86856DD6-54C3-4E61-8FFA-C5C59C744505}" dt="2024-02-17T15:19:51.941" v="15960"/>
          <ac:picMkLst>
            <pc:docMk/>
            <pc:sldMk cId="2678293498" sldId="276"/>
            <ac:picMk id="116" creationId="{00E5C565-2409-13D5-783B-E13CFF537963}"/>
          </ac:picMkLst>
        </pc:picChg>
        <pc:picChg chg="add del mod ord">
          <ac:chgData name="Marina Pavlovic" userId="0d7f52ac4825222f" providerId="LiveId" clId="{86856DD6-54C3-4E61-8FFA-C5C59C744505}" dt="2024-02-17T15:20:06.446" v="15961"/>
          <ac:picMkLst>
            <pc:docMk/>
            <pc:sldMk cId="2678293498" sldId="276"/>
            <ac:picMk id="119" creationId="{808FBB7A-480C-CB78-33FA-A0E846D8450D}"/>
          </ac:picMkLst>
        </pc:picChg>
        <pc:picChg chg="add del mod">
          <ac:chgData name="Marina Pavlovic" userId="0d7f52ac4825222f" providerId="LiveId" clId="{86856DD6-54C3-4E61-8FFA-C5C59C744505}" dt="2024-02-17T15:20:07.889" v="15963"/>
          <ac:picMkLst>
            <pc:docMk/>
            <pc:sldMk cId="2678293498" sldId="276"/>
            <ac:picMk id="120" creationId="{D4A67F36-F254-B8AE-FE8D-CA4BD61D6536}"/>
          </ac:picMkLst>
        </pc:picChg>
        <pc:picChg chg="add del mod ord">
          <ac:chgData name="Marina Pavlovic" userId="0d7f52ac4825222f" providerId="LiveId" clId="{86856DD6-54C3-4E61-8FFA-C5C59C744505}" dt="2024-02-17T15:20:15.761" v="15964"/>
          <ac:picMkLst>
            <pc:docMk/>
            <pc:sldMk cId="2678293498" sldId="276"/>
            <ac:picMk id="123" creationId="{206E3DF1-8398-356C-7067-B677A13A26DF}"/>
          </ac:picMkLst>
        </pc:picChg>
        <pc:picChg chg="add del mod">
          <ac:chgData name="Marina Pavlovic" userId="0d7f52ac4825222f" providerId="LiveId" clId="{86856DD6-54C3-4E61-8FFA-C5C59C744505}" dt="2024-02-17T15:20:17.960" v="15966"/>
          <ac:picMkLst>
            <pc:docMk/>
            <pc:sldMk cId="2678293498" sldId="276"/>
            <ac:picMk id="124" creationId="{1D878A13-26F8-A4E0-A040-E913EE9D4164}"/>
          </ac:picMkLst>
        </pc:picChg>
        <pc:picChg chg="add del mod ord">
          <ac:chgData name="Marina Pavlovic" userId="0d7f52ac4825222f" providerId="LiveId" clId="{86856DD6-54C3-4E61-8FFA-C5C59C744505}" dt="2024-02-17T15:21:11.014" v="15967"/>
          <ac:picMkLst>
            <pc:docMk/>
            <pc:sldMk cId="2678293498" sldId="276"/>
            <ac:picMk id="127" creationId="{3D538CD4-F7AB-E18E-8B29-42CA9FA98286}"/>
          </ac:picMkLst>
        </pc:picChg>
        <pc:picChg chg="add del mod">
          <ac:chgData name="Marina Pavlovic" userId="0d7f52ac4825222f" providerId="LiveId" clId="{86856DD6-54C3-4E61-8FFA-C5C59C744505}" dt="2024-02-17T15:21:13.565" v="15969"/>
          <ac:picMkLst>
            <pc:docMk/>
            <pc:sldMk cId="2678293498" sldId="276"/>
            <ac:picMk id="128" creationId="{510A016E-D4FD-9B18-CB49-4FF823C419AA}"/>
          </ac:picMkLst>
        </pc:picChg>
        <pc:picChg chg="add del mod ord">
          <ac:chgData name="Marina Pavlovic" userId="0d7f52ac4825222f" providerId="LiveId" clId="{86856DD6-54C3-4E61-8FFA-C5C59C744505}" dt="2024-02-17T15:21:44.994" v="15970"/>
          <ac:picMkLst>
            <pc:docMk/>
            <pc:sldMk cId="2678293498" sldId="276"/>
            <ac:picMk id="131" creationId="{7E3E8B24-65D7-86A7-A063-12643AC4C3F2}"/>
          </ac:picMkLst>
        </pc:picChg>
        <pc:picChg chg="add del mod">
          <ac:chgData name="Marina Pavlovic" userId="0d7f52ac4825222f" providerId="LiveId" clId="{86856DD6-54C3-4E61-8FFA-C5C59C744505}" dt="2024-02-17T15:21:46.596" v="15972"/>
          <ac:picMkLst>
            <pc:docMk/>
            <pc:sldMk cId="2678293498" sldId="276"/>
            <ac:picMk id="132" creationId="{9AC2D8B9-ED08-2FE2-BB3B-8EEB54571D7B}"/>
          </ac:picMkLst>
        </pc:picChg>
        <pc:picChg chg="add del mod ord">
          <ac:chgData name="Marina Pavlovic" userId="0d7f52ac4825222f" providerId="LiveId" clId="{86856DD6-54C3-4E61-8FFA-C5C59C744505}" dt="2024-02-17T15:22:29.485" v="15973"/>
          <ac:picMkLst>
            <pc:docMk/>
            <pc:sldMk cId="2678293498" sldId="276"/>
            <ac:picMk id="135" creationId="{62FCEAC3-E359-00CF-9C1F-4EC14346B916}"/>
          </ac:picMkLst>
        </pc:picChg>
        <pc:picChg chg="add del mod">
          <ac:chgData name="Marina Pavlovic" userId="0d7f52ac4825222f" providerId="LiveId" clId="{86856DD6-54C3-4E61-8FFA-C5C59C744505}" dt="2024-02-17T15:22:31.350" v="15975"/>
          <ac:picMkLst>
            <pc:docMk/>
            <pc:sldMk cId="2678293498" sldId="276"/>
            <ac:picMk id="136" creationId="{93926DE0-28E8-3A39-FEEA-0E25BBF93997}"/>
          </ac:picMkLst>
        </pc:picChg>
        <pc:picChg chg="add del mod ord">
          <ac:chgData name="Marina Pavlovic" userId="0d7f52ac4825222f" providerId="LiveId" clId="{86856DD6-54C3-4E61-8FFA-C5C59C744505}" dt="2024-02-17T15:23:20.896" v="15976"/>
          <ac:picMkLst>
            <pc:docMk/>
            <pc:sldMk cId="2678293498" sldId="276"/>
            <ac:picMk id="139" creationId="{8E2E4C62-A3FF-73EA-A2A2-047B131D6A8E}"/>
          </ac:picMkLst>
        </pc:picChg>
        <pc:picChg chg="add del mod">
          <ac:chgData name="Marina Pavlovic" userId="0d7f52ac4825222f" providerId="LiveId" clId="{86856DD6-54C3-4E61-8FFA-C5C59C744505}" dt="2024-02-17T15:23:23.010" v="15978"/>
          <ac:picMkLst>
            <pc:docMk/>
            <pc:sldMk cId="2678293498" sldId="276"/>
            <ac:picMk id="140" creationId="{C696E149-2DA4-99BE-2CE8-EC0DEAC91149}"/>
          </ac:picMkLst>
        </pc:picChg>
        <pc:picChg chg="add del mod ord">
          <ac:chgData name="Marina Pavlovic" userId="0d7f52ac4825222f" providerId="LiveId" clId="{86856DD6-54C3-4E61-8FFA-C5C59C744505}" dt="2024-02-17T15:24:15.792" v="15979"/>
          <ac:picMkLst>
            <pc:docMk/>
            <pc:sldMk cId="2678293498" sldId="276"/>
            <ac:picMk id="143" creationId="{923B0F19-DA64-F2FB-68C2-4121CA5319E2}"/>
          </ac:picMkLst>
        </pc:picChg>
        <pc:picChg chg="add del mod">
          <ac:chgData name="Marina Pavlovic" userId="0d7f52ac4825222f" providerId="LiveId" clId="{86856DD6-54C3-4E61-8FFA-C5C59C744505}" dt="2024-02-17T15:24:17.404" v="15981"/>
          <ac:picMkLst>
            <pc:docMk/>
            <pc:sldMk cId="2678293498" sldId="276"/>
            <ac:picMk id="144" creationId="{9C1BD05A-ED01-6CD3-C1B5-DC91C251C4F7}"/>
          </ac:picMkLst>
        </pc:picChg>
        <pc:picChg chg="add del mod ord">
          <ac:chgData name="Marina Pavlovic" userId="0d7f52ac4825222f" providerId="LiveId" clId="{86856DD6-54C3-4E61-8FFA-C5C59C744505}" dt="2024-02-17T15:25:09.003" v="15982"/>
          <ac:picMkLst>
            <pc:docMk/>
            <pc:sldMk cId="2678293498" sldId="276"/>
            <ac:picMk id="147" creationId="{FA06E155-9D74-EFE7-DEEC-616BBC4AD07D}"/>
          </ac:picMkLst>
        </pc:picChg>
        <pc:picChg chg="add del mod">
          <ac:chgData name="Marina Pavlovic" userId="0d7f52ac4825222f" providerId="LiveId" clId="{86856DD6-54C3-4E61-8FFA-C5C59C744505}" dt="2024-02-17T15:25:10.743" v="15984"/>
          <ac:picMkLst>
            <pc:docMk/>
            <pc:sldMk cId="2678293498" sldId="276"/>
            <ac:picMk id="148" creationId="{764D1D5D-2A90-5B4E-7378-B1854BA2E2F5}"/>
          </ac:picMkLst>
        </pc:picChg>
        <pc:picChg chg="add del mod ord">
          <ac:chgData name="Marina Pavlovic" userId="0d7f52ac4825222f" providerId="LiveId" clId="{86856DD6-54C3-4E61-8FFA-C5C59C744505}" dt="2024-02-17T15:26:03.426" v="15985"/>
          <ac:picMkLst>
            <pc:docMk/>
            <pc:sldMk cId="2678293498" sldId="276"/>
            <ac:picMk id="151" creationId="{9434B7C6-272C-1321-0B9E-44A737D165F6}"/>
          </ac:picMkLst>
        </pc:picChg>
        <pc:picChg chg="add del mod">
          <ac:chgData name="Marina Pavlovic" userId="0d7f52ac4825222f" providerId="LiveId" clId="{86856DD6-54C3-4E61-8FFA-C5C59C744505}" dt="2024-02-17T15:26:36.109" v="15987"/>
          <ac:picMkLst>
            <pc:docMk/>
            <pc:sldMk cId="2678293498" sldId="276"/>
            <ac:picMk id="152" creationId="{41D747F3-B48A-6BC8-9D08-720CE13ADD25}"/>
          </ac:picMkLst>
        </pc:picChg>
        <pc:picChg chg="add del mod ord">
          <ac:chgData name="Marina Pavlovic" userId="0d7f52ac4825222f" providerId="LiveId" clId="{86856DD6-54C3-4E61-8FFA-C5C59C744505}" dt="2024-02-17T15:27:26.432" v="15988"/>
          <ac:picMkLst>
            <pc:docMk/>
            <pc:sldMk cId="2678293498" sldId="276"/>
            <ac:picMk id="157" creationId="{D1DEBD98-E699-B3EB-A6DA-991C3C5C6E89}"/>
          </ac:picMkLst>
        </pc:picChg>
        <pc:picChg chg="add del mod">
          <ac:chgData name="Marina Pavlovic" userId="0d7f52ac4825222f" providerId="LiveId" clId="{86856DD6-54C3-4E61-8FFA-C5C59C744505}" dt="2024-02-17T15:44:50.296" v="16005"/>
          <ac:picMkLst>
            <pc:docMk/>
            <pc:sldMk cId="2678293498" sldId="276"/>
            <ac:picMk id="158" creationId="{1AF0DF40-4348-DF46-9037-35B49B842B6C}"/>
          </ac:picMkLst>
        </pc:picChg>
        <pc:picChg chg="add del mod ord">
          <ac:chgData name="Marina Pavlovic" userId="0d7f52ac4825222f" providerId="LiveId" clId="{86856DD6-54C3-4E61-8FFA-C5C59C744505}" dt="2024-02-17T15:45:42.900" v="16006"/>
          <ac:picMkLst>
            <pc:docMk/>
            <pc:sldMk cId="2678293498" sldId="276"/>
            <ac:picMk id="163" creationId="{DCC23057-362D-28FC-3891-A47253496AF0}"/>
          </ac:picMkLst>
        </pc:picChg>
        <pc:picChg chg="add del mod">
          <ac:chgData name="Marina Pavlovic" userId="0d7f52ac4825222f" providerId="LiveId" clId="{86856DD6-54C3-4E61-8FFA-C5C59C744505}" dt="2024-02-17T15:45:59.403" v="16008"/>
          <ac:picMkLst>
            <pc:docMk/>
            <pc:sldMk cId="2678293498" sldId="276"/>
            <ac:picMk id="164" creationId="{3C8359DC-5963-50BF-0F58-36AB58087829}"/>
          </ac:picMkLst>
        </pc:picChg>
        <pc:picChg chg="add del mod ord">
          <ac:chgData name="Marina Pavlovic" userId="0d7f52ac4825222f" providerId="LiveId" clId="{86856DD6-54C3-4E61-8FFA-C5C59C744505}" dt="2024-02-17T15:46:53.441" v="16009"/>
          <ac:picMkLst>
            <pc:docMk/>
            <pc:sldMk cId="2678293498" sldId="276"/>
            <ac:picMk id="167" creationId="{432BB118-C0AC-831F-A653-F340150A019C}"/>
          </ac:picMkLst>
        </pc:picChg>
        <pc:picChg chg="add del mod">
          <ac:chgData name="Marina Pavlovic" userId="0d7f52ac4825222f" providerId="LiveId" clId="{86856DD6-54C3-4E61-8FFA-C5C59C744505}" dt="2024-02-17T15:46:55.668" v="16011"/>
          <ac:picMkLst>
            <pc:docMk/>
            <pc:sldMk cId="2678293498" sldId="276"/>
            <ac:picMk id="168" creationId="{64A694D5-C0B1-94CA-B8A6-78017E9B627C}"/>
          </ac:picMkLst>
        </pc:picChg>
        <pc:picChg chg="add del mod ord">
          <ac:chgData name="Marina Pavlovic" userId="0d7f52ac4825222f" providerId="LiveId" clId="{86856DD6-54C3-4E61-8FFA-C5C59C744505}" dt="2024-02-17T15:47:05.031" v="16012"/>
          <ac:picMkLst>
            <pc:docMk/>
            <pc:sldMk cId="2678293498" sldId="276"/>
            <ac:picMk id="171" creationId="{A65AC0DE-D70E-F481-44EA-CC1EE3A8D1E7}"/>
          </ac:picMkLst>
        </pc:picChg>
        <pc:picChg chg="add del mod">
          <ac:chgData name="Marina Pavlovic" userId="0d7f52ac4825222f" providerId="LiveId" clId="{86856DD6-54C3-4E61-8FFA-C5C59C744505}" dt="2024-02-17T15:47:06.787" v="16014"/>
          <ac:picMkLst>
            <pc:docMk/>
            <pc:sldMk cId="2678293498" sldId="276"/>
            <ac:picMk id="172" creationId="{8052E0CB-0186-E54C-12FC-F3198FB1407F}"/>
          </ac:picMkLst>
        </pc:picChg>
        <pc:picChg chg="add del mod ord">
          <ac:chgData name="Marina Pavlovic" userId="0d7f52ac4825222f" providerId="LiveId" clId="{86856DD6-54C3-4E61-8FFA-C5C59C744505}" dt="2024-02-17T15:47:47.223" v="16015"/>
          <ac:picMkLst>
            <pc:docMk/>
            <pc:sldMk cId="2678293498" sldId="276"/>
            <ac:picMk id="175" creationId="{C1229D14-CCCA-D21F-9F96-A547F3F95FAE}"/>
          </ac:picMkLst>
        </pc:picChg>
        <pc:picChg chg="add del mod">
          <ac:chgData name="Marina Pavlovic" userId="0d7f52ac4825222f" providerId="LiveId" clId="{86856DD6-54C3-4E61-8FFA-C5C59C744505}" dt="2024-02-17T15:47:48.876" v="16017"/>
          <ac:picMkLst>
            <pc:docMk/>
            <pc:sldMk cId="2678293498" sldId="276"/>
            <ac:picMk id="176" creationId="{F5441DDE-6E3F-FB82-CA39-C066DC9E86D0}"/>
          </ac:picMkLst>
        </pc:picChg>
        <pc:picChg chg="add del mod ord">
          <ac:chgData name="Marina Pavlovic" userId="0d7f52ac4825222f" providerId="LiveId" clId="{86856DD6-54C3-4E61-8FFA-C5C59C744505}" dt="2024-02-17T15:48:44.958" v="16018"/>
          <ac:picMkLst>
            <pc:docMk/>
            <pc:sldMk cId="2678293498" sldId="276"/>
            <ac:picMk id="179" creationId="{425F4700-1FE3-DE13-AF42-131750153379}"/>
          </ac:picMkLst>
        </pc:picChg>
        <pc:picChg chg="add mod">
          <ac:chgData name="Marina Pavlovic" userId="0d7f52ac4825222f" providerId="LiveId" clId="{86856DD6-54C3-4E61-8FFA-C5C59C744505}" dt="2024-02-17T15:48:44.958" v="16018"/>
          <ac:picMkLst>
            <pc:docMk/>
            <pc:sldMk cId="2678293498" sldId="276"/>
            <ac:picMk id="180" creationId="{A2FD75B2-C126-A9CB-2648-2A52AF3F6D52}"/>
          </ac:picMkLst>
        </pc:picChg>
      </pc:sldChg>
      <pc:sldChg chg="addSp delSp modSp new mod modTransition setBg modClrScheme modAnim chgLayout modNotesTx">
        <pc:chgData name="Marina Pavlovic" userId="0d7f52ac4825222f" providerId="LiveId" clId="{86856DD6-54C3-4E61-8FFA-C5C59C744505}" dt="2024-02-17T15:02:55.229" v="15880"/>
        <pc:sldMkLst>
          <pc:docMk/>
          <pc:sldMk cId="315828409" sldId="277"/>
        </pc:sldMkLst>
        <pc:spChg chg="del">
          <ac:chgData name="Marina Pavlovic" userId="0d7f52ac4825222f" providerId="LiveId" clId="{86856DD6-54C3-4E61-8FFA-C5C59C744505}" dt="2024-02-11T08:30:50.171" v="4845" actId="700"/>
          <ac:spMkLst>
            <pc:docMk/>
            <pc:sldMk cId="315828409" sldId="277"/>
            <ac:spMk id="2" creationId="{6BAB1F1D-6D3C-15A3-E5FF-7C0F57F63616}"/>
          </ac:spMkLst>
        </pc:spChg>
        <pc:spChg chg="del">
          <ac:chgData name="Marina Pavlovic" userId="0d7f52ac4825222f" providerId="LiveId" clId="{86856DD6-54C3-4E61-8FFA-C5C59C744505}" dt="2024-02-11T08:30:50.171" v="4845" actId="700"/>
          <ac:spMkLst>
            <pc:docMk/>
            <pc:sldMk cId="315828409" sldId="277"/>
            <ac:spMk id="3" creationId="{3A62CEAC-646C-EF5F-A1CD-7045EE331114}"/>
          </ac:spMkLst>
        </pc:spChg>
        <pc:spChg chg="del">
          <ac:chgData name="Marina Pavlovic" userId="0d7f52ac4825222f" providerId="LiveId" clId="{86856DD6-54C3-4E61-8FFA-C5C59C744505}" dt="2024-02-11T08:30:50.171" v="4845" actId="700"/>
          <ac:spMkLst>
            <pc:docMk/>
            <pc:sldMk cId="315828409" sldId="277"/>
            <ac:spMk id="4" creationId="{A775DDAF-EFAF-3B44-D2C3-2F00D3DEB4B5}"/>
          </ac:spMkLst>
        </pc:spChg>
        <pc:spChg chg="mod ord">
          <ac:chgData name="Marina Pavlovic" userId="0d7f52ac4825222f" providerId="LiveId" clId="{86856DD6-54C3-4E61-8FFA-C5C59C744505}" dt="2024-02-11T08:40:59.382" v="4897" actId="26606"/>
          <ac:spMkLst>
            <pc:docMk/>
            <pc:sldMk cId="315828409" sldId="277"/>
            <ac:spMk id="5" creationId="{E6ABB206-9A20-8FBD-82FF-2D434EE7D054}"/>
          </ac:spMkLst>
        </pc:spChg>
        <pc:spChg chg="add mod ord">
          <ac:chgData name="Marina Pavlovic" userId="0d7f52ac4825222f" providerId="LiveId" clId="{86856DD6-54C3-4E61-8FFA-C5C59C744505}" dt="2024-02-11T10:06:43.048" v="10049" actId="14100"/>
          <ac:spMkLst>
            <pc:docMk/>
            <pc:sldMk cId="315828409" sldId="277"/>
            <ac:spMk id="6" creationId="{9C9DFB1C-1400-F81E-EDE9-0A9DE2C839DA}"/>
          </ac:spMkLst>
        </pc:spChg>
        <pc:spChg chg="add del mod ord">
          <ac:chgData name="Marina Pavlovic" userId="0d7f52ac4825222f" providerId="LiveId" clId="{86856DD6-54C3-4E61-8FFA-C5C59C744505}" dt="2024-02-11T08:36:57.632" v="4853" actId="22"/>
          <ac:spMkLst>
            <pc:docMk/>
            <pc:sldMk cId="315828409" sldId="277"/>
            <ac:spMk id="7" creationId="{A073C980-9CF6-EA9F-DA86-B23FBF2A0A12}"/>
          </ac:spMkLst>
        </pc:spChg>
        <pc:spChg chg="add del mod ord">
          <ac:chgData name="Marina Pavlovic" userId="0d7f52ac4825222f" providerId="LiveId" clId="{86856DD6-54C3-4E61-8FFA-C5C59C744505}" dt="2024-02-11T08:42:16.268" v="4900" actId="21"/>
          <ac:spMkLst>
            <pc:docMk/>
            <pc:sldMk cId="315828409" sldId="277"/>
            <ac:spMk id="8" creationId="{04F11437-85F6-2D38-D6B3-6031919AD4D5}"/>
          </ac:spMkLst>
        </pc:spChg>
        <pc:spChg chg="add del">
          <ac:chgData name="Marina Pavlovic" userId="0d7f52ac4825222f" providerId="LiveId" clId="{86856DD6-54C3-4E61-8FFA-C5C59C744505}" dt="2024-02-11T08:40:59.382" v="4897" actId="26606"/>
          <ac:spMkLst>
            <pc:docMk/>
            <pc:sldMk cId="315828409" sldId="277"/>
            <ac:spMk id="21" creationId="{2D6FBB9D-1CAA-4D05-AB33-BABDFE17B843}"/>
          </ac:spMkLst>
        </pc:spChg>
        <pc:spChg chg="add del">
          <ac:chgData name="Marina Pavlovic" userId="0d7f52ac4825222f" providerId="LiveId" clId="{86856DD6-54C3-4E61-8FFA-C5C59C744505}" dt="2024-02-11T08:40:59.382" v="4897" actId="26606"/>
          <ac:spMkLst>
            <pc:docMk/>
            <pc:sldMk cId="315828409" sldId="277"/>
            <ac:spMk id="23" creationId="{04727B71-B4B6-4823-80A1-68C40B475118}"/>
          </ac:spMkLst>
        </pc:spChg>
        <pc:spChg chg="add del">
          <ac:chgData name="Marina Pavlovic" userId="0d7f52ac4825222f" providerId="LiveId" clId="{86856DD6-54C3-4E61-8FFA-C5C59C744505}" dt="2024-02-11T08:40:59.382" v="4897" actId="26606"/>
          <ac:spMkLst>
            <pc:docMk/>
            <pc:sldMk cId="315828409" sldId="277"/>
            <ac:spMk id="25" creationId="{79A6DB05-9FB5-4B07-8675-74C23D4FD89D}"/>
          </ac:spMkLst>
        </pc:spChg>
        <pc:spChg chg="add del">
          <ac:chgData name="Marina Pavlovic" userId="0d7f52ac4825222f" providerId="LiveId" clId="{86856DD6-54C3-4E61-8FFA-C5C59C744505}" dt="2024-02-11T08:40:59.382" v="4897" actId="26606"/>
          <ac:spMkLst>
            <pc:docMk/>
            <pc:sldMk cId="315828409" sldId="277"/>
            <ac:spMk id="27" creationId="{38468727-63BE-4191-B4A6-C30C82C0E986}"/>
          </ac:spMkLst>
        </pc:spChg>
        <pc:spChg chg="add del">
          <ac:chgData name="Marina Pavlovic" userId="0d7f52ac4825222f" providerId="LiveId" clId="{86856DD6-54C3-4E61-8FFA-C5C59C744505}" dt="2024-02-11T08:40:59.382" v="4897" actId="26606"/>
          <ac:spMkLst>
            <pc:docMk/>
            <pc:sldMk cId="315828409" sldId="277"/>
            <ac:spMk id="29" creationId="{9D355BB6-1BB8-4828-B246-CFB31742D7B8}"/>
          </ac:spMkLst>
        </pc:spChg>
        <pc:spChg chg="add del">
          <ac:chgData name="Marina Pavlovic" userId="0d7f52ac4825222f" providerId="LiveId" clId="{86856DD6-54C3-4E61-8FFA-C5C59C744505}" dt="2024-02-11T08:40:59.382" v="4897" actId="26606"/>
          <ac:spMkLst>
            <pc:docMk/>
            <pc:sldMk cId="315828409" sldId="277"/>
            <ac:spMk id="31" creationId="{CA52A9B9-B2B3-46F0-9D53-0EFF9905BF8F}"/>
          </ac:spMkLst>
        </pc:spChg>
        <pc:graphicFrameChg chg="add del modGraphic">
          <ac:chgData name="Marina Pavlovic" userId="0d7f52ac4825222f" providerId="LiveId" clId="{86856DD6-54C3-4E61-8FFA-C5C59C744505}" dt="2024-02-11T08:36:21.210" v="4850"/>
          <ac:graphicFrameMkLst>
            <pc:docMk/>
            <pc:sldMk cId="315828409" sldId="277"/>
            <ac:graphicFrameMk id="11" creationId="{2FFEBDAF-1B55-064D-F7E5-10BB713B58F0}"/>
          </ac:graphicFrameMkLst>
        </pc:graphicFrameChg>
        <pc:graphicFrameChg chg="add del modGraphic">
          <ac:chgData name="Marina Pavlovic" userId="0d7f52ac4825222f" providerId="LiveId" clId="{86856DD6-54C3-4E61-8FFA-C5C59C744505}" dt="2024-02-11T08:36:34.814" v="4852" actId="1032"/>
          <ac:graphicFrameMkLst>
            <pc:docMk/>
            <pc:sldMk cId="315828409" sldId="277"/>
            <ac:graphicFrameMk id="12" creationId="{8A8C7058-C4D0-133C-8F83-59BE59089B54}"/>
          </ac:graphicFrameMkLst>
        </pc:graphicFrameChg>
        <pc:picChg chg="add del mod">
          <ac:chgData name="Marina Pavlovic" userId="0d7f52ac4825222f" providerId="LiveId" clId="{86856DD6-54C3-4E61-8FFA-C5C59C744505}" dt="2024-02-17T14:02:12.565" v="15612"/>
          <ac:picMkLst>
            <pc:docMk/>
            <pc:sldMk cId="315828409" sldId="277"/>
            <ac:picMk id="7" creationId="{8AA6F1E8-8E14-EB6C-4CC1-565EBD029B4B}"/>
          </ac:picMkLst>
        </pc:picChg>
        <pc:picChg chg="add del mod ord">
          <ac:chgData name="Marina Pavlovic" userId="0d7f52ac4825222f" providerId="LiveId" clId="{86856DD6-54C3-4E61-8FFA-C5C59C744505}" dt="2024-02-17T14:02:58.334" v="15613"/>
          <ac:picMkLst>
            <pc:docMk/>
            <pc:sldMk cId="315828409" sldId="277"/>
            <ac:picMk id="10" creationId="{3C300DB0-0753-82E2-A2BD-995E9C5FDBCB}"/>
          </ac:picMkLst>
        </pc:picChg>
        <pc:picChg chg="add del mod">
          <ac:chgData name="Marina Pavlovic" userId="0d7f52ac4825222f" providerId="LiveId" clId="{86856DD6-54C3-4E61-8FFA-C5C59C744505}" dt="2024-02-17T14:03:01.201" v="15615"/>
          <ac:picMkLst>
            <pc:docMk/>
            <pc:sldMk cId="315828409" sldId="277"/>
            <ac:picMk id="11" creationId="{6FCAB961-0DDE-395F-73DA-30BD13DE9ADF}"/>
          </ac:picMkLst>
        </pc:picChg>
        <pc:picChg chg="add mod ord modCrop">
          <ac:chgData name="Marina Pavlovic" userId="0d7f52ac4825222f" providerId="LiveId" clId="{86856DD6-54C3-4E61-8FFA-C5C59C744505}" dt="2024-02-11T08:40:59.382" v="4897" actId="26606"/>
          <ac:picMkLst>
            <pc:docMk/>
            <pc:sldMk cId="315828409" sldId="277"/>
            <ac:picMk id="14" creationId="{D1869F6F-B59B-2704-1FC5-DDFCA0FCE942}"/>
          </ac:picMkLst>
        </pc:picChg>
        <pc:picChg chg="add del mod ord">
          <ac:chgData name="Marina Pavlovic" userId="0d7f52ac4825222f" providerId="LiveId" clId="{86856DD6-54C3-4E61-8FFA-C5C59C744505}" dt="2024-02-17T14:03:50.631" v="15616"/>
          <ac:picMkLst>
            <pc:docMk/>
            <pc:sldMk cId="315828409" sldId="277"/>
            <ac:picMk id="15" creationId="{67D8A4DD-2EB8-8DBC-AA93-74DEF1E05D9A}"/>
          </ac:picMkLst>
        </pc:picChg>
        <pc:picChg chg="add mod modCrop">
          <ac:chgData name="Marina Pavlovic" userId="0d7f52ac4825222f" providerId="LiveId" clId="{86856DD6-54C3-4E61-8FFA-C5C59C744505}" dt="2024-02-11T08:40:59.382" v="4897" actId="26606"/>
          <ac:picMkLst>
            <pc:docMk/>
            <pc:sldMk cId="315828409" sldId="277"/>
            <ac:picMk id="16" creationId="{A7119BBC-A7E9-9D52-6E18-7D72FE1216BA}"/>
          </ac:picMkLst>
        </pc:picChg>
        <pc:picChg chg="add del mod">
          <ac:chgData name="Marina Pavlovic" userId="0d7f52ac4825222f" providerId="LiveId" clId="{86856DD6-54C3-4E61-8FFA-C5C59C744505}" dt="2024-02-17T14:04:12.812" v="15618"/>
          <ac:picMkLst>
            <pc:docMk/>
            <pc:sldMk cId="315828409" sldId="277"/>
            <ac:picMk id="17" creationId="{B7DF0A95-FC01-067D-6B60-1A547FC98603}"/>
          </ac:picMkLst>
        </pc:picChg>
        <pc:picChg chg="add del mod ord">
          <ac:chgData name="Marina Pavlovic" userId="0d7f52ac4825222f" providerId="LiveId" clId="{86856DD6-54C3-4E61-8FFA-C5C59C744505}" dt="2024-02-17T14:04:31.086" v="15619"/>
          <ac:picMkLst>
            <pc:docMk/>
            <pc:sldMk cId="315828409" sldId="277"/>
            <ac:picMk id="20" creationId="{209D55C2-0121-5FC2-D98E-756A74985888}"/>
          </ac:picMkLst>
        </pc:picChg>
        <pc:picChg chg="add del mod">
          <ac:chgData name="Marina Pavlovic" userId="0d7f52ac4825222f" providerId="LiveId" clId="{86856DD6-54C3-4E61-8FFA-C5C59C744505}" dt="2024-02-17T14:04:34.337" v="15621"/>
          <ac:picMkLst>
            <pc:docMk/>
            <pc:sldMk cId="315828409" sldId="277"/>
            <ac:picMk id="21" creationId="{EEB4FD7C-C209-83C8-8F55-2D0892F7742F}"/>
          </ac:picMkLst>
        </pc:picChg>
        <pc:picChg chg="add del mod ord">
          <ac:chgData name="Marina Pavlovic" userId="0d7f52ac4825222f" providerId="LiveId" clId="{86856DD6-54C3-4E61-8FFA-C5C59C744505}" dt="2024-02-17T14:05:04.069" v="15622"/>
          <ac:picMkLst>
            <pc:docMk/>
            <pc:sldMk cId="315828409" sldId="277"/>
            <ac:picMk id="24" creationId="{FFA96A11-3181-DF0F-DA00-2B6F611B1202}"/>
          </ac:picMkLst>
        </pc:picChg>
        <pc:picChg chg="add del mod">
          <ac:chgData name="Marina Pavlovic" userId="0d7f52ac4825222f" providerId="LiveId" clId="{86856DD6-54C3-4E61-8FFA-C5C59C744505}" dt="2024-02-17T14:05:25.620" v="15624"/>
          <ac:picMkLst>
            <pc:docMk/>
            <pc:sldMk cId="315828409" sldId="277"/>
            <ac:picMk id="25" creationId="{6A890710-24C9-5DC7-3F95-39E2D433FC11}"/>
          </ac:picMkLst>
        </pc:picChg>
        <pc:picChg chg="add del mod ord">
          <ac:chgData name="Marina Pavlovic" userId="0d7f52ac4825222f" providerId="LiveId" clId="{86856DD6-54C3-4E61-8FFA-C5C59C744505}" dt="2024-02-17T14:05:34.179" v="15625"/>
          <ac:picMkLst>
            <pc:docMk/>
            <pc:sldMk cId="315828409" sldId="277"/>
            <ac:picMk id="28" creationId="{ECACD5AD-5C71-6FEE-1526-B9988983FE5B}"/>
          </ac:picMkLst>
        </pc:picChg>
        <pc:picChg chg="add del mod">
          <ac:chgData name="Marina Pavlovic" userId="0d7f52ac4825222f" providerId="LiveId" clId="{86856DD6-54C3-4E61-8FFA-C5C59C744505}" dt="2024-02-17T14:05:35.441" v="15627"/>
          <ac:picMkLst>
            <pc:docMk/>
            <pc:sldMk cId="315828409" sldId="277"/>
            <ac:picMk id="29" creationId="{E699325B-9D95-1C57-A983-BDFFF7451B8C}"/>
          </ac:picMkLst>
        </pc:picChg>
        <pc:picChg chg="add del mod ord">
          <ac:chgData name="Marina Pavlovic" userId="0d7f52ac4825222f" providerId="LiveId" clId="{86856DD6-54C3-4E61-8FFA-C5C59C744505}" dt="2024-02-17T14:05:53.944" v="15628"/>
          <ac:picMkLst>
            <pc:docMk/>
            <pc:sldMk cId="315828409" sldId="277"/>
            <ac:picMk id="32" creationId="{A896C137-C195-3372-DBD9-56CBBA66794B}"/>
          </ac:picMkLst>
        </pc:picChg>
        <pc:picChg chg="add del mod">
          <ac:chgData name="Marina Pavlovic" userId="0d7f52ac4825222f" providerId="LiveId" clId="{86856DD6-54C3-4E61-8FFA-C5C59C744505}" dt="2024-02-17T14:05:55.409" v="15630"/>
          <ac:picMkLst>
            <pc:docMk/>
            <pc:sldMk cId="315828409" sldId="277"/>
            <ac:picMk id="33" creationId="{CEA69ECE-7564-2DF0-7A76-27D219742043}"/>
          </ac:picMkLst>
        </pc:picChg>
        <pc:picChg chg="add del mod ord">
          <ac:chgData name="Marina Pavlovic" userId="0d7f52ac4825222f" providerId="LiveId" clId="{86856DD6-54C3-4E61-8FFA-C5C59C744505}" dt="2024-02-17T14:06:23.414" v="15631"/>
          <ac:picMkLst>
            <pc:docMk/>
            <pc:sldMk cId="315828409" sldId="277"/>
            <ac:picMk id="36" creationId="{7002C668-792E-11E3-E638-123B2338E064}"/>
          </ac:picMkLst>
        </pc:picChg>
        <pc:picChg chg="add del mod">
          <ac:chgData name="Marina Pavlovic" userId="0d7f52ac4825222f" providerId="LiveId" clId="{86856DD6-54C3-4E61-8FFA-C5C59C744505}" dt="2024-02-17T15:01:56.363" v="15873"/>
          <ac:picMkLst>
            <pc:docMk/>
            <pc:sldMk cId="315828409" sldId="277"/>
            <ac:picMk id="37" creationId="{D41E819C-4834-1A23-2F0F-02DAFB561ABF}"/>
          </ac:picMkLst>
        </pc:picChg>
        <pc:picChg chg="add del mod ord">
          <ac:chgData name="Marina Pavlovic" userId="0d7f52ac4825222f" providerId="LiveId" clId="{86856DD6-54C3-4E61-8FFA-C5C59C744505}" dt="2024-02-17T15:02:15.924" v="15874"/>
          <ac:picMkLst>
            <pc:docMk/>
            <pc:sldMk cId="315828409" sldId="277"/>
            <ac:picMk id="49" creationId="{37388847-174E-F550-804E-BA0A477D8532}"/>
          </ac:picMkLst>
        </pc:picChg>
        <pc:picChg chg="add del mod">
          <ac:chgData name="Marina Pavlovic" userId="0d7f52ac4825222f" providerId="LiveId" clId="{86856DD6-54C3-4E61-8FFA-C5C59C744505}" dt="2024-02-17T15:02:17.470" v="15876"/>
          <ac:picMkLst>
            <pc:docMk/>
            <pc:sldMk cId="315828409" sldId="277"/>
            <ac:picMk id="50" creationId="{F2D0FFE8-57CC-1FE1-A18F-B617E6180522}"/>
          </ac:picMkLst>
        </pc:picChg>
        <pc:picChg chg="add del mod ord">
          <ac:chgData name="Marina Pavlovic" userId="0d7f52ac4825222f" providerId="LiveId" clId="{86856DD6-54C3-4E61-8FFA-C5C59C744505}" dt="2024-02-17T15:02:25.366" v="15877"/>
          <ac:picMkLst>
            <pc:docMk/>
            <pc:sldMk cId="315828409" sldId="277"/>
            <ac:picMk id="53" creationId="{DEA5AB2B-36A1-7402-FB67-8FDEA744C9E0}"/>
          </ac:picMkLst>
        </pc:picChg>
        <pc:picChg chg="add del mod">
          <ac:chgData name="Marina Pavlovic" userId="0d7f52ac4825222f" providerId="LiveId" clId="{86856DD6-54C3-4E61-8FFA-C5C59C744505}" dt="2024-02-17T15:02:26.942" v="15879"/>
          <ac:picMkLst>
            <pc:docMk/>
            <pc:sldMk cId="315828409" sldId="277"/>
            <ac:picMk id="54" creationId="{5B170C95-1FDD-4CE7-08DF-3B01056EC3A4}"/>
          </ac:picMkLst>
        </pc:picChg>
        <pc:picChg chg="add del mod ord">
          <ac:chgData name="Marina Pavlovic" userId="0d7f52ac4825222f" providerId="LiveId" clId="{86856DD6-54C3-4E61-8FFA-C5C59C744505}" dt="2024-02-17T15:02:55.229" v="15880"/>
          <ac:picMkLst>
            <pc:docMk/>
            <pc:sldMk cId="315828409" sldId="277"/>
            <ac:picMk id="57" creationId="{FBE5CA7C-204F-8902-B468-D173666784F7}"/>
          </ac:picMkLst>
        </pc:picChg>
        <pc:picChg chg="add mod">
          <ac:chgData name="Marina Pavlovic" userId="0d7f52ac4825222f" providerId="LiveId" clId="{86856DD6-54C3-4E61-8FFA-C5C59C744505}" dt="2024-02-17T15:02:55.229" v="15880"/>
          <ac:picMkLst>
            <pc:docMk/>
            <pc:sldMk cId="315828409" sldId="277"/>
            <ac:picMk id="58" creationId="{54C779BE-51BC-C293-9833-32FB4607C65F}"/>
          </ac:picMkLst>
        </pc:picChg>
      </pc:sldChg>
      <pc:sldChg chg="modSp new del mod ord">
        <pc:chgData name="Marina Pavlovic" userId="0d7f52ac4825222f" providerId="LiveId" clId="{86856DD6-54C3-4E61-8FFA-C5C59C744505}" dt="2024-02-17T11:30:21.418" v="13964" actId="2696"/>
        <pc:sldMkLst>
          <pc:docMk/>
          <pc:sldMk cId="904151804" sldId="278"/>
        </pc:sldMkLst>
        <pc:spChg chg="mod">
          <ac:chgData name="Marina Pavlovic" userId="0d7f52ac4825222f" providerId="LiveId" clId="{86856DD6-54C3-4E61-8FFA-C5C59C744505}" dt="2024-02-13T12:52:51.305" v="13383" actId="1076"/>
          <ac:spMkLst>
            <pc:docMk/>
            <pc:sldMk cId="904151804" sldId="278"/>
            <ac:spMk id="3" creationId="{FD121FBF-C3B6-8A1E-B814-D24326A1A44B}"/>
          </ac:spMkLst>
        </pc:spChg>
      </pc:sldChg>
      <pc:sldMasterChg chg="add del addSldLayout delSldLayout">
        <pc:chgData name="Marina Pavlovic" userId="0d7f52ac4825222f" providerId="LiveId" clId="{86856DD6-54C3-4E61-8FFA-C5C59C744505}" dt="2024-01-24T12:51:41.450" v="147" actId="26606"/>
        <pc:sldMasterMkLst>
          <pc:docMk/>
          <pc:sldMasterMk cId="771644294" sldId="2147483648"/>
        </pc:sldMasterMkLst>
        <pc:sldLayoutChg chg="add del">
          <pc:chgData name="Marina Pavlovic" userId="0d7f52ac4825222f" providerId="LiveId" clId="{86856DD6-54C3-4E61-8FFA-C5C59C744505}" dt="2024-01-24T12:51:41.450" v="147" actId="26606"/>
          <pc:sldLayoutMkLst>
            <pc:docMk/>
            <pc:sldMasterMk cId="771644294" sldId="2147483648"/>
            <pc:sldLayoutMk cId="630436055" sldId="2147483649"/>
          </pc:sldLayoutMkLst>
        </pc:sldLayoutChg>
        <pc:sldLayoutChg chg="add del">
          <pc:chgData name="Marina Pavlovic" userId="0d7f52ac4825222f" providerId="LiveId" clId="{86856DD6-54C3-4E61-8FFA-C5C59C744505}" dt="2024-01-24T12:51:41.450" v="147" actId="26606"/>
          <pc:sldLayoutMkLst>
            <pc:docMk/>
            <pc:sldMasterMk cId="771644294" sldId="2147483648"/>
            <pc:sldLayoutMk cId="3416794399" sldId="2147483650"/>
          </pc:sldLayoutMkLst>
        </pc:sldLayoutChg>
        <pc:sldLayoutChg chg="add del">
          <pc:chgData name="Marina Pavlovic" userId="0d7f52ac4825222f" providerId="LiveId" clId="{86856DD6-54C3-4E61-8FFA-C5C59C744505}" dt="2024-01-24T12:51:41.450" v="147" actId="26606"/>
          <pc:sldLayoutMkLst>
            <pc:docMk/>
            <pc:sldMasterMk cId="771644294" sldId="2147483648"/>
            <pc:sldLayoutMk cId="799153192" sldId="2147483651"/>
          </pc:sldLayoutMkLst>
        </pc:sldLayoutChg>
        <pc:sldLayoutChg chg="add del">
          <pc:chgData name="Marina Pavlovic" userId="0d7f52ac4825222f" providerId="LiveId" clId="{86856DD6-54C3-4E61-8FFA-C5C59C744505}" dt="2024-01-24T12:51:41.450" v="147" actId="26606"/>
          <pc:sldLayoutMkLst>
            <pc:docMk/>
            <pc:sldMasterMk cId="771644294" sldId="2147483648"/>
            <pc:sldLayoutMk cId="558135527" sldId="2147483652"/>
          </pc:sldLayoutMkLst>
        </pc:sldLayoutChg>
        <pc:sldLayoutChg chg="add del">
          <pc:chgData name="Marina Pavlovic" userId="0d7f52ac4825222f" providerId="LiveId" clId="{86856DD6-54C3-4E61-8FFA-C5C59C744505}" dt="2024-01-24T12:51:41.450" v="147" actId="26606"/>
          <pc:sldLayoutMkLst>
            <pc:docMk/>
            <pc:sldMasterMk cId="771644294" sldId="2147483648"/>
            <pc:sldLayoutMk cId="1668106873" sldId="2147483653"/>
          </pc:sldLayoutMkLst>
        </pc:sldLayoutChg>
        <pc:sldLayoutChg chg="add del">
          <pc:chgData name="Marina Pavlovic" userId="0d7f52ac4825222f" providerId="LiveId" clId="{86856DD6-54C3-4E61-8FFA-C5C59C744505}" dt="2024-01-24T12:51:41.450" v="147" actId="26606"/>
          <pc:sldLayoutMkLst>
            <pc:docMk/>
            <pc:sldMasterMk cId="771644294" sldId="2147483648"/>
            <pc:sldLayoutMk cId="1495094790" sldId="2147483654"/>
          </pc:sldLayoutMkLst>
        </pc:sldLayoutChg>
        <pc:sldLayoutChg chg="add del">
          <pc:chgData name="Marina Pavlovic" userId="0d7f52ac4825222f" providerId="LiveId" clId="{86856DD6-54C3-4E61-8FFA-C5C59C744505}" dt="2024-01-24T12:51:41.450" v="147" actId="26606"/>
          <pc:sldLayoutMkLst>
            <pc:docMk/>
            <pc:sldMasterMk cId="771644294" sldId="2147483648"/>
            <pc:sldLayoutMk cId="670951118" sldId="2147483655"/>
          </pc:sldLayoutMkLst>
        </pc:sldLayoutChg>
        <pc:sldLayoutChg chg="add del">
          <pc:chgData name="Marina Pavlovic" userId="0d7f52ac4825222f" providerId="LiveId" clId="{86856DD6-54C3-4E61-8FFA-C5C59C744505}" dt="2024-01-24T12:51:41.450" v="147" actId="26606"/>
          <pc:sldLayoutMkLst>
            <pc:docMk/>
            <pc:sldMasterMk cId="771644294" sldId="2147483648"/>
            <pc:sldLayoutMk cId="992868459" sldId="2147483656"/>
          </pc:sldLayoutMkLst>
        </pc:sldLayoutChg>
        <pc:sldLayoutChg chg="add del">
          <pc:chgData name="Marina Pavlovic" userId="0d7f52ac4825222f" providerId="LiveId" clId="{86856DD6-54C3-4E61-8FFA-C5C59C744505}" dt="2024-01-24T12:51:41.450" v="147" actId="26606"/>
          <pc:sldLayoutMkLst>
            <pc:docMk/>
            <pc:sldMasterMk cId="771644294" sldId="2147483648"/>
            <pc:sldLayoutMk cId="3976389656" sldId="2147483657"/>
          </pc:sldLayoutMkLst>
        </pc:sldLayoutChg>
        <pc:sldLayoutChg chg="add del">
          <pc:chgData name="Marina Pavlovic" userId="0d7f52ac4825222f" providerId="LiveId" clId="{86856DD6-54C3-4E61-8FFA-C5C59C744505}" dt="2024-01-24T12:51:41.450" v="147" actId="26606"/>
          <pc:sldLayoutMkLst>
            <pc:docMk/>
            <pc:sldMasterMk cId="771644294" sldId="2147483648"/>
            <pc:sldLayoutMk cId="2156060175" sldId="2147483658"/>
          </pc:sldLayoutMkLst>
        </pc:sldLayoutChg>
        <pc:sldLayoutChg chg="add del">
          <pc:chgData name="Marina Pavlovic" userId="0d7f52ac4825222f" providerId="LiveId" clId="{86856DD6-54C3-4E61-8FFA-C5C59C744505}" dt="2024-01-24T12:51:41.450" v="147" actId="26606"/>
          <pc:sldLayoutMkLst>
            <pc:docMk/>
            <pc:sldMasterMk cId="771644294" sldId="2147483648"/>
            <pc:sldLayoutMk cId="195621386" sldId="2147483659"/>
          </pc:sldLayoutMkLst>
        </pc:sldLayoutChg>
      </pc:sldMasterChg>
      <pc:sldMasterChg chg="add del addSldLayout delSldLayout">
        <pc:chgData name="Marina Pavlovic" userId="0d7f52ac4825222f" providerId="LiveId" clId="{86856DD6-54C3-4E61-8FFA-C5C59C744505}" dt="2024-01-24T12:49:35.394" v="134" actId="26606"/>
        <pc:sldMasterMkLst>
          <pc:docMk/>
          <pc:sldMasterMk cId="1030069890" sldId="2147483660"/>
        </pc:sldMasterMkLst>
        <pc:sldLayoutChg chg="add del">
          <pc:chgData name="Marina Pavlovic" userId="0d7f52ac4825222f" providerId="LiveId" clId="{86856DD6-54C3-4E61-8FFA-C5C59C744505}" dt="2024-01-24T12:49:35.394" v="134" actId="26606"/>
          <pc:sldLayoutMkLst>
            <pc:docMk/>
            <pc:sldMasterMk cId="1030069890" sldId="2147483660"/>
            <pc:sldLayoutMk cId="2464078735" sldId="2147483661"/>
          </pc:sldLayoutMkLst>
        </pc:sldLayoutChg>
        <pc:sldLayoutChg chg="add del">
          <pc:chgData name="Marina Pavlovic" userId="0d7f52ac4825222f" providerId="LiveId" clId="{86856DD6-54C3-4E61-8FFA-C5C59C744505}" dt="2024-01-24T12:49:35.394" v="134" actId="26606"/>
          <pc:sldLayoutMkLst>
            <pc:docMk/>
            <pc:sldMasterMk cId="1030069890" sldId="2147483660"/>
            <pc:sldLayoutMk cId="3738506579" sldId="2147483662"/>
          </pc:sldLayoutMkLst>
        </pc:sldLayoutChg>
        <pc:sldLayoutChg chg="add del">
          <pc:chgData name="Marina Pavlovic" userId="0d7f52ac4825222f" providerId="LiveId" clId="{86856DD6-54C3-4E61-8FFA-C5C59C744505}" dt="2024-01-24T12:49:35.394" v="134" actId="26606"/>
          <pc:sldLayoutMkLst>
            <pc:docMk/>
            <pc:sldMasterMk cId="1030069890" sldId="2147483660"/>
            <pc:sldLayoutMk cId="1836259663" sldId="2147483663"/>
          </pc:sldLayoutMkLst>
        </pc:sldLayoutChg>
        <pc:sldLayoutChg chg="add del">
          <pc:chgData name="Marina Pavlovic" userId="0d7f52ac4825222f" providerId="LiveId" clId="{86856DD6-54C3-4E61-8FFA-C5C59C744505}" dt="2024-01-24T12:49:35.394" v="134" actId="26606"/>
          <pc:sldLayoutMkLst>
            <pc:docMk/>
            <pc:sldMasterMk cId="1030069890" sldId="2147483660"/>
            <pc:sldLayoutMk cId="2005757370" sldId="2147483664"/>
          </pc:sldLayoutMkLst>
        </pc:sldLayoutChg>
        <pc:sldLayoutChg chg="add del">
          <pc:chgData name="Marina Pavlovic" userId="0d7f52ac4825222f" providerId="LiveId" clId="{86856DD6-54C3-4E61-8FFA-C5C59C744505}" dt="2024-01-24T12:49:35.394" v="134" actId="26606"/>
          <pc:sldLayoutMkLst>
            <pc:docMk/>
            <pc:sldMasterMk cId="1030069890" sldId="2147483660"/>
            <pc:sldLayoutMk cId="962807127" sldId="2147483665"/>
          </pc:sldLayoutMkLst>
        </pc:sldLayoutChg>
        <pc:sldLayoutChg chg="add del">
          <pc:chgData name="Marina Pavlovic" userId="0d7f52ac4825222f" providerId="LiveId" clId="{86856DD6-54C3-4E61-8FFA-C5C59C744505}" dt="2024-01-24T12:49:35.394" v="134" actId="26606"/>
          <pc:sldLayoutMkLst>
            <pc:docMk/>
            <pc:sldMasterMk cId="1030069890" sldId="2147483660"/>
            <pc:sldLayoutMk cId="1823534189" sldId="2147483666"/>
          </pc:sldLayoutMkLst>
        </pc:sldLayoutChg>
        <pc:sldLayoutChg chg="add del">
          <pc:chgData name="Marina Pavlovic" userId="0d7f52ac4825222f" providerId="LiveId" clId="{86856DD6-54C3-4E61-8FFA-C5C59C744505}" dt="2024-01-24T12:49:35.394" v="134" actId="26606"/>
          <pc:sldLayoutMkLst>
            <pc:docMk/>
            <pc:sldMasterMk cId="1030069890" sldId="2147483660"/>
            <pc:sldLayoutMk cId="4183728939" sldId="2147483667"/>
          </pc:sldLayoutMkLst>
        </pc:sldLayoutChg>
        <pc:sldLayoutChg chg="add del">
          <pc:chgData name="Marina Pavlovic" userId="0d7f52ac4825222f" providerId="LiveId" clId="{86856DD6-54C3-4E61-8FFA-C5C59C744505}" dt="2024-01-24T12:49:35.394" v="134" actId="26606"/>
          <pc:sldLayoutMkLst>
            <pc:docMk/>
            <pc:sldMasterMk cId="1030069890" sldId="2147483660"/>
            <pc:sldLayoutMk cId="4132767359" sldId="2147483668"/>
          </pc:sldLayoutMkLst>
        </pc:sldLayoutChg>
        <pc:sldLayoutChg chg="add del">
          <pc:chgData name="Marina Pavlovic" userId="0d7f52ac4825222f" providerId="LiveId" clId="{86856DD6-54C3-4E61-8FFA-C5C59C744505}" dt="2024-01-24T12:49:35.394" v="134" actId="26606"/>
          <pc:sldLayoutMkLst>
            <pc:docMk/>
            <pc:sldMasterMk cId="1030069890" sldId="2147483660"/>
            <pc:sldLayoutMk cId="1279786791" sldId="2147483669"/>
          </pc:sldLayoutMkLst>
        </pc:sldLayoutChg>
        <pc:sldLayoutChg chg="add del">
          <pc:chgData name="Marina Pavlovic" userId="0d7f52ac4825222f" providerId="LiveId" clId="{86856DD6-54C3-4E61-8FFA-C5C59C744505}" dt="2024-01-24T12:49:35.394" v="134" actId="26606"/>
          <pc:sldLayoutMkLst>
            <pc:docMk/>
            <pc:sldMasterMk cId="1030069890" sldId="2147483660"/>
            <pc:sldLayoutMk cId="511008375" sldId="2147483670"/>
          </pc:sldLayoutMkLst>
        </pc:sldLayoutChg>
        <pc:sldLayoutChg chg="add del">
          <pc:chgData name="Marina Pavlovic" userId="0d7f52ac4825222f" providerId="LiveId" clId="{86856DD6-54C3-4E61-8FFA-C5C59C744505}" dt="2024-01-24T12:49:35.394" v="134" actId="26606"/>
          <pc:sldLayoutMkLst>
            <pc:docMk/>
            <pc:sldMasterMk cId="1030069890" sldId="2147483660"/>
            <pc:sldLayoutMk cId="4199392835" sldId="2147483671"/>
          </pc:sldLayoutMkLst>
        </pc:sldLayoutChg>
      </pc:sldMasterChg>
      <pc:sldMasterChg chg="add del addSldLayout delSldLayout">
        <pc:chgData name="Marina Pavlovic" userId="0d7f52ac4825222f" providerId="LiveId" clId="{86856DD6-54C3-4E61-8FFA-C5C59C744505}" dt="2024-01-24T12:51:41.330" v="146" actId="26606"/>
        <pc:sldMasterMkLst>
          <pc:docMk/>
          <pc:sldMasterMk cId="1234686371" sldId="2147483660"/>
        </pc:sldMasterMkLst>
        <pc:sldLayoutChg chg="add del">
          <pc:chgData name="Marina Pavlovic" userId="0d7f52ac4825222f" providerId="LiveId" clId="{86856DD6-54C3-4E61-8FFA-C5C59C744505}" dt="2024-01-24T12:51:41.330" v="146" actId="26606"/>
          <pc:sldLayoutMkLst>
            <pc:docMk/>
            <pc:sldMasterMk cId="1234686371" sldId="2147483660"/>
            <pc:sldLayoutMk cId="3834687189" sldId="2147483661"/>
          </pc:sldLayoutMkLst>
        </pc:sldLayoutChg>
        <pc:sldLayoutChg chg="add del">
          <pc:chgData name="Marina Pavlovic" userId="0d7f52ac4825222f" providerId="LiveId" clId="{86856DD6-54C3-4E61-8FFA-C5C59C744505}" dt="2024-01-24T12:51:41.330" v="146" actId="26606"/>
          <pc:sldLayoutMkLst>
            <pc:docMk/>
            <pc:sldMasterMk cId="1234686371" sldId="2147483660"/>
            <pc:sldLayoutMk cId="3483524469" sldId="2147483662"/>
          </pc:sldLayoutMkLst>
        </pc:sldLayoutChg>
        <pc:sldLayoutChg chg="add del">
          <pc:chgData name="Marina Pavlovic" userId="0d7f52ac4825222f" providerId="LiveId" clId="{86856DD6-54C3-4E61-8FFA-C5C59C744505}" dt="2024-01-24T12:51:41.330" v="146" actId="26606"/>
          <pc:sldLayoutMkLst>
            <pc:docMk/>
            <pc:sldMasterMk cId="1234686371" sldId="2147483660"/>
            <pc:sldLayoutMk cId="2612605461" sldId="2147483663"/>
          </pc:sldLayoutMkLst>
        </pc:sldLayoutChg>
        <pc:sldLayoutChg chg="add del">
          <pc:chgData name="Marina Pavlovic" userId="0d7f52ac4825222f" providerId="LiveId" clId="{86856DD6-54C3-4E61-8FFA-C5C59C744505}" dt="2024-01-24T12:51:41.330" v="146" actId="26606"/>
          <pc:sldLayoutMkLst>
            <pc:docMk/>
            <pc:sldMasterMk cId="1234686371" sldId="2147483660"/>
            <pc:sldLayoutMk cId="1768570372" sldId="2147483664"/>
          </pc:sldLayoutMkLst>
        </pc:sldLayoutChg>
        <pc:sldLayoutChg chg="add del">
          <pc:chgData name="Marina Pavlovic" userId="0d7f52ac4825222f" providerId="LiveId" clId="{86856DD6-54C3-4E61-8FFA-C5C59C744505}" dt="2024-01-24T12:51:41.330" v="146" actId="26606"/>
          <pc:sldLayoutMkLst>
            <pc:docMk/>
            <pc:sldMasterMk cId="1234686371" sldId="2147483660"/>
            <pc:sldLayoutMk cId="3166801987" sldId="2147483665"/>
          </pc:sldLayoutMkLst>
        </pc:sldLayoutChg>
        <pc:sldLayoutChg chg="add del">
          <pc:chgData name="Marina Pavlovic" userId="0d7f52ac4825222f" providerId="LiveId" clId="{86856DD6-54C3-4E61-8FFA-C5C59C744505}" dt="2024-01-24T12:51:41.330" v="146" actId="26606"/>
          <pc:sldLayoutMkLst>
            <pc:docMk/>
            <pc:sldMasterMk cId="1234686371" sldId="2147483660"/>
            <pc:sldLayoutMk cId="1972491765" sldId="2147483666"/>
          </pc:sldLayoutMkLst>
        </pc:sldLayoutChg>
        <pc:sldLayoutChg chg="add del">
          <pc:chgData name="Marina Pavlovic" userId="0d7f52ac4825222f" providerId="LiveId" clId="{86856DD6-54C3-4E61-8FFA-C5C59C744505}" dt="2024-01-24T12:51:41.330" v="146" actId="26606"/>
          <pc:sldLayoutMkLst>
            <pc:docMk/>
            <pc:sldMasterMk cId="1234686371" sldId="2147483660"/>
            <pc:sldLayoutMk cId="1919189429" sldId="2147483667"/>
          </pc:sldLayoutMkLst>
        </pc:sldLayoutChg>
        <pc:sldLayoutChg chg="add del">
          <pc:chgData name="Marina Pavlovic" userId="0d7f52ac4825222f" providerId="LiveId" clId="{86856DD6-54C3-4E61-8FFA-C5C59C744505}" dt="2024-01-24T12:51:41.330" v="146" actId="26606"/>
          <pc:sldLayoutMkLst>
            <pc:docMk/>
            <pc:sldMasterMk cId="1234686371" sldId="2147483660"/>
            <pc:sldLayoutMk cId="3164092600" sldId="2147483668"/>
          </pc:sldLayoutMkLst>
        </pc:sldLayoutChg>
        <pc:sldLayoutChg chg="add del">
          <pc:chgData name="Marina Pavlovic" userId="0d7f52ac4825222f" providerId="LiveId" clId="{86856DD6-54C3-4E61-8FFA-C5C59C744505}" dt="2024-01-24T12:51:41.330" v="146" actId="26606"/>
          <pc:sldLayoutMkLst>
            <pc:docMk/>
            <pc:sldMasterMk cId="1234686371" sldId="2147483660"/>
            <pc:sldLayoutMk cId="1677233961" sldId="2147483669"/>
          </pc:sldLayoutMkLst>
        </pc:sldLayoutChg>
        <pc:sldLayoutChg chg="add del">
          <pc:chgData name="Marina Pavlovic" userId="0d7f52ac4825222f" providerId="LiveId" clId="{86856DD6-54C3-4E61-8FFA-C5C59C744505}" dt="2024-01-24T12:51:41.330" v="146" actId="26606"/>
          <pc:sldLayoutMkLst>
            <pc:docMk/>
            <pc:sldMasterMk cId="1234686371" sldId="2147483660"/>
            <pc:sldLayoutMk cId="3955322403" sldId="2147483670"/>
          </pc:sldLayoutMkLst>
        </pc:sldLayoutChg>
        <pc:sldLayoutChg chg="add del">
          <pc:chgData name="Marina Pavlovic" userId="0d7f52ac4825222f" providerId="LiveId" clId="{86856DD6-54C3-4E61-8FFA-C5C59C744505}" dt="2024-01-24T12:51:41.330" v="146" actId="26606"/>
          <pc:sldLayoutMkLst>
            <pc:docMk/>
            <pc:sldMasterMk cId="1234686371" sldId="2147483660"/>
            <pc:sldLayoutMk cId="2106476966" sldId="2147483671"/>
          </pc:sldLayoutMkLst>
        </pc:sldLayoutChg>
      </pc:sldMasterChg>
      <pc:sldMasterChg chg="add del addSldLayout delSldLayout">
        <pc:chgData name="Marina Pavlovic" userId="0d7f52ac4825222f" providerId="LiveId" clId="{86856DD6-54C3-4E61-8FFA-C5C59C744505}" dt="2024-01-24T12:46:58.270" v="97" actId="26606"/>
        <pc:sldMasterMkLst>
          <pc:docMk/>
          <pc:sldMasterMk cId="3000730315" sldId="2147483660"/>
        </pc:sldMasterMkLst>
        <pc:sldLayoutChg chg="add del">
          <pc:chgData name="Marina Pavlovic" userId="0d7f52ac4825222f" providerId="LiveId" clId="{86856DD6-54C3-4E61-8FFA-C5C59C744505}" dt="2024-01-24T12:46:58.270" v="97" actId="26606"/>
          <pc:sldLayoutMkLst>
            <pc:docMk/>
            <pc:sldMasterMk cId="3000730315" sldId="2147483660"/>
            <pc:sldLayoutMk cId="3847113743" sldId="2147483661"/>
          </pc:sldLayoutMkLst>
        </pc:sldLayoutChg>
        <pc:sldLayoutChg chg="add del">
          <pc:chgData name="Marina Pavlovic" userId="0d7f52ac4825222f" providerId="LiveId" clId="{86856DD6-54C3-4E61-8FFA-C5C59C744505}" dt="2024-01-24T12:46:58.270" v="97" actId="26606"/>
          <pc:sldLayoutMkLst>
            <pc:docMk/>
            <pc:sldMasterMk cId="3000730315" sldId="2147483660"/>
            <pc:sldLayoutMk cId="3731631393" sldId="2147483662"/>
          </pc:sldLayoutMkLst>
        </pc:sldLayoutChg>
        <pc:sldLayoutChg chg="add del">
          <pc:chgData name="Marina Pavlovic" userId="0d7f52ac4825222f" providerId="LiveId" clId="{86856DD6-54C3-4E61-8FFA-C5C59C744505}" dt="2024-01-24T12:46:58.270" v="97" actId="26606"/>
          <pc:sldLayoutMkLst>
            <pc:docMk/>
            <pc:sldMasterMk cId="3000730315" sldId="2147483660"/>
            <pc:sldLayoutMk cId="640637634" sldId="2147483663"/>
          </pc:sldLayoutMkLst>
        </pc:sldLayoutChg>
        <pc:sldLayoutChg chg="add del">
          <pc:chgData name="Marina Pavlovic" userId="0d7f52ac4825222f" providerId="LiveId" clId="{86856DD6-54C3-4E61-8FFA-C5C59C744505}" dt="2024-01-24T12:46:58.270" v="97" actId="26606"/>
          <pc:sldLayoutMkLst>
            <pc:docMk/>
            <pc:sldMasterMk cId="3000730315" sldId="2147483660"/>
            <pc:sldLayoutMk cId="785004562" sldId="2147483664"/>
          </pc:sldLayoutMkLst>
        </pc:sldLayoutChg>
        <pc:sldLayoutChg chg="add del">
          <pc:chgData name="Marina Pavlovic" userId="0d7f52ac4825222f" providerId="LiveId" clId="{86856DD6-54C3-4E61-8FFA-C5C59C744505}" dt="2024-01-24T12:46:58.270" v="97" actId="26606"/>
          <pc:sldLayoutMkLst>
            <pc:docMk/>
            <pc:sldMasterMk cId="3000730315" sldId="2147483660"/>
            <pc:sldLayoutMk cId="546906633" sldId="2147483665"/>
          </pc:sldLayoutMkLst>
        </pc:sldLayoutChg>
        <pc:sldLayoutChg chg="add del">
          <pc:chgData name="Marina Pavlovic" userId="0d7f52ac4825222f" providerId="LiveId" clId="{86856DD6-54C3-4E61-8FFA-C5C59C744505}" dt="2024-01-24T12:46:58.270" v="97" actId="26606"/>
          <pc:sldLayoutMkLst>
            <pc:docMk/>
            <pc:sldMasterMk cId="3000730315" sldId="2147483660"/>
            <pc:sldLayoutMk cId="3543363576" sldId="2147483666"/>
          </pc:sldLayoutMkLst>
        </pc:sldLayoutChg>
        <pc:sldLayoutChg chg="add del">
          <pc:chgData name="Marina Pavlovic" userId="0d7f52ac4825222f" providerId="LiveId" clId="{86856DD6-54C3-4E61-8FFA-C5C59C744505}" dt="2024-01-24T12:46:58.270" v="97" actId="26606"/>
          <pc:sldLayoutMkLst>
            <pc:docMk/>
            <pc:sldMasterMk cId="3000730315" sldId="2147483660"/>
            <pc:sldLayoutMk cId="2186157228" sldId="2147483667"/>
          </pc:sldLayoutMkLst>
        </pc:sldLayoutChg>
        <pc:sldLayoutChg chg="add del">
          <pc:chgData name="Marina Pavlovic" userId="0d7f52ac4825222f" providerId="LiveId" clId="{86856DD6-54C3-4E61-8FFA-C5C59C744505}" dt="2024-01-24T12:46:58.270" v="97" actId="26606"/>
          <pc:sldLayoutMkLst>
            <pc:docMk/>
            <pc:sldMasterMk cId="3000730315" sldId="2147483660"/>
            <pc:sldLayoutMk cId="2951900501" sldId="2147483668"/>
          </pc:sldLayoutMkLst>
        </pc:sldLayoutChg>
        <pc:sldLayoutChg chg="add del">
          <pc:chgData name="Marina Pavlovic" userId="0d7f52ac4825222f" providerId="LiveId" clId="{86856DD6-54C3-4E61-8FFA-C5C59C744505}" dt="2024-01-24T12:46:58.270" v="97" actId="26606"/>
          <pc:sldLayoutMkLst>
            <pc:docMk/>
            <pc:sldMasterMk cId="3000730315" sldId="2147483660"/>
            <pc:sldLayoutMk cId="1270905091" sldId="2147483669"/>
          </pc:sldLayoutMkLst>
        </pc:sldLayoutChg>
        <pc:sldLayoutChg chg="add del">
          <pc:chgData name="Marina Pavlovic" userId="0d7f52ac4825222f" providerId="LiveId" clId="{86856DD6-54C3-4E61-8FFA-C5C59C744505}" dt="2024-01-24T12:46:58.270" v="97" actId="26606"/>
          <pc:sldLayoutMkLst>
            <pc:docMk/>
            <pc:sldMasterMk cId="3000730315" sldId="2147483660"/>
            <pc:sldLayoutMk cId="2603834598" sldId="2147483670"/>
          </pc:sldLayoutMkLst>
        </pc:sldLayoutChg>
        <pc:sldLayoutChg chg="add del">
          <pc:chgData name="Marina Pavlovic" userId="0d7f52ac4825222f" providerId="LiveId" clId="{86856DD6-54C3-4E61-8FFA-C5C59C744505}" dt="2024-01-24T12:46:58.270" v="97" actId="26606"/>
          <pc:sldLayoutMkLst>
            <pc:docMk/>
            <pc:sldMasterMk cId="3000730315" sldId="2147483660"/>
            <pc:sldLayoutMk cId="1423398087" sldId="2147483671"/>
          </pc:sldLayoutMkLst>
        </pc:sldLayoutChg>
      </pc:sldMasterChg>
      <pc:sldMasterChg chg="add del addSldLayout delSldLayout">
        <pc:chgData name="Marina Pavlovic" userId="0d7f52ac4825222f" providerId="LiveId" clId="{86856DD6-54C3-4E61-8FFA-C5C59C744505}" dt="2024-01-24T12:48:04.210" v="113" actId="26606"/>
        <pc:sldMasterMkLst>
          <pc:docMk/>
          <pc:sldMasterMk cId="3627676232" sldId="2147483660"/>
        </pc:sldMasterMkLst>
        <pc:sldLayoutChg chg="add del">
          <pc:chgData name="Marina Pavlovic" userId="0d7f52ac4825222f" providerId="LiveId" clId="{86856DD6-54C3-4E61-8FFA-C5C59C744505}" dt="2024-01-24T12:48:04.210" v="113" actId="26606"/>
          <pc:sldLayoutMkLst>
            <pc:docMk/>
            <pc:sldMasterMk cId="3627676232" sldId="2147483660"/>
            <pc:sldLayoutMk cId="1051585885" sldId="2147483661"/>
          </pc:sldLayoutMkLst>
        </pc:sldLayoutChg>
        <pc:sldLayoutChg chg="add del">
          <pc:chgData name="Marina Pavlovic" userId="0d7f52ac4825222f" providerId="LiveId" clId="{86856DD6-54C3-4E61-8FFA-C5C59C744505}" dt="2024-01-24T12:48:04.210" v="113" actId="26606"/>
          <pc:sldLayoutMkLst>
            <pc:docMk/>
            <pc:sldMasterMk cId="3627676232" sldId="2147483660"/>
            <pc:sldLayoutMk cId="2814407841" sldId="2147483662"/>
          </pc:sldLayoutMkLst>
        </pc:sldLayoutChg>
        <pc:sldLayoutChg chg="add del">
          <pc:chgData name="Marina Pavlovic" userId="0d7f52ac4825222f" providerId="LiveId" clId="{86856DD6-54C3-4E61-8FFA-C5C59C744505}" dt="2024-01-24T12:48:04.210" v="113" actId="26606"/>
          <pc:sldLayoutMkLst>
            <pc:docMk/>
            <pc:sldMasterMk cId="3627676232" sldId="2147483660"/>
            <pc:sldLayoutMk cId="4183682876" sldId="2147483663"/>
          </pc:sldLayoutMkLst>
        </pc:sldLayoutChg>
        <pc:sldLayoutChg chg="add del">
          <pc:chgData name="Marina Pavlovic" userId="0d7f52ac4825222f" providerId="LiveId" clId="{86856DD6-54C3-4E61-8FFA-C5C59C744505}" dt="2024-01-24T12:48:04.210" v="113" actId="26606"/>
          <pc:sldLayoutMkLst>
            <pc:docMk/>
            <pc:sldMasterMk cId="3627676232" sldId="2147483660"/>
            <pc:sldLayoutMk cId="576112524" sldId="2147483664"/>
          </pc:sldLayoutMkLst>
        </pc:sldLayoutChg>
        <pc:sldLayoutChg chg="add del">
          <pc:chgData name="Marina Pavlovic" userId="0d7f52ac4825222f" providerId="LiveId" clId="{86856DD6-54C3-4E61-8FFA-C5C59C744505}" dt="2024-01-24T12:48:04.210" v="113" actId="26606"/>
          <pc:sldLayoutMkLst>
            <pc:docMk/>
            <pc:sldMasterMk cId="3627676232" sldId="2147483660"/>
            <pc:sldLayoutMk cId="3264938994" sldId="2147483665"/>
          </pc:sldLayoutMkLst>
        </pc:sldLayoutChg>
        <pc:sldLayoutChg chg="add del">
          <pc:chgData name="Marina Pavlovic" userId="0d7f52ac4825222f" providerId="LiveId" clId="{86856DD6-54C3-4E61-8FFA-C5C59C744505}" dt="2024-01-24T12:48:04.210" v="113" actId="26606"/>
          <pc:sldLayoutMkLst>
            <pc:docMk/>
            <pc:sldMasterMk cId="3627676232" sldId="2147483660"/>
            <pc:sldLayoutMk cId="3021831388" sldId="2147483666"/>
          </pc:sldLayoutMkLst>
        </pc:sldLayoutChg>
        <pc:sldLayoutChg chg="add del">
          <pc:chgData name="Marina Pavlovic" userId="0d7f52ac4825222f" providerId="LiveId" clId="{86856DD6-54C3-4E61-8FFA-C5C59C744505}" dt="2024-01-24T12:48:04.210" v="113" actId="26606"/>
          <pc:sldLayoutMkLst>
            <pc:docMk/>
            <pc:sldMasterMk cId="3627676232" sldId="2147483660"/>
            <pc:sldLayoutMk cId="1308895049" sldId="2147483667"/>
          </pc:sldLayoutMkLst>
        </pc:sldLayoutChg>
        <pc:sldLayoutChg chg="add del">
          <pc:chgData name="Marina Pavlovic" userId="0d7f52ac4825222f" providerId="LiveId" clId="{86856DD6-54C3-4E61-8FFA-C5C59C744505}" dt="2024-01-24T12:48:04.210" v="113" actId="26606"/>
          <pc:sldLayoutMkLst>
            <pc:docMk/>
            <pc:sldMasterMk cId="3627676232" sldId="2147483660"/>
            <pc:sldLayoutMk cId="654886297" sldId="2147483668"/>
          </pc:sldLayoutMkLst>
        </pc:sldLayoutChg>
        <pc:sldLayoutChg chg="add del">
          <pc:chgData name="Marina Pavlovic" userId="0d7f52ac4825222f" providerId="LiveId" clId="{86856DD6-54C3-4E61-8FFA-C5C59C744505}" dt="2024-01-24T12:48:04.210" v="113" actId="26606"/>
          <pc:sldLayoutMkLst>
            <pc:docMk/>
            <pc:sldMasterMk cId="3627676232" sldId="2147483660"/>
            <pc:sldLayoutMk cId="443695157" sldId="2147483669"/>
          </pc:sldLayoutMkLst>
        </pc:sldLayoutChg>
        <pc:sldLayoutChg chg="add del">
          <pc:chgData name="Marina Pavlovic" userId="0d7f52ac4825222f" providerId="LiveId" clId="{86856DD6-54C3-4E61-8FFA-C5C59C744505}" dt="2024-01-24T12:48:04.210" v="113" actId="26606"/>
          <pc:sldLayoutMkLst>
            <pc:docMk/>
            <pc:sldMasterMk cId="3627676232" sldId="2147483660"/>
            <pc:sldLayoutMk cId="1590739160" sldId="2147483670"/>
          </pc:sldLayoutMkLst>
        </pc:sldLayoutChg>
        <pc:sldLayoutChg chg="add del">
          <pc:chgData name="Marina Pavlovic" userId="0d7f52ac4825222f" providerId="LiveId" clId="{86856DD6-54C3-4E61-8FFA-C5C59C744505}" dt="2024-01-24T12:48:04.210" v="113" actId="26606"/>
          <pc:sldLayoutMkLst>
            <pc:docMk/>
            <pc:sldMasterMk cId="3627676232" sldId="2147483660"/>
            <pc:sldLayoutMk cId="2866016214" sldId="2147483671"/>
          </pc:sldLayoutMkLst>
        </pc:sldLayoutChg>
      </pc:sldMasterChg>
      <pc:sldMasterChg chg="add del addSldLayout delSldLayout">
        <pc:chgData name="Marina Pavlovic" userId="0d7f52ac4825222f" providerId="LiveId" clId="{86856DD6-54C3-4E61-8FFA-C5C59C744505}" dt="2024-01-24T12:47:05.281" v="101" actId="26606"/>
        <pc:sldMasterMkLst>
          <pc:docMk/>
          <pc:sldMasterMk cId="42847857" sldId="2147483683"/>
        </pc:sldMasterMkLst>
        <pc:sldLayoutChg chg="add del">
          <pc:chgData name="Marina Pavlovic" userId="0d7f52ac4825222f" providerId="LiveId" clId="{86856DD6-54C3-4E61-8FFA-C5C59C744505}" dt="2024-01-24T12:47:05.281" v="101" actId="26606"/>
          <pc:sldLayoutMkLst>
            <pc:docMk/>
            <pc:sldMasterMk cId="42847857" sldId="2147483683"/>
            <pc:sldLayoutMk cId="3277020035" sldId="2147483672"/>
          </pc:sldLayoutMkLst>
        </pc:sldLayoutChg>
        <pc:sldLayoutChg chg="add del">
          <pc:chgData name="Marina Pavlovic" userId="0d7f52ac4825222f" providerId="LiveId" clId="{86856DD6-54C3-4E61-8FFA-C5C59C744505}" dt="2024-01-24T12:47:05.281" v="101" actId="26606"/>
          <pc:sldLayoutMkLst>
            <pc:docMk/>
            <pc:sldMasterMk cId="42847857" sldId="2147483683"/>
            <pc:sldLayoutMk cId="2451541448" sldId="2147483673"/>
          </pc:sldLayoutMkLst>
        </pc:sldLayoutChg>
        <pc:sldLayoutChg chg="add del">
          <pc:chgData name="Marina Pavlovic" userId="0d7f52ac4825222f" providerId="LiveId" clId="{86856DD6-54C3-4E61-8FFA-C5C59C744505}" dt="2024-01-24T12:47:05.281" v="101" actId="26606"/>
          <pc:sldLayoutMkLst>
            <pc:docMk/>
            <pc:sldMasterMk cId="42847857" sldId="2147483683"/>
            <pc:sldLayoutMk cId="1472056956" sldId="2147483674"/>
          </pc:sldLayoutMkLst>
        </pc:sldLayoutChg>
        <pc:sldLayoutChg chg="add del">
          <pc:chgData name="Marina Pavlovic" userId="0d7f52ac4825222f" providerId="LiveId" clId="{86856DD6-54C3-4E61-8FFA-C5C59C744505}" dt="2024-01-24T12:47:05.281" v="101" actId="26606"/>
          <pc:sldLayoutMkLst>
            <pc:docMk/>
            <pc:sldMasterMk cId="42847857" sldId="2147483683"/>
            <pc:sldLayoutMk cId="1963352020" sldId="2147483675"/>
          </pc:sldLayoutMkLst>
        </pc:sldLayoutChg>
        <pc:sldLayoutChg chg="add del">
          <pc:chgData name="Marina Pavlovic" userId="0d7f52ac4825222f" providerId="LiveId" clId="{86856DD6-54C3-4E61-8FFA-C5C59C744505}" dt="2024-01-24T12:47:05.281" v="101" actId="26606"/>
          <pc:sldLayoutMkLst>
            <pc:docMk/>
            <pc:sldMasterMk cId="42847857" sldId="2147483683"/>
            <pc:sldLayoutMk cId="1830020609" sldId="2147483676"/>
          </pc:sldLayoutMkLst>
        </pc:sldLayoutChg>
        <pc:sldLayoutChg chg="add del">
          <pc:chgData name="Marina Pavlovic" userId="0d7f52ac4825222f" providerId="LiveId" clId="{86856DD6-54C3-4E61-8FFA-C5C59C744505}" dt="2024-01-24T12:47:05.281" v="101" actId="26606"/>
          <pc:sldLayoutMkLst>
            <pc:docMk/>
            <pc:sldMasterMk cId="42847857" sldId="2147483683"/>
            <pc:sldLayoutMk cId="3343360689" sldId="2147483677"/>
          </pc:sldLayoutMkLst>
        </pc:sldLayoutChg>
        <pc:sldLayoutChg chg="add del">
          <pc:chgData name="Marina Pavlovic" userId="0d7f52ac4825222f" providerId="LiveId" clId="{86856DD6-54C3-4E61-8FFA-C5C59C744505}" dt="2024-01-24T12:47:05.281" v="101" actId="26606"/>
          <pc:sldLayoutMkLst>
            <pc:docMk/>
            <pc:sldMasterMk cId="42847857" sldId="2147483683"/>
            <pc:sldLayoutMk cId="1355487126" sldId="2147483678"/>
          </pc:sldLayoutMkLst>
        </pc:sldLayoutChg>
        <pc:sldLayoutChg chg="add del">
          <pc:chgData name="Marina Pavlovic" userId="0d7f52ac4825222f" providerId="LiveId" clId="{86856DD6-54C3-4E61-8FFA-C5C59C744505}" dt="2024-01-24T12:47:05.281" v="101" actId="26606"/>
          <pc:sldLayoutMkLst>
            <pc:docMk/>
            <pc:sldMasterMk cId="42847857" sldId="2147483683"/>
            <pc:sldLayoutMk cId="427916797" sldId="2147483679"/>
          </pc:sldLayoutMkLst>
        </pc:sldLayoutChg>
        <pc:sldLayoutChg chg="add del">
          <pc:chgData name="Marina Pavlovic" userId="0d7f52ac4825222f" providerId="LiveId" clId="{86856DD6-54C3-4E61-8FFA-C5C59C744505}" dt="2024-01-24T12:47:05.281" v="101" actId="26606"/>
          <pc:sldLayoutMkLst>
            <pc:docMk/>
            <pc:sldMasterMk cId="42847857" sldId="2147483683"/>
            <pc:sldLayoutMk cId="2355258586" sldId="2147483680"/>
          </pc:sldLayoutMkLst>
        </pc:sldLayoutChg>
        <pc:sldLayoutChg chg="add del">
          <pc:chgData name="Marina Pavlovic" userId="0d7f52ac4825222f" providerId="LiveId" clId="{86856DD6-54C3-4E61-8FFA-C5C59C744505}" dt="2024-01-24T12:47:05.281" v="101" actId="26606"/>
          <pc:sldLayoutMkLst>
            <pc:docMk/>
            <pc:sldMasterMk cId="42847857" sldId="2147483683"/>
            <pc:sldLayoutMk cId="912429092" sldId="2147483681"/>
          </pc:sldLayoutMkLst>
        </pc:sldLayoutChg>
        <pc:sldLayoutChg chg="add del">
          <pc:chgData name="Marina Pavlovic" userId="0d7f52ac4825222f" providerId="LiveId" clId="{86856DD6-54C3-4E61-8FFA-C5C59C744505}" dt="2024-01-24T12:47:05.281" v="101" actId="26606"/>
          <pc:sldLayoutMkLst>
            <pc:docMk/>
            <pc:sldMasterMk cId="42847857" sldId="2147483683"/>
            <pc:sldLayoutMk cId="3378904708" sldId="2147483682"/>
          </pc:sldLayoutMkLst>
        </pc:sldLayoutChg>
      </pc:sldMasterChg>
      <pc:sldMasterChg chg="add del addSldLayout delSldLayout">
        <pc:chgData name="Marina Pavlovic" userId="0d7f52ac4825222f" providerId="LiveId" clId="{86856DD6-54C3-4E61-8FFA-C5C59C744505}" dt="2024-01-24T12:51:07.529" v="142" actId="26606"/>
        <pc:sldMasterMkLst>
          <pc:docMk/>
          <pc:sldMasterMk cId="107604081" sldId="2147483683"/>
        </pc:sldMasterMkLst>
        <pc:sldLayoutChg chg="add del">
          <pc:chgData name="Marina Pavlovic" userId="0d7f52ac4825222f" providerId="LiveId" clId="{86856DD6-54C3-4E61-8FFA-C5C59C744505}" dt="2024-01-24T12:51:07.529" v="142" actId="26606"/>
          <pc:sldLayoutMkLst>
            <pc:docMk/>
            <pc:sldMasterMk cId="107604081" sldId="2147483683"/>
            <pc:sldLayoutMk cId="3084090710" sldId="2147483672"/>
          </pc:sldLayoutMkLst>
        </pc:sldLayoutChg>
        <pc:sldLayoutChg chg="add del">
          <pc:chgData name="Marina Pavlovic" userId="0d7f52ac4825222f" providerId="LiveId" clId="{86856DD6-54C3-4E61-8FFA-C5C59C744505}" dt="2024-01-24T12:51:07.529" v="142" actId="26606"/>
          <pc:sldLayoutMkLst>
            <pc:docMk/>
            <pc:sldMasterMk cId="107604081" sldId="2147483683"/>
            <pc:sldLayoutMk cId="1845479145" sldId="2147483673"/>
          </pc:sldLayoutMkLst>
        </pc:sldLayoutChg>
        <pc:sldLayoutChg chg="add del">
          <pc:chgData name="Marina Pavlovic" userId="0d7f52ac4825222f" providerId="LiveId" clId="{86856DD6-54C3-4E61-8FFA-C5C59C744505}" dt="2024-01-24T12:51:07.529" v="142" actId="26606"/>
          <pc:sldLayoutMkLst>
            <pc:docMk/>
            <pc:sldMasterMk cId="107604081" sldId="2147483683"/>
            <pc:sldLayoutMk cId="921079428" sldId="2147483674"/>
          </pc:sldLayoutMkLst>
        </pc:sldLayoutChg>
        <pc:sldLayoutChg chg="add del">
          <pc:chgData name="Marina Pavlovic" userId="0d7f52ac4825222f" providerId="LiveId" clId="{86856DD6-54C3-4E61-8FFA-C5C59C744505}" dt="2024-01-24T12:51:07.529" v="142" actId="26606"/>
          <pc:sldLayoutMkLst>
            <pc:docMk/>
            <pc:sldMasterMk cId="107604081" sldId="2147483683"/>
            <pc:sldLayoutMk cId="1433579988" sldId="2147483675"/>
          </pc:sldLayoutMkLst>
        </pc:sldLayoutChg>
        <pc:sldLayoutChg chg="add del">
          <pc:chgData name="Marina Pavlovic" userId="0d7f52ac4825222f" providerId="LiveId" clId="{86856DD6-54C3-4E61-8FFA-C5C59C744505}" dt="2024-01-24T12:51:07.529" v="142" actId="26606"/>
          <pc:sldLayoutMkLst>
            <pc:docMk/>
            <pc:sldMasterMk cId="107604081" sldId="2147483683"/>
            <pc:sldLayoutMk cId="2698346060" sldId="2147483676"/>
          </pc:sldLayoutMkLst>
        </pc:sldLayoutChg>
        <pc:sldLayoutChg chg="add del">
          <pc:chgData name="Marina Pavlovic" userId="0d7f52ac4825222f" providerId="LiveId" clId="{86856DD6-54C3-4E61-8FFA-C5C59C744505}" dt="2024-01-24T12:51:07.529" v="142" actId="26606"/>
          <pc:sldLayoutMkLst>
            <pc:docMk/>
            <pc:sldMasterMk cId="107604081" sldId="2147483683"/>
            <pc:sldLayoutMk cId="4180202984" sldId="2147483677"/>
          </pc:sldLayoutMkLst>
        </pc:sldLayoutChg>
        <pc:sldLayoutChg chg="add del">
          <pc:chgData name="Marina Pavlovic" userId="0d7f52ac4825222f" providerId="LiveId" clId="{86856DD6-54C3-4E61-8FFA-C5C59C744505}" dt="2024-01-24T12:51:07.529" v="142" actId="26606"/>
          <pc:sldLayoutMkLst>
            <pc:docMk/>
            <pc:sldMasterMk cId="107604081" sldId="2147483683"/>
            <pc:sldLayoutMk cId="3649187375" sldId="2147483678"/>
          </pc:sldLayoutMkLst>
        </pc:sldLayoutChg>
        <pc:sldLayoutChg chg="add del">
          <pc:chgData name="Marina Pavlovic" userId="0d7f52ac4825222f" providerId="LiveId" clId="{86856DD6-54C3-4E61-8FFA-C5C59C744505}" dt="2024-01-24T12:51:07.529" v="142" actId="26606"/>
          <pc:sldLayoutMkLst>
            <pc:docMk/>
            <pc:sldMasterMk cId="107604081" sldId="2147483683"/>
            <pc:sldLayoutMk cId="756888630" sldId="2147483679"/>
          </pc:sldLayoutMkLst>
        </pc:sldLayoutChg>
        <pc:sldLayoutChg chg="add del">
          <pc:chgData name="Marina Pavlovic" userId="0d7f52ac4825222f" providerId="LiveId" clId="{86856DD6-54C3-4E61-8FFA-C5C59C744505}" dt="2024-01-24T12:51:07.529" v="142" actId="26606"/>
          <pc:sldLayoutMkLst>
            <pc:docMk/>
            <pc:sldMasterMk cId="107604081" sldId="2147483683"/>
            <pc:sldLayoutMk cId="3042685982" sldId="2147483680"/>
          </pc:sldLayoutMkLst>
        </pc:sldLayoutChg>
        <pc:sldLayoutChg chg="add del">
          <pc:chgData name="Marina Pavlovic" userId="0d7f52ac4825222f" providerId="LiveId" clId="{86856DD6-54C3-4E61-8FFA-C5C59C744505}" dt="2024-01-24T12:51:07.529" v="142" actId="26606"/>
          <pc:sldLayoutMkLst>
            <pc:docMk/>
            <pc:sldMasterMk cId="107604081" sldId="2147483683"/>
            <pc:sldLayoutMk cId="3928444086" sldId="2147483681"/>
          </pc:sldLayoutMkLst>
        </pc:sldLayoutChg>
        <pc:sldLayoutChg chg="add del">
          <pc:chgData name="Marina Pavlovic" userId="0d7f52ac4825222f" providerId="LiveId" clId="{86856DD6-54C3-4E61-8FFA-C5C59C744505}" dt="2024-01-24T12:51:07.529" v="142" actId="26606"/>
          <pc:sldLayoutMkLst>
            <pc:docMk/>
            <pc:sldMasterMk cId="107604081" sldId="2147483683"/>
            <pc:sldLayoutMk cId="1909120184" sldId="2147483682"/>
          </pc:sldLayoutMkLst>
        </pc:sldLayoutChg>
      </pc:sldMasterChg>
      <pc:sldMasterChg chg="add del addSldLayout delSldLayout">
        <pc:chgData name="Marina Pavlovic" userId="0d7f52ac4825222f" providerId="LiveId" clId="{86856DD6-54C3-4E61-8FFA-C5C59C744505}" dt="2024-01-24T12:49:25.474" v="130" actId="26606"/>
        <pc:sldMasterMkLst>
          <pc:docMk/>
          <pc:sldMasterMk cId="1893013810" sldId="2147483683"/>
        </pc:sldMasterMkLst>
        <pc:sldLayoutChg chg="add del">
          <pc:chgData name="Marina Pavlovic" userId="0d7f52ac4825222f" providerId="LiveId" clId="{86856DD6-54C3-4E61-8FFA-C5C59C744505}" dt="2024-01-24T12:49:25.474" v="130" actId="26606"/>
          <pc:sldLayoutMkLst>
            <pc:docMk/>
            <pc:sldMasterMk cId="1893013810" sldId="2147483683"/>
            <pc:sldLayoutMk cId="365207282" sldId="2147483672"/>
          </pc:sldLayoutMkLst>
        </pc:sldLayoutChg>
        <pc:sldLayoutChg chg="add del">
          <pc:chgData name="Marina Pavlovic" userId="0d7f52ac4825222f" providerId="LiveId" clId="{86856DD6-54C3-4E61-8FFA-C5C59C744505}" dt="2024-01-24T12:49:25.474" v="130" actId="26606"/>
          <pc:sldLayoutMkLst>
            <pc:docMk/>
            <pc:sldMasterMk cId="1893013810" sldId="2147483683"/>
            <pc:sldLayoutMk cId="1347364492" sldId="2147483673"/>
          </pc:sldLayoutMkLst>
        </pc:sldLayoutChg>
        <pc:sldLayoutChg chg="add del">
          <pc:chgData name="Marina Pavlovic" userId="0d7f52ac4825222f" providerId="LiveId" clId="{86856DD6-54C3-4E61-8FFA-C5C59C744505}" dt="2024-01-24T12:49:25.474" v="130" actId="26606"/>
          <pc:sldLayoutMkLst>
            <pc:docMk/>
            <pc:sldMasterMk cId="1893013810" sldId="2147483683"/>
            <pc:sldLayoutMk cId="1646048676" sldId="2147483674"/>
          </pc:sldLayoutMkLst>
        </pc:sldLayoutChg>
        <pc:sldLayoutChg chg="add del">
          <pc:chgData name="Marina Pavlovic" userId="0d7f52ac4825222f" providerId="LiveId" clId="{86856DD6-54C3-4E61-8FFA-C5C59C744505}" dt="2024-01-24T12:49:25.474" v="130" actId="26606"/>
          <pc:sldLayoutMkLst>
            <pc:docMk/>
            <pc:sldMasterMk cId="1893013810" sldId="2147483683"/>
            <pc:sldLayoutMk cId="1831176687" sldId="2147483675"/>
          </pc:sldLayoutMkLst>
        </pc:sldLayoutChg>
        <pc:sldLayoutChg chg="add del">
          <pc:chgData name="Marina Pavlovic" userId="0d7f52ac4825222f" providerId="LiveId" clId="{86856DD6-54C3-4E61-8FFA-C5C59C744505}" dt="2024-01-24T12:49:25.474" v="130" actId="26606"/>
          <pc:sldLayoutMkLst>
            <pc:docMk/>
            <pc:sldMasterMk cId="1893013810" sldId="2147483683"/>
            <pc:sldLayoutMk cId="3678183924" sldId="2147483676"/>
          </pc:sldLayoutMkLst>
        </pc:sldLayoutChg>
        <pc:sldLayoutChg chg="add del">
          <pc:chgData name="Marina Pavlovic" userId="0d7f52ac4825222f" providerId="LiveId" clId="{86856DD6-54C3-4E61-8FFA-C5C59C744505}" dt="2024-01-24T12:49:25.474" v="130" actId="26606"/>
          <pc:sldLayoutMkLst>
            <pc:docMk/>
            <pc:sldMasterMk cId="1893013810" sldId="2147483683"/>
            <pc:sldLayoutMk cId="1691833080" sldId="2147483677"/>
          </pc:sldLayoutMkLst>
        </pc:sldLayoutChg>
        <pc:sldLayoutChg chg="add del">
          <pc:chgData name="Marina Pavlovic" userId="0d7f52ac4825222f" providerId="LiveId" clId="{86856DD6-54C3-4E61-8FFA-C5C59C744505}" dt="2024-01-24T12:49:25.474" v="130" actId="26606"/>
          <pc:sldLayoutMkLst>
            <pc:docMk/>
            <pc:sldMasterMk cId="1893013810" sldId="2147483683"/>
            <pc:sldLayoutMk cId="3630478162" sldId="2147483678"/>
          </pc:sldLayoutMkLst>
        </pc:sldLayoutChg>
        <pc:sldLayoutChg chg="add del">
          <pc:chgData name="Marina Pavlovic" userId="0d7f52ac4825222f" providerId="LiveId" clId="{86856DD6-54C3-4E61-8FFA-C5C59C744505}" dt="2024-01-24T12:49:25.474" v="130" actId="26606"/>
          <pc:sldLayoutMkLst>
            <pc:docMk/>
            <pc:sldMasterMk cId="1893013810" sldId="2147483683"/>
            <pc:sldLayoutMk cId="3198959124" sldId="2147483679"/>
          </pc:sldLayoutMkLst>
        </pc:sldLayoutChg>
        <pc:sldLayoutChg chg="add del">
          <pc:chgData name="Marina Pavlovic" userId="0d7f52ac4825222f" providerId="LiveId" clId="{86856DD6-54C3-4E61-8FFA-C5C59C744505}" dt="2024-01-24T12:49:25.474" v="130" actId="26606"/>
          <pc:sldLayoutMkLst>
            <pc:docMk/>
            <pc:sldMasterMk cId="1893013810" sldId="2147483683"/>
            <pc:sldLayoutMk cId="3366069341" sldId="2147483680"/>
          </pc:sldLayoutMkLst>
        </pc:sldLayoutChg>
        <pc:sldLayoutChg chg="add del">
          <pc:chgData name="Marina Pavlovic" userId="0d7f52ac4825222f" providerId="LiveId" clId="{86856DD6-54C3-4E61-8FFA-C5C59C744505}" dt="2024-01-24T12:49:25.474" v="130" actId="26606"/>
          <pc:sldLayoutMkLst>
            <pc:docMk/>
            <pc:sldMasterMk cId="1893013810" sldId="2147483683"/>
            <pc:sldLayoutMk cId="1357047243" sldId="2147483681"/>
          </pc:sldLayoutMkLst>
        </pc:sldLayoutChg>
        <pc:sldLayoutChg chg="add del">
          <pc:chgData name="Marina Pavlovic" userId="0d7f52ac4825222f" providerId="LiveId" clId="{86856DD6-54C3-4E61-8FFA-C5C59C744505}" dt="2024-01-24T12:49:25.474" v="130" actId="26606"/>
          <pc:sldLayoutMkLst>
            <pc:docMk/>
            <pc:sldMasterMk cId="1893013810" sldId="2147483683"/>
            <pc:sldLayoutMk cId="3055739795" sldId="2147483682"/>
          </pc:sldLayoutMkLst>
        </pc:sldLayoutChg>
      </pc:sldMasterChg>
      <pc:sldMasterChg chg="add del addSldLayout delSldLayout">
        <pc:chgData name="Marina Pavlovic" userId="0d7f52ac4825222f" providerId="LiveId" clId="{86856DD6-54C3-4E61-8FFA-C5C59C744505}" dt="2024-01-24T12:52:51.400" v="153" actId="26606"/>
        <pc:sldMasterMkLst>
          <pc:docMk/>
          <pc:sldMasterMk cId="1923260945" sldId="2147483683"/>
        </pc:sldMasterMkLst>
        <pc:sldLayoutChg chg="add del">
          <pc:chgData name="Marina Pavlovic" userId="0d7f52ac4825222f" providerId="LiveId" clId="{86856DD6-54C3-4E61-8FFA-C5C59C744505}" dt="2024-01-24T12:52:51.400" v="153" actId="26606"/>
          <pc:sldLayoutMkLst>
            <pc:docMk/>
            <pc:sldMasterMk cId="1923260945" sldId="2147483683"/>
            <pc:sldLayoutMk cId="285226076" sldId="2147483672"/>
          </pc:sldLayoutMkLst>
        </pc:sldLayoutChg>
        <pc:sldLayoutChg chg="add del">
          <pc:chgData name="Marina Pavlovic" userId="0d7f52ac4825222f" providerId="LiveId" clId="{86856DD6-54C3-4E61-8FFA-C5C59C744505}" dt="2024-01-24T12:52:51.400" v="153" actId="26606"/>
          <pc:sldLayoutMkLst>
            <pc:docMk/>
            <pc:sldMasterMk cId="1923260945" sldId="2147483683"/>
            <pc:sldLayoutMk cId="1657915744" sldId="2147483673"/>
          </pc:sldLayoutMkLst>
        </pc:sldLayoutChg>
        <pc:sldLayoutChg chg="add del">
          <pc:chgData name="Marina Pavlovic" userId="0d7f52ac4825222f" providerId="LiveId" clId="{86856DD6-54C3-4E61-8FFA-C5C59C744505}" dt="2024-01-24T12:52:51.400" v="153" actId="26606"/>
          <pc:sldLayoutMkLst>
            <pc:docMk/>
            <pc:sldMasterMk cId="1923260945" sldId="2147483683"/>
            <pc:sldLayoutMk cId="1903855939" sldId="2147483674"/>
          </pc:sldLayoutMkLst>
        </pc:sldLayoutChg>
        <pc:sldLayoutChg chg="add del">
          <pc:chgData name="Marina Pavlovic" userId="0d7f52ac4825222f" providerId="LiveId" clId="{86856DD6-54C3-4E61-8FFA-C5C59C744505}" dt="2024-01-24T12:52:51.400" v="153" actId="26606"/>
          <pc:sldLayoutMkLst>
            <pc:docMk/>
            <pc:sldMasterMk cId="1923260945" sldId="2147483683"/>
            <pc:sldLayoutMk cId="3748338610" sldId="2147483675"/>
          </pc:sldLayoutMkLst>
        </pc:sldLayoutChg>
        <pc:sldLayoutChg chg="add del">
          <pc:chgData name="Marina Pavlovic" userId="0d7f52ac4825222f" providerId="LiveId" clId="{86856DD6-54C3-4E61-8FFA-C5C59C744505}" dt="2024-01-24T12:52:51.400" v="153" actId="26606"/>
          <pc:sldLayoutMkLst>
            <pc:docMk/>
            <pc:sldMasterMk cId="1923260945" sldId="2147483683"/>
            <pc:sldLayoutMk cId="3444289355" sldId="2147483676"/>
          </pc:sldLayoutMkLst>
        </pc:sldLayoutChg>
        <pc:sldLayoutChg chg="add del">
          <pc:chgData name="Marina Pavlovic" userId="0d7f52ac4825222f" providerId="LiveId" clId="{86856DD6-54C3-4E61-8FFA-C5C59C744505}" dt="2024-01-24T12:52:51.400" v="153" actId="26606"/>
          <pc:sldLayoutMkLst>
            <pc:docMk/>
            <pc:sldMasterMk cId="1923260945" sldId="2147483683"/>
            <pc:sldLayoutMk cId="3068618362" sldId="2147483677"/>
          </pc:sldLayoutMkLst>
        </pc:sldLayoutChg>
        <pc:sldLayoutChg chg="add del">
          <pc:chgData name="Marina Pavlovic" userId="0d7f52ac4825222f" providerId="LiveId" clId="{86856DD6-54C3-4E61-8FFA-C5C59C744505}" dt="2024-01-24T12:52:51.400" v="153" actId="26606"/>
          <pc:sldLayoutMkLst>
            <pc:docMk/>
            <pc:sldMasterMk cId="1923260945" sldId="2147483683"/>
            <pc:sldLayoutMk cId="1751874609" sldId="2147483678"/>
          </pc:sldLayoutMkLst>
        </pc:sldLayoutChg>
        <pc:sldLayoutChg chg="add del">
          <pc:chgData name="Marina Pavlovic" userId="0d7f52ac4825222f" providerId="LiveId" clId="{86856DD6-54C3-4E61-8FFA-C5C59C744505}" dt="2024-01-24T12:52:51.400" v="153" actId="26606"/>
          <pc:sldLayoutMkLst>
            <pc:docMk/>
            <pc:sldMasterMk cId="1923260945" sldId="2147483683"/>
            <pc:sldLayoutMk cId="3739177582" sldId="2147483679"/>
          </pc:sldLayoutMkLst>
        </pc:sldLayoutChg>
        <pc:sldLayoutChg chg="add del">
          <pc:chgData name="Marina Pavlovic" userId="0d7f52ac4825222f" providerId="LiveId" clId="{86856DD6-54C3-4E61-8FFA-C5C59C744505}" dt="2024-01-24T12:52:51.400" v="153" actId="26606"/>
          <pc:sldLayoutMkLst>
            <pc:docMk/>
            <pc:sldMasterMk cId="1923260945" sldId="2147483683"/>
            <pc:sldLayoutMk cId="2260779529" sldId="2147483680"/>
          </pc:sldLayoutMkLst>
        </pc:sldLayoutChg>
        <pc:sldLayoutChg chg="add del">
          <pc:chgData name="Marina Pavlovic" userId="0d7f52ac4825222f" providerId="LiveId" clId="{86856DD6-54C3-4E61-8FFA-C5C59C744505}" dt="2024-01-24T12:52:51.400" v="153" actId="26606"/>
          <pc:sldLayoutMkLst>
            <pc:docMk/>
            <pc:sldMasterMk cId="1923260945" sldId="2147483683"/>
            <pc:sldLayoutMk cId="1532432502" sldId="2147483681"/>
          </pc:sldLayoutMkLst>
        </pc:sldLayoutChg>
        <pc:sldLayoutChg chg="add del">
          <pc:chgData name="Marina Pavlovic" userId="0d7f52ac4825222f" providerId="LiveId" clId="{86856DD6-54C3-4E61-8FFA-C5C59C744505}" dt="2024-01-24T12:52:51.400" v="153" actId="26606"/>
          <pc:sldLayoutMkLst>
            <pc:docMk/>
            <pc:sldMasterMk cId="1923260945" sldId="2147483683"/>
            <pc:sldLayoutMk cId="2189216214" sldId="2147483682"/>
          </pc:sldLayoutMkLst>
        </pc:sldLayoutChg>
      </pc:sldMasterChg>
      <pc:sldMasterChg chg="add del addSldLayout delSldLayout">
        <pc:chgData name="Marina Pavlovic" userId="0d7f52ac4825222f" providerId="LiveId" clId="{86856DD6-54C3-4E61-8FFA-C5C59C744505}" dt="2024-01-24T12:50:50.313" v="139" actId="26606"/>
        <pc:sldMasterMkLst>
          <pc:docMk/>
          <pc:sldMasterMk cId="1950743125" sldId="2147483684"/>
        </pc:sldMasterMkLst>
        <pc:sldLayoutChg chg="add del">
          <pc:chgData name="Marina Pavlovic" userId="0d7f52ac4825222f" providerId="LiveId" clId="{86856DD6-54C3-4E61-8FFA-C5C59C744505}" dt="2024-01-24T12:50:50.313" v="139" actId="26606"/>
          <pc:sldLayoutMkLst>
            <pc:docMk/>
            <pc:sldMasterMk cId="1950743125" sldId="2147483684"/>
            <pc:sldLayoutMk cId="248203089" sldId="2147483685"/>
          </pc:sldLayoutMkLst>
        </pc:sldLayoutChg>
        <pc:sldLayoutChg chg="add del">
          <pc:chgData name="Marina Pavlovic" userId="0d7f52ac4825222f" providerId="LiveId" clId="{86856DD6-54C3-4E61-8FFA-C5C59C744505}" dt="2024-01-24T12:50:50.313" v="139" actId="26606"/>
          <pc:sldLayoutMkLst>
            <pc:docMk/>
            <pc:sldMasterMk cId="1950743125" sldId="2147483684"/>
            <pc:sldLayoutMk cId="4041589011" sldId="2147483686"/>
          </pc:sldLayoutMkLst>
        </pc:sldLayoutChg>
        <pc:sldLayoutChg chg="add del">
          <pc:chgData name="Marina Pavlovic" userId="0d7f52ac4825222f" providerId="LiveId" clId="{86856DD6-54C3-4E61-8FFA-C5C59C744505}" dt="2024-01-24T12:50:50.313" v="139" actId="26606"/>
          <pc:sldLayoutMkLst>
            <pc:docMk/>
            <pc:sldMasterMk cId="1950743125" sldId="2147483684"/>
            <pc:sldLayoutMk cId="3202939994" sldId="2147483687"/>
          </pc:sldLayoutMkLst>
        </pc:sldLayoutChg>
        <pc:sldLayoutChg chg="add del">
          <pc:chgData name="Marina Pavlovic" userId="0d7f52ac4825222f" providerId="LiveId" clId="{86856DD6-54C3-4E61-8FFA-C5C59C744505}" dt="2024-01-24T12:50:50.313" v="139" actId="26606"/>
          <pc:sldLayoutMkLst>
            <pc:docMk/>
            <pc:sldMasterMk cId="1950743125" sldId="2147483684"/>
            <pc:sldLayoutMk cId="187268603" sldId="2147483688"/>
          </pc:sldLayoutMkLst>
        </pc:sldLayoutChg>
        <pc:sldLayoutChg chg="add del">
          <pc:chgData name="Marina Pavlovic" userId="0d7f52ac4825222f" providerId="LiveId" clId="{86856DD6-54C3-4E61-8FFA-C5C59C744505}" dt="2024-01-24T12:50:50.313" v="139" actId="26606"/>
          <pc:sldLayoutMkLst>
            <pc:docMk/>
            <pc:sldMasterMk cId="1950743125" sldId="2147483684"/>
            <pc:sldLayoutMk cId="2551945432" sldId="2147483689"/>
          </pc:sldLayoutMkLst>
        </pc:sldLayoutChg>
        <pc:sldLayoutChg chg="add del">
          <pc:chgData name="Marina Pavlovic" userId="0d7f52ac4825222f" providerId="LiveId" clId="{86856DD6-54C3-4E61-8FFA-C5C59C744505}" dt="2024-01-24T12:50:50.313" v="139" actId="26606"/>
          <pc:sldLayoutMkLst>
            <pc:docMk/>
            <pc:sldMasterMk cId="1950743125" sldId="2147483684"/>
            <pc:sldLayoutMk cId="1573020021" sldId="2147483690"/>
          </pc:sldLayoutMkLst>
        </pc:sldLayoutChg>
        <pc:sldLayoutChg chg="add del">
          <pc:chgData name="Marina Pavlovic" userId="0d7f52ac4825222f" providerId="LiveId" clId="{86856DD6-54C3-4E61-8FFA-C5C59C744505}" dt="2024-01-24T12:50:50.313" v="139" actId="26606"/>
          <pc:sldLayoutMkLst>
            <pc:docMk/>
            <pc:sldMasterMk cId="1950743125" sldId="2147483684"/>
            <pc:sldLayoutMk cId="604185775" sldId="2147483691"/>
          </pc:sldLayoutMkLst>
        </pc:sldLayoutChg>
        <pc:sldLayoutChg chg="add del">
          <pc:chgData name="Marina Pavlovic" userId="0d7f52ac4825222f" providerId="LiveId" clId="{86856DD6-54C3-4E61-8FFA-C5C59C744505}" dt="2024-01-24T12:50:50.313" v="139" actId="26606"/>
          <pc:sldLayoutMkLst>
            <pc:docMk/>
            <pc:sldMasterMk cId="1950743125" sldId="2147483684"/>
            <pc:sldLayoutMk cId="1835150014" sldId="2147483692"/>
          </pc:sldLayoutMkLst>
        </pc:sldLayoutChg>
        <pc:sldLayoutChg chg="add del">
          <pc:chgData name="Marina Pavlovic" userId="0d7f52ac4825222f" providerId="LiveId" clId="{86856DD6-54C3-4E61-8FFA-C5C59C744505}" dt="2024-01-24T12:50:50.313" v="139" actId="26606"/>
          <pc:sldLayoutMkLst>
            <pc:docMk/>
            <pc:sldMasterMk cId="1950743125" sldId="2147483684"/>
            <pc:sldLayoutMk cId="1960299026" sldId="2147483693"/>
          </pc:sldLayoutMkLst>
        </pc:sldLayoutChg>
        <pc:sldLayoutChg chg="add del">
          <pc:chgData name="Marina Pavlovic" userId="0d7f52ac4825222f" providerId="LiveId" clId="{86856DD6-54C3-4E61-8FFA-C5C59C744505}" dt="2024-01-24T12:50:50.313" v="139" actId="26606"/>
          <pc:sldLayoutMkLst>
            <pc:docMk/>
            <pc:sldMasterMk cId="1950743125" sldId="2147483684"/>
            <pc:sldLayoutMk cId="3128285557" sldId="2147483694"/>
          </pc:sldLayoutMkLst>
        </pc:sldLayoutChg>
        <pc:sldLayoutChg chg="add del">
          <pc:chgData name="Marina Pavlovic" userId="0d7f52ac4825222f" providerId="LiveId" clId="{86856DD6-54C3-4E61-8FFA-C5C59C744505}" dt="2024-01-24T12:50:50.313" v="139" actId="26606"/>
          <pc:sldLayoutMkLst>
            <pc:docMk/>
            <pc:sldMasterMk cId="1950743125" sldId="2147483684"/>
            <pc:sldLayoutMk cId="2730502532" sldId="2147483695"/>
          </pc:sldLayoutMkLst>
        </pc:sldLayoutChg>
      </pc:sldMasterChg>
      <pc:sldMasterChg chg="add del addSldLayout delSldLayout">
        <pc:chgData name="Marina Pavlovic" userId="0d7f52ac4825222f" providerId="LiveId" clId="{86856DD6-54C3-4E61-8FFA-C5C59C744505}" dt="2024-01-24T12:47:14.787" v="105" actId="26606"/>
        <pc:sldMasterMkLst>
          <pc:docMk/>
          <pc:sldMasterMk cId="2141164851" sldId="2147483696"/>
        </pc:sldMasterMkLst>
        <pc:sldLayoutChg chg="add del">
          <pc:chgData name="Marina Pavlovic" userId="0d7f52ac4825222f" providerId="LiveId" clId="{86856DD6-54C3-4E61-8FFA-C5C59C744505}" dt="2024-01-24T12:47:14.787" v="105" actId="26606"/>
          <pc:sldLayoutMkLst>
            <pc:docMk/>
            <pc:sldMasterMk cId="2141164851" sldId="2147483696"/>
            <pc:sldLayoutMk cId="349005029" sldId="2147483685"/>
          </pc:sldLayoutMkLst>
        </pc:sldLayoutChg>
        <pc:sldLayoutChg chg="add del">
          <pc:chgData name="Marina Pavlovic" userId="0d7f52ac4825222f" providerId="LiveId" clId="{86856DD6-54C3-4E61-8FFA-C5C59C744505}" dt="2024-01-24T12:47:14.787" v="105" actId="26606"/>
          <pc:sldLayoutMkLst>
            <pc:docMk/>
            <pc:sldMasterMk cId="2141164851" sldId="2147483696"/>
            <pc:sldLayoutMk cId="1835970476" sldId="2147483686"/>
          </pc:sldLayoutMkLst>
        </pc:sldLayoutChg>
        <pc:sldLayoutChg chg="add del">
          <pc:chgData name="Marina Pavlovic" userId="0d7f52ac4825222f" providerId="LiveId" clId="{86856DD6-54C3-4E61-8FFA-C5C59C744505}" dt="2024-01-24T12:47:14.787" v="105" actId="26606"/>
          <pc:sldLayoutMkLst>
            <pc:docMk/>
            <pc:sldMasterMk cId="2141164851" sldId="2147483696"/>
            <pc:sldLayoutMk cId="907712380" sldId="2147483687"/>
          </pc:sldLayoutMkLst>
        </pc:sldLayoutChg>
        <pc:sldLayoutChg chg="add del">
          <pc:chgData name="Marina Pavlovic" userId="0d7f52ac4825222f" providerId="LiveId" clId="{86856DD6-54C3-4E61-8FFA-C5C59C744505}" dt="2024-01-24T12:47:14.787" v="105" actId="26606"/>
          <pc:sldLayoutMkLst>
            <pc:docMk/>
            <pc:sldMasterMk cId="2141164851" sldId="2147483696"/>
            <pc:sldLayoutMk cId="1617085754" sldId="2147483688"/>
          </pc:sldLayoutMkLst>
        </pc:sldLayoutChg>
        <pc:sldLayoutChg chg="add del">
          <pc:chgData name="Marina Pavlovic" userId="0d7f52ac4825222f" providerId="LiveId" clId="{86856DD6-54C3-4E61-8FFA-C5C59C744505}" dt="2024-01-24T12:47:14.787" v="105" actId="26606"/>
          <pc:sldLayoutMkLst>
            <pc:docMk/>
            <pc:sldMasterMk cId="2141164851" sldId="2147483696"/>
            <pc:sldLayoutMk cId="2355048008" sldId="2147483689"/>
          </pc:sldLayoutMkLst>
        </pc:sldLayoutChg>
        <pc:sldLayoutChg chg="add del">
          <pc:chgData name="Marina Pavlovic" userId="0d7f52ac4825222f" providerId="LiveId" clId="{86856DD6-54C3-4E61-8FFA-C5C59C744505}" dt="2024-01-24T12:47:14.787" v="105" actId="26606"/>
          <pc:sldLayoutMkLst>
            <pc:docMk/>
            <pc:sldMasterMk cId="2141164851" sldId="2147483696"/>
            <pc:sldLayoutMk cId="1971828583" sldId="2147483690"/>
          </pc:sldLayoutMkLst>
        </pc:sldLayoutChg>
        <pc:sldLayoutChg chg="add del">
          <pc:chgData name="Marina Pavlovic" userId="0d7f52ac4825222f" providerId="LiveId" clId="{86856DD6-54C3-4E61-8FFA-C5C59C744505}" dt="2024-01-24T12:47:14.787" v="105" actId="26606"/>
          <pc:sldLayoutMkLst>
            <pc:docMk/>
            <pc:sldMasterMk cId="2141164851" sldId="2147483696"/>
            <pc:sldLayoutMk cId="495301999" sldId="2147483691"/>
          </pc:sldLayoutMkLst>
        </pc:sldLayoutChg>
        <pc:sldLayoutChg chg="add del">
          <pc:chgData name="Marina Pavlovic" userId="0d7f52ac4825222f" providerId="LiveId" clId="{86856DD6-54C3-4E61-8FFA-C5C59C744505}" dt="2024-01-24T12:47:14.787" v="105" actId="26606"/>
          <pc:sldLayoutMkLst>
            <pc:docMk/>
            <pc:sldMasterMk cId="2141164851" sldId="2147483696"/>
            <pc:sldLayoutMk cId="258074328" sldId="2147483692"/>
          </pc:sldLayoutMkLst>
        </pc:sldLayoutChg>
        <pc:sldLayoutChg chg="add del">
          <pc:chgData name="Marina Pavlovic" userId="0d7f52ac4825222f" providerId="LiveId" clId="{86856DD6-54C3-4E61-8FFA-C5C59C744505}" dt="2024-01-24T12:47:14.787" v="105" actId="26606"/>
          <pc:sldLayoutMkLst>
            <pc:docMk/>
            <pc:sldMasterMk cId="2141164851" sldId="2147483696"/>
            <pc:sldLayoutMk cId="3285509553" sldId="2147483693"/>
          </pc:sldLayoutMkLst>
        </pc:sldLayoutChg>
        <pc:sldLayoutChg chg="add del">
          <pc:chgData name="Marina Pavlovic" userId="0d7f52ac4825222f" providerId="LiveId" clId="{86856DD6-54C3-4E61-8FFA-C5C59C744505}" dt="2024-01-24T12:47:14.787" v="105" actId="26606"/>
          <pc:sldLayoutMkLst>
            <pc:docMk/>
            <pc:sldMasterMk cId="2141164851" sldId="2147483696"/>
            <pc:sldLayoutMk cId="318321697" sldId="2147483694"/>
          </pc:sldLayoutMkLst>
        </pc:sldLayoutChg>
        <pc:sldLayoutChg chg="add del">
          <pc:chgData name="Marina Pavlovic" userId="0d7f52ac4825222f" providerId="LiveId" clId="{86856DD6-54C3-4E61-8FFA-C5C59C744505}" dt="2024-01-24T12:47:14.787" v="105" actId="26606"/>
          <pc:sldLayoutMkLst>
            <pc:docMk/>
            <pc:sldMasterMk cId="2141164851" sldId="2147483696"/>
            <pc:sldLayoutMk cId="1488160384" sldId="2147483695"/>
          </pc:sldLayoutMkLst>
        </pc:sldLayoutChg>
      </pc:sldMasterChg>
      <pc:sldMasterChg chg="add del addSldLayout delSldLayout">
        <pc:chgData name="Marina Pavlovic" userId="0d7f52ac4825222f" providerId="LiveId" clId="{86856DD6-54C3-4E61-8FFA-C5C59C744505}" dt="2024-01-24T12:47:21.906" v="107" actId="26606"/>
        <pc:sldMasterMkLst>
          <pc:docMk/>
          <pc:sldMasterMk cId="1447785829" sldId="2147483709"/>
        </pc:sldMasterMkLst>
        <pc:sldLayoutChg chg="add del">
          <pc:chgData name="Marina Pavlovic" userId="0d7f52ac4825222f" providerId="LiveId" clId="{86856DD6-54C3-4E61-8FFA-C5C59C744505}" dt="2024-01-24T12:47:21.906" v="107" actId="26606"/>
          <pc:sldLayoutMkLst>
            <pc:docMk/>
            <pc:sldMasterMk cId="1447785829" sldId="2147483709"/>
            <pc:sldLayoutMk cId="983978789" sldId="2147483698"/>
          </pc:sldLayoutMkLst>
        </pc:sldLayoutChg>
        <pc:sldLayoutChg chg="add del">
          <pc:chgData name="Marina Pavlovic" userId="0d7f52ac4825222f" providerId="LiveId" clId="{86856DD6-54C3-4E61-8FFA-C5C59C744505}" dt="2024-01-24T12:47:21.906" v="107" actId="26606"/>
          <pc:sldLayoutMkLst>
            <pc:docMk/>
            <pc:sldMasterMk cId="1447785829" sldId="2147483709"/>
            <pc:sldLayoutMk cId="2080603250" sldId="2147483699"/>
          </pc:sldLayoutMkLst>
        </pc:sldLayoutChg>
        <pc:sldLayoutChg chg="add del">
          <pc:chgData name="Marina Pavlovic" userId="0d7f52ac4825222f" providerId="LiveId" clId="{86856DD6-54C3-4E61-8FFA-C5C59C744505}" dt="2024-01-24T12:47:21.906" v="107" actId="26606"/>
          <pc:sldLayoutMkLst>
            <pc:docMk/>
            <pc:sldMasterMk cId="1447785829" sldId="2147483709"/>
            <pc:sldLayoutMk cId="2118570490" sldId="2147483700"/>
          </pc:sldLayoutMkLst>
        </pc:sldLayoutChg>
        <pc:sldLayoutChg chg="add del">
          <pc:chgData name="Marina Pavlovic" userId="0d7f52ac4825222f" providerId="LiveId" clId="{86856DD6-54C3-4E61-8FFA-C5C59C744505}" dt="2024-01-24T12:47:21.906" v="107" actId="26606"/>
          <pc:sldLayoutMkLst>
            <pc:docMk/>
            <pc:sldMasterMk cId="1447785829" sldId="2147483709"/>
            <pc:sldLayoutMk cId="2031294621" sldId="2147483701"/>
          </pc:sldLayoutMkLst>
        </pc:sldLayoutChg>
        <pc:sldLayoutChg chg="add del">
          <pc:chgData name="Marina Pavlovic" userId="0d7f52ac4825222f" providerId="LiveId" clId="{86856DD6-54C3-4E61-8FFA-C5C59C744505}" dt="2024-01-24T12:47:21.906" v="107" actId="26606"/>
          <pc:sldLayoutMkLst>
            <pc:docMk/>
            <pc:sldMasterMk cId="1447785829" sldId="2147483709"/>
            <pc:sldLayoutMk cId="3176665506" sldId="2147483702"/>
          </pc:sldLayoutMkLst>
        </pc:sldLayoutChg>
        <pc:sldLayoutChg chg="add del">
          <pc:chgData name="Marina Pavlovic" userId="0d7f52ac4825222f" providerId="LiveId" clId="{86856DD6-54C3-4E61-8FFA-C5C59C744505}" dt="2024-01-24T12:47:21.906" v="107" actId="26606"/>
          <pc:sldLayoutMkLst>
            <pc:docMk/>
            <pc:sldMasterMk cId="1447785829" sldId="2147483709"/>
            <pc:sldLayoutMk cId="2047586020" sldId="2147483703"/>
          </pc:sldLayoutMkLst>
        </pc:sldLayoutChg>
        <pc:sldLayoutChg chg="add del">
          <pc:chgData name="Marina Pavlovic" userId="0d7f52ac4825222f" providerId="LiveId" clId="{86856DD6-54C3-4E61-8FFA-C5C59C744505}" dt="2024-01-24T12:47:21.906" v="107" actId="26606"/>
          <pc:sldLayoutMkLst>
            <pc:docMk/>
            <pc:sldMasterMk cId="1447785829" sldId="2147483709"/>
            <pc:sldLayoutMk cId="247644526" sldId="2147483704"/>
          </pc:sldLayoutMkLst>
        </pc:sldLayoutChg>
        <pc:sldLayoutChg chg="add del">
          <pc:chgData name="Marina Pavlovic" userId="0d7f52ac4825222f" providerId="LiveId" clId="{86856DD6-54C3-4E61-8FFA-C5C59C744505}" dt="2024-01-24T12:47:21.906" v="107" actId="26606"/>
          <pc:sldLayoutMkLst>
            <pc:docMk/>
            <pc:sldMasterMk cId="1447785829" sldId="2147483709"/>
            <pc:sldLayoutMk cId="2547780482" sldId="2147483705"/>
          </pc:sldLayoutMkLst>
        </pc:sldLayoutChg>
        <pc:sldLayoutChg chg="add del">
          <pc:chgData name="Marina Pavlovic" userId="0d7f52ac4825222f" providerId="LiveId" clId="{86856DD6-54C3-4E61-8FFA-C5C59C744505}" dt="2024-01-24T12:47:21.906" v="107" actId="26606"/>
          <pc:sldLayoutMkLst>
            <pc:docMk/>
            <pc:sldMasterMk cId="1447785829" sldId="2147483709"/>
            <pc:sldLayoutMk cId="2812524123" sldId="2147483706"/>
          </pc:sldLayoutMkLst>
        </pc:sldLayoutChg>
        <pc:sldLayoutChg chg="add del">
          <pc:chgData name="Marina Pavlovic" userId="0d7f52ac4825222f" providerId="LiveId" clId="{86856DD6-54C3-4E61-8FFA-C5C59C744505}" dt="2024-01-24T12:47:21.906" v="107" actId="26606"/>
          <pc:sldLayoutMkLst>
            <pc:docMk/>
            <pc:sldMasterMk cId="1447785829" sldId="2147483709"/>
            <pc:sldLayoutMk cId="2935025089" sldId="2147483707"/>
          </pc:sldLayoutMkLst>
        </pc:sldLayoutChg>
        <pc:sldLayoutChg chg="add del">
          <pc:chgData name="Marina Pavlovic" userId="0d7f52ac4825222f" providerId="LiveId" clId="{86856DD6-54C3-4E61-8FFA-C5C59C744505}" dt="2024-01-24T12:47:21.906" v="107" actId="26606"/>
          <pc:sldLayoutMkLst>
            <pc:docMk/>
            <pc:sldMasterMk cId="1447785829" sldId="2147483709"/>
            <pc:sldLayoutMk cId="2017834671" sldId="2147483708"/>
          </pc:sldLayoutMkLst>
        </pc:sldLayoutChg>
      </pc:sldMasterChg>
      <pc:sldMasterChg chg="add del addSldLayout delSldLayout">
        <pc:chgData name="Marina Pavlovic" userId="0d7f52ac4825222f" providerId="LiveId" clId="{86856DD6-54C3-4E61-8FFA-C5C59C744505}" dt="2024-01-24T12:51:06.372" v="141" actId="26606"/>
        <pc:sldMasterMkLst>
          <pc:docMk/>
          <pc:sldMasterMk cId="149725937" sldId="2147483720"/>
        </pc:sldMasterMkLst>
        <pc:sldLayoutChg chg="add del">
          <pc:chgData name="Marina Pavlovic" userId="0d7f52ac4825222f" providerId="LiveId" clId="{86856DD6-54C3-4E61-8FFA-C5C59C744505}" dt="2024-01-24T12:51:06.372" v="141" actId="26606"/>
          <pc:sldLayoutMkLst>
            <pc:docMk/>
            <pc:sldMasterMk cId="149725937" sldId="2147483720"/>
            <pc:sldLayoutMk cId="2053586300" sldId="2147483709"/>
          </pc:sldLayoutMkLst>
        </pc:sldLayoutChg>
        <pc:sldLayoutChg chg="add del">
          <pc:chgData name="Marina Pavlovic" userId="0d7f52ac4825222f" providerId="LiveId" clId="{86856DD6-54C3-4E61-8FFA-C5C59C744505}" dt="2024-01-24T12:51:06.372" v="141" actId="26606"/>
          <pc:sldLayoutMkLst>
            <pc:docMk/>
            <pc:sldMasterMk cId="149725937" sldId="2147483720"/>
            <pc:sldLayoutMk cId="3783431982" sldId="2147483710"/>
          </pc:sldLayoutMkLst>
        </pc:sldLayoutChg>
        <pc:sldLayoutChg chg="add del">
          <pc:chgData name="Marina Pavlovic" userId="0d7f52ac4825222f" providerId="LiveId" clId="{86856DD6-54C3-4E61-8FFA-C5C59C744505}" dt="2024-01-24T12:51:06.372" v="141" actId="26606"/>
          <pc:sldLayoutMkLst>
            <pc:docMk/>
            <pc:sldMasterMk cId="149725937" sldId="2147483720"/>
            <pc:sldLayoutMk cId="334465133" sldId="2147483711"/>
          </pc:sldLayoutMkLst>
        </pc:sldLayoutChg>
        <pc:sldLayoutChg chg="add del">
          <pc:chgData name="Marina Pavlovic" userId="0d7f52ac4825222f" providerId="LiveId" clId="{86856DD6-54C3-4E61-8FFA-C5C59C744505}" dt="2024-01-24T12:51:06.372" v="141" actId="26606"/>
          <pc:sldLayoutMkLst>
            <pc:docMk/>
            <pc:sldMasterMk cId="149725937" sldId="2147483720"/>
            <pc:sldLayoutMk cId="3139744144" sldId="2147483712"/>
          </pc:sldLayoutMkLst>
        </pc:sldLayoutChg>
        <pc:sldLayoutChg chg="add del">
          <pc:chgData name="Marina Pavlovic" userId="0d7f52ac4825222f" providerId="LiveId" clId="{86856DD6-54C3-4E61-8FFA-C5C59C744505}" dt="2024-01-24T12:51:06.372" v="141" actId="26606"/>
          <pc:sldLayoutMkLst>
            <pc:docMk/>
            <pc:sldMasterMk cId="149725937" sldId="2147483720"/>
            <pc:sldLayoutMk cId="1391356925" sldId="2147483713"/>
          </pc:sldLayoutMkLst>
        </pc:sldLayoutChg>
        <pc:sldLayoutChg chg="add del">
          <pc:chgData name="Marina Pavlovic" userId="0d7f52ac4825222f" providerId="LiveId" clId="{86856DD6-54C3-4E61-8FFA-C5C59C744505}" dt="2024-01-24T12:51:06.372" v="141" actId="26606"/>
          <pc:sldLayoutMkLst>
            <pc:docMk/>
            <pc:sldMasterMk cId="149725937" sldId="2147483720"/>
            <pc:sldLayoutMk cId="1026266637" sldId="2147483714"/>
          </pc:sldLayoutMkLst>
        </pc:sldLayoutChg>
        <pc:sldLayoutChg chg="add del">
          <pc:chgData name="Marina Pavlovic" userId="0d7f52ac4825222f" providerId="LiveId" clId="{86856DD6-54C3-4E61-8FFA-C5C59C744505}" dt="2024-01-24T12:51:06.372" v="141" actId="26606"/>
          <pc:sldLayoutMkLst>
            <pc:docMk/>
            <pc:sldMasterMk cId="149725937" sldId="2147483720"/>
            <pc:sldLayoutMk cId="106497397" sldId="2147483715"/>
          </pc:sldLayoutMkLst>
        </pc:sldLayoutChg>
        <pc:sldLayoutChg chg="add del">
          <pc:chgData name="Marina Pavlovic" userId="0d7f52ac4825222f" providerId="LiveId" clId="{86856DD6-54C3-4E61-8FFA-C5C59C744505}" dt="2024-01-24T12:51:06.372" v="141" actId="26606"/>
          <pc:sldLayoutMkLst>
            <pc:docMk/>
            <pc:sldMasterMk cId="149725937" sldId="2147483720"/>
            <pc:sldLayoutMk cId="37373547" sldId="2147483716"/>
          </pc:sldLayoutMkLst>
        </pc:sldLayoutChg>
        <pc:sldLayoutChg chg="add del">
          <pc:chgData name="Marina Pavlovic" userId="0d7f52ac4825222f" providerId="LiveId" clId="{86856DD6-54C3-4E61-8FFA-C5C59C744505}" dt="2024-01-24T12:51:06.372" v="141" actId="26606"/>
          <pc:sldLayoutMkLst>
            <pc:docMk/>
            <pc:sldMasterMk cId="149725937" sldId="2147483720"/>
            <pc:sldLayoutMk cId="3861497012" sldId="2147483717"/>
          </pc:sldLayoutMkLst>
        </pc:sldLayoutChg>
        <pc:sldLayoutChg chg="add del">
          <pc:chgData name="Marina Pavlovic" userId="0d7f52ac4825222f" providerId="LiveId" clId="{86856DD6-54C3-4E61-8FFA-C5C59C744505}" dt="2024-01-24T12:51:06.372" v="141" actId="26606"/>
          <pc:sldLayoutMkLst>
            <pc:docMk/>
            <pc:sldMasterMk cId="149725937" sldId="2147483720"/>
            <pc:sldLayoutMk cId="544230273" sldId="2147483718"/>
          </pc:sldLayoutMkLst>
        </pc:sldLayoutChg>
        <pc:sldLayoutChg chg="add del">
          <pc:chgData name="Marina Pavlovic" userId="0d7f52ac4825222f" providerId="LiveId" clId="{86856DD6-54C3-4E61-8FFA-C5C59C744505}" dt="2024-01-24T12:51:06.372" v="141" actId="26606"/>
          <pc:sldLayoutMkLst>
            <pc:docMk/>
            <pc:sldMasterMk cId="149725937" sldId="2147483720"/>
            <pc:sldLayoutMk cId="2009365841" sldId="2147483719"/>
          </pc:sldLayoutMkLst>
        </pc:sldLayoutChg>
      </pc:sldMasterChg>
      <pc:sldMasterChg chg="add del addSldLayout delSldLayout">
        <pc:chgData name="Marina Pavlovic" userId="0d7f52ac4825222f" providerId="LiveId" clId="{86856DD6-54C3-4E61-8FFA-C5C59C744505}" dt="2024-01-24T12:49:03.960" v="125" actId="26606"/>
        <pc:sldMasterMkLst>
          <pc:docMk/>
          <pc:sldMasterMk cId="4245354275" sldId="2147483720"/>
        </pc:sldMasterMkLst>
        <pc:sldLayoutChg chg="add del">
          <pc:chgData name="Marina Pavlovic" userId="0d7f52ac4825222f" providerId="LiveId" clId="{86856DD6-54C3-4E61-8FFA-C5C59C744505}" dt="2024-01-24T12:49:03.960" v="125" actId="26606"/>
          <pc:sldLayoutMkLst>
            <pc:docMk/>
            <pc:sldMasterMk cId="4245354275" sldId="2147483720"/>
            <pc:sldLayoutMk cId="887697477" sldId="2147483709"/>
          </pc:sldLayoutMkLst>
        </pc:sldLayoutChg>
        <pc:sldLayoutChg chg="add del">
          <pc:chgData name="Marina Pavlovic" userId="0d7f52ac4825222f" providerId="LiveId" clId="{86856DD6-54C3-4E61-8FFA-C5C59C744505}" dt="2024-01-24T12:49:03.960" v="125" actId="26606"/>
          <pc:sldLayoutMkLst>
            <pc:docMk/>
            <pc:sldMasterMk cId="4245354275" sldId="2147483720"/>
            <pc:sldLayoutMk cId="2141657289" sldId="2147483710"/>
          </pc:sldLayoutMkLst>
        </pc:sldLayoutChg>
        <pc:sldLayoutChg chg="add del">
          <pc:chgData name="Marina Pavlovic" userId="0d7f52ac4825222f" providerId="LiveId" clId="{86856DD6-54C3-4E61-8FFA-C5C59C744505}" dt="2024-01-24T12:49:03.960" v="125" actId="26606"/>
          <pc:sldLayoutMkLst>
            <pc:docMk/>
            <pc:sldMasterMk cId="4245354275" sldId="2147483720"/>
            <pc:sldLayoutMk cId="751057306" sldId="2147483711"/>
          </pc:sldLayoutMkLst>
        </pc:sldLayoutChg>
        <pc:sldLayoutChg chg="add del">
          <pc:chgData name="Marina Pavlovic" userId="0d7f52ac4825222f" providerId="LiveId" clId="{86856DD6-54C3-4E61-8FFA-C5C59C744505}" dt="2024-01-24T12:49:03.960" v="125" actId="26606"/>
          <pc:sldLayoutMkLst>
            <pc:docMk/>
            <pc:sldMasterMk cId="4245354275" sldId="2147483720"/>
            <pc:sldLayoutMk cId="1972372108" sldId="2147483712"/>
          </pc:sldLayoutMkLst>
        </pc:sldLayoutChg>
        <pc:sldLayoutChg chg="add del">
          <pc:chgData name="Marina Pavlovic" userId="0d7f52ac4825222f" providerId="LiveId" clId="{86856DD6-54C3-4E61-8FFA-C5C59C744505}" dt="2024-01-24T12:49:03.960" v="125" actId="26606"/>
          <pc:sldLayoutMkLst>
            <pc:docMk/>
            <pc:sldMasterMk cId="4245354275" sldId="2147483720"/>
            <pc:sldLayoutMk cId="3535267650" sldId="2147483713"/>
          </pc:sldLayoutMkLst>
        </pc:sldLayoutChg>
        <pc:sldLayoutChg chg="add del">
          <pc:chgData name="Marina Pavlovic" userId="0d7f52ac4825222f" providerId="LiveId" clId="{86856DD6-54C3-4E61-8FFA-C5C59C744505}" dt="2024-01-24T12:49:03.960" v="125" actId="26606"/>
          <pc:sldLayoutMkLst>
            <pc:docMk/>
            <pc:sldMasterMk cId="4245354275" sldId="2147483720"/>
            <pc:sldLayoutMk cId="2968433941" sldId="2147483714"/>
          </pc:sldLayoutMkLst>
        </pc:sldLayoutChg>
        <pc:sldLayoutChg chg="add del">
          <pc:chgData name="Marina Pavlovic" userId="0d7f52ac4825222f" providerId="LiveId" clId="{86856DD6-54C3-4E61-8FFA-C5C59C744505}" dt="2024-01-24T12:49:03.960" v="125" actId="26606"/>
          <pc:sldLayoutMkLst>
            <pc:docMk/>
            <pc:sldMasterMk cId="4245354275" sldId="2147483720"/>
            <pc:sldLayoutMk cId="3224414445" sldId="2147483715"/>
          </pc:sldLayoutMkLst>
        </pc:sldLayoutChg>
        <pc:sldLayoutChg chg="add del">
          <pc:chgData name="Marina Pavlovic" userId="0d7f52ac4825222f" providerId="LiveId" clId="{86856DD6-54C3-4E61-8FFA-C5C59C744505}" dt="2024-01-24T12:49:03.960" v="125" actId="26606"/>
          <pc:sldLayoutMkLst>
            <pc:docMk/>
            <pc:sldMasterMk cId="4245354275" sldId="2147483720"/>
            <pc:sldLayoutMk cId="3133376081" sldId="2147483716"/>
          </pc:sldLayoutMkLst>
        </pc:sldLayoutChg>
        <pc:sldLayoutChg chg="add del">
          <pc:chgData name="Marina Pavlovic" userId="0d7f52ac4825222f" providerId="LiveId" clId="{86856DD6-54C3-4E61-8FFA-C5C59C744505}" dt="2024-01-24T12:49:03.960" v="125" actId="26606"/>
          <pc:sldLayoutMkLst>
            <pc:docMk/>
            <pc:sldMasterMk cId="4245354275" sldId="2147483720"/>
            <pc:sldLayoutMk cId="1069298790" sldId="2147483717"/>
          </pc:sldLayoutMkLst>
        </pc:sldLayoutChg>
        <pc:sldLayoutChg chg="add del">
          <pc:chgData name="Marina Pavlovic" userId="0d7f52ac4825222f" providerId="LiveId" clId="{86856DD6-54C3-4E61-8FFA-C5C59C744505}" dt="2024-01-24T12:49:03.960" v="125" actId="26606"/>
          <pc:sldLayoutMkLst>
            <pc:docMk/>
            <pc:sldMasterMk cId="4245354275" sldId="2147483720"/>
            <pc:sldLayoutMk cId="3458945" sldId="2147483718"/>
          </pc:sldLayoutMkLst>
        </pc:sldLayoutChg>
        <pc:sldLayoutChg chg="add del">
          <pc:chgData name="Marina Pavlovic" userId="0d7f52ac4825222f" providerId="LiveId" clId="{86856DD6-54C3-4E61-8FFA-C5C59C744505}" dt="2024-01-24T12:49:03.960" v="125" actId="26606"/>
          <pc:sldLayoutMkLst>
            <pc:docMk/>
            <pc:sldMasterMk cId="4245354275" sldId="2147483720"/>
            <pc:sldLayoutMk cId="13321591" sldId="2147483719"/>
          </pc:sldLayoutMkLst>
        </pc:sldLayoutChg>
      </pc:sldMasterChg>
      <pc:sldMasterChg chg="add del addSldLayout delSldLayout">
        <pc:chgData name="Marina Pavlovic" userId="0d7f52ac4825222f" providerId="LiveId" clId="{86856DD6-54C3-4E61-8FFA-C5C59C744505}" dt="2024-01-24T12:47:43.292" v="109" actId="26606"/>
        <pc:sldMasterMkLst>
          <pc:docMk/>
          <pc:sldMasterMk cId="3705651517" sldId="2147483722"/>
        </pc:sldMasterMkLst>
        <pc:sldLayoutChg chg="add del">
          <pc:chgData name="Marina Pavlovic" userId="0d7f52ac4825222f" providerId="LiveId" clId="{86856DD6-54C3-4E61-8FFA-C5C59C744505}" dt="2024-01-24T12:47:43.292" v="109" actId="26606"/>
          <pc:sldLayoutMkLst>
            <pc:docMk/>
            <pc:sldMasterMk cId="3705651517" sldId="2147483722"/>
            <pc:sldLayoutMk cId="3699722473" sldId="2147483711"/>
          </pc:sldLayoutMkLst>
        </pc:sldLayoutChg>
        <pc:sldLayoutChg chg="add del">
          <pc:chgData name="Marina Pavlovic" userId="0d7f52ac4825222f" providerId="LiveId" clId="{86856DD6-54C3-4E61-8FFA-C5C59C744505}" dt="2024-01-24T12:47:43.292" v="109" actId="26606"/>
          <pc:sldLayoutMkLst>
            <pc:docMk/>
            <pc:sldMasterMk cId="3705651517" sldId="2147483722"/>
            <pc:sldLayoutMk cId="2212359651" sldId="2147483712"/>
          </pc:sldLayoutMkLst>
        </pc:sldLayoutChg>
        <pc:sldLayoutChg chg="add del">
          <pc:chgData name="Marina Pavlovic" userId="0d7f52ac4825222f" providerId="LiveId" clId="{86856DD6-54C3-4E61-8FFA-C5C59C744505}" dt="2024-01-24T12:47:43.292" v="109" actId="26606"/>
          <pc:sldLayoutMkLst>
            <pc:docMk/>
            <pc:sldMasterMk cId="3705651517" sldId="2147483722"/>
            <pc:sldLayoutMk cId="4220842197" sldId="2147483713"/>
          </pc:sldLayoutMkLst>
        </pc:sldLayoutChg>
        <pc:sldLayoutChg chg="add del">
          <pc:chgData name="Marina Pavlovic" userId="0d7f52ac4825222f" providerId="LiveId" clId="{86856DD6-54C3-4E61-8FFA-C5C59C744505}" dt="2024-01-24T12:47:43.292" v="109" actId="26606"/>
          <pc:sldLayoutMkLst>
            <pc:docMk/>
            <pc:sldMasterMk cId="3705651517" sldId="2147483722"/>
            <pc:sldLayoutMk cId="768865203" sldId="2147483714"/>
          </pc:sldLayoutMkLst>
        </pc:sldLayoutChg>
        <pc:sldLayoutChg chg="add del">
          <pc:chgData name="Marina Pavlovic" userId="0d7f52ac4825222f" providerId="LiveId" clId="{86856DD6-54C3-4E61-8FFA-C5C59C744505}" dt="2024-01-24T12:47:43.292" v="109" actId="26606"/>
          <pc:sldLayoutMkLst>
            <pc:docMk/>
            <pc:sldMasterMk cId="3705651517" sldId="2147483722"/>
            <pc:sldLayoutMk cId="2384736082" sldId="2147483715"/>
          </pc:sldLayoutMkLst>
        </pc:sldLayoutChg>
        <pc:sldLayoutChg chg="add del">
          <pc:chgData name="Marina Pavlovic" userId="0d7f52ac4825222f" providerId="LiveId" clId="{86856DD6-54C3-4E61-8FFA-C5C59C744505}" dt="2024-01-24T12:47:43.292" v="109" actId="26606"/>
          <pc:sldLayoutMkLst>
            <pc:docMk/>
            <pc:sldMasterMk cId="3705651517" sldId="2147483722"/>
            <pc:sldLayoutMk cId="4026878628" sldId="2147483716"/>
          </pc:sldLayoutMkLst>
        </pc:sldLayoutChg>
        <pc:sldLayoutChg chg="add del">
          <pc:chgData name="Marina Pavlovic" userId="0d7f52ac4825222f" providerId="LiveId" clId="{86856DD6-54C3-4E61-8FFA-C5C59C744505}" dt="2024-01-24T12:47:43.292" v="109" actId="26606"/>
          <pc:sldLayoutMkLst>
            <pc:docMk/>
            <pc:sldMasterMk cId="3705651517" sldId="2147483722"/>
            <pc:sldLayoutMk cId="2224135811" sldId="2147483717"/>
          </pc:sldLayoutMkLst>
        </pc:sldLayoutChg>
        <pc:sldLayoutChg chg="add del">
          <pc:chgData name="Marina Pavlovic" userId="0d7f52ac4825222f" providerId="LiveId" clId="{86856DD6-54C3-4E61-8FFA-C5C59C744505}" dt="2024-01-24T12:47:43.292" v="109" actId="26606"/>
          <pc:sldLayoutMkLst>
            <pc:docMk/>
            <pc:sldMasterMk cId="3705651517" sldId="2147483722"/>
            <pc:sldLayoutMk cId="1895574753" sldId="2147483718"/>
          </pc:sldLayoutMkLst>
        </pc:sldLayoutChg>
        <pc:sldLayoutChg chg="add del">
          <pc:chgData name="Marina Pavlovic" userId="0d7f52ac4825222f" providerId="LiveId" clId="{86856DD6-54C3-4E61-8FFA-C5C59C744505}" dt="2024-01-24T12:47:43.292" v="109" actId="26606"/>
          <pc:sldLayoutMkLst>
            <pc:docMk/>
            <pc:sldMasterMk cId="3705651517" sldId="2147483722"/>
            <pc:sldLayoutMk cId="1799727124" sldId="2147483719"/>
          </pc:sldLayoutMkLst>
        </pc:sldLayoutChg>
        <pc:sldLayoutChg chg="add del">
          <pc:chgData name="Marina Pavlovic" userId="0d7f52ac4825222f" providerId="LiveId" clId="{86856DD6-54C3-4E61-8FFA-C5C59C744505}" dt="2024-01-24T12:47:43.292" v="109" actId="26606"/>
          <pc:sldLayoutMkLst>
            <pc:docMk/>
            <pc:sldMasterMk cId="3705651517" sldId="2147483722"/>
            <pc:sldLayoutMk cId="2271484713" sldId="2147483720"/>
          </pc:sldLayoutMkLst>
        </pc:sldLayoutChg>
        <pc:sldLayoutChg chg="add del">
          <pc:chgData name="Marina Pavlovic" userId="0d7f52ac4825222f" providerId="LiveId" clId="{86856DD6-54C3-4E61-8FFA-C5C59C744505}" dt="2024-01-24T12:47:43.292" v="109" actId="26606"/>
          <pc:sldLayoutMkLst>
            <pc:docMk/>
            <pc:sldMasterMk cId="3705651517" sldId="2147483722"/>
            <pc:sldLayoutMk cId="2361735892" sldId="2147483721"/>
          </pc:sldLayoutMkLst>
        </pc:sldLayoutChg>
      </pc:sldMasterChg>
      <pc:sldMasterChg chg="add del addSldLayout delSldLayout">
        <pc:chgData name="Marina Pavlovic" userId="0d7f52ac4825222f" providerId="LiveId" clId="{86856DD6-54C3-4E61-8FFA-C5C59C744505}" dt="2024-01-24T12:49:09.698" v="127" actId="26606"/>
        <pc:sldMasterMkLst>
          <pc:docMk/>
          <pc:sldMasterMk cId="1328551363" sldId="2147483733"/>
        </pc:sldMasterMkLst>
        <pc:sldLayoutChg chg="add del">
          <pc:chgData name="Marina Pavlovic" userId="0d7f52ac4825222f" providerId="LiveId" clId="{86856DD6-54C3-4E61-8FFA-C5C59C744505}" dt="2024-01-24T12:49:09.698" v="127" actId="26606"/>
          <pc:sldLayoutMkLst>
            <pc:docMk/>
            <pc:sldMasterMk cId="1328551363" sldId="2147483733"/>
            <pc:sldLayoutMk cId="2230514488" sldId="2147483722"/>
          </pc:sldLayoutMkLst>
        </pc:sldLayoutChg>
        <pc:sldLayoutChg chg="add del">
          <pc:chgData name="Marina Pavlovic" userId="0d7f52ac4825222f" providerId="LiveId" clId="{86856DD6-54C3-4E61-8FFA-C5C59C744505}" dt="2024-01-24T12:49:09.698" v="127" actId="26606"/>
          <pc:sldLayoutMkLst>
            <pc:docMk/>
            <pc:sldMasterMk cId="1328551363" sldId="2147483733"/>
            <pc:sldLayoutMk cId="3716476038" sldId="2147483723"/>
          </pc:sldLayoutMkLst>
        </pc:sldLayoutChg>
        <pc:sldLayoutChg chg="add del">
          <pc:chgData name="Marina Pavlovic" userId="0d7f52ac4825222f" providerId="LiveId" clId="{86856DD6-54C3-4E61-8FFA-C5C59C744505}" dt="2024-01-24T12:49:09.698" v="127" actId="26606"/>
          <pc:sldLayoutMkLst>
            <pc:docMk/>
            <pc:sldMasterMk cId="1328551363" sldId="2147483733"/>
            <pc:sldLayoutMk cId="4187141994" sldId="2147483724"/>
          </pc:sldLayoutMkLst>
        </pc:sldLayoutChg>
        <pc:sldLayoutChg chg="add del">
          <pc:chgData name="Marina Pavlovic" userId="0d7f52ac4825222f" providerId="LiveId" clId="{86856DD6-54C3-4E61-8FFA-C5C59C744505}" dt="2024-01-24T12:49:09.698" v="127" actId="26606"/>
          <pc:sldLayoutMkLst>
            <pc:docMk/>
            <pc:sldMasterMk cId="1328551363" sldId="2147483733"/>
            <pc:sldLayoutMk cId="3154799511" sldId="2147483725"/>
          </pc:sldLayoutMkLst>
        </pc:sldLayoutChg>
        <pc:sldLayoutChg chg="add del">
          <pc:chgData name="Marina Pavlovic" userId="0d7f52ac4825222f" providerId="LiveId" clId="{86856DD6-54C3-4E61-8FFA-C5C59C744505}" dt="2024-01-24T12:49:09.698" v="127" actId="26606"/>
          <pc:sldLayoutMkLst>
            <pc:docMk/>
            <pc:sldMasterMk cId="1328551363" sldId="2147483733"/>
            <pc:sldLayoutMk cId="4225139672" sldId="2147483726"/>
          </pc:sldLayoutMkLst>
        </pc:sldLayoutChg>
        <pc:sldLayoutChg chg="add del">
          <pc:chgData name="Marina Pavlovic" userId="0d7f52ac4825222f" providerId="LiveId" clId="{86856DD6-54C3-4E61-8FFA-C5C59C744505}" dt="2024-01-24T12:49:09.698" v="127" actId="26606"/>
          <pc:sldLayoutMkLst>
            <pc:docMk/>
            <pc:sldMasterMk cId="1328551363" sldId="2147483733"/>
            <pc:sldLayoutMk cId="1547497689" sldId="2147483727"/>
          </pc:sldLayoutMkLst>
        </pc:sldLayoutChg>
        <pc:sldLayoutChg chg="add del">
          <pc:chgData name="Marina Pavlovic" userId="0d7f52ac4825222f" providerId="LiveId" clId="{86856DD6-54C3-4E61-8FFA-C5C59C744505}" dt="2024-01-24T12:49:09.698" v="127" actId="26606"/>
          <pc:sldLayoutMkLst>
            <pc:docMk/>
            <pc:sldMasterMk cId="1328551363" sldId="2147483733"/>
            <pc:sldLayoutMk cId="2070774275" sldId="2147483728"/>
          </pc:sldLayoutMkLst>
        </pc:sldLayoutChg>
        <pc:sldLayoutChg chg="add del">
          <pc:chgData name="Marina Pavlovic" userId="0d7f52ac4825222f" providerId="LiveId" clId="{86856DD6-54C3-4E61-8FFA-C5C59C744505}" dt="2024-01-24T12:49:09.698" v="127" actId="26606"/>
          <pc:sldLayoutMkLst>
            <pc:docMk/>
            <pc:sldMasterMk cId="1328551363" sldId="2147483733"/>
            <pc:sldLayoutMk cId="3584954571" sldId="2147483729"/>
          </pc:sldLayoutMkLst>
        </pc:sldLayoutChg>
        <pc:sldLayoutChg chg="add del">
          <pc:chgData name="Marina Pavlovic" userId="0d7f52ac4825222f" providerId="LiveId" clId="{86856DD6-54C3-4E61-8FFA-C5C59C744505}" dt="2024-01-24T12:49:09.698" v="127" actId="26606"/>
          <pc:sldLayoutMkLst>
            <pc:docMk/>
            <pc:sldMasterMk cId="1328551363" sldId="2147483733"/>
            <pc:sldLayoutMk cId="3465395244" sldId="2147483730"/>
          </pc:sldLayoutMkLst>
        </pc:sldLayoutChg>
        <pc:sldLayoutChg chg="add del">
          <pc:chgData name="Marina Pavlovic" userId="0d7f52ac4825222f" providerId="LiveId" clId="{86856DD6-54C3-4E61-8FFA-C5C59C744505}" dt="2024-01-24T12:49:09.698" v="127" actId="26606"/>
          <pc:sldLayoutMkLst>
            <pc:docMk/>
            <pc:sldMasterMk cId="1328551363" sldId="2147483733"/>
            <pc:sldLayoutMk cId="683096695" sldId="2147483731"/>
          </pc:sldLayoutMkLst>
        </pc:sldLayoutChg>
        <pc:sldLayoutChg chg="add del">
          <pc:chgData name="Marina Pavlovic" userId="0d7f52ac4825222f" providerId="LiveId" clId="{86856DD6-54C3-4E61-8FFA-C5C59C744505}" dt="2024-01-24T12:49:09.698" v="127" actId="26606"/>
          <pc:sldLayoutMkLst>
            <pc:docMk/>
            <pc:sldMasterMk cId="1328551363" sldId="2147483733"/>
            <pc:sldLayoutMk cId="2214036532" sldId="2147483732"/>
          </pc:sldLayoutMkLst>
        </pc:sldLayoutChg>
      </pc:sldMasterChg>
      <pc:sldMasterChg chg="add del addSldLayout delSldLayout">
        <pc:chgData name="Marina Pavlovic" userId="0d7f52ac4825222f" providerId="LiveId" clId="{86856DD6-54C3-4E61-8FFA-C5C59C744505}" dt="2024-01-24T12:48:27.119" v="119" actId="26606"/>
        <pc:sldMasterMkLst>
          <pc:docMk/>
          <pc:sldMasterMk cId="3325828759" sldId="2147483735"/>
        </pc:sldMasterMkLst>
        <pc:sldLayoutChg chg="add del">
          <pc:chgData name="Marina Pavlovic" userId="0d7f52ac4825222f" providerId="LiveId" clId="{86856DD6-54C3-4E61-8FFA-C5C59C744505}" dt="2024-01-24T12:48:27.119" v="119" actId="26606"/>
          <pc:sldLayoutMkLst>
            <pc:docMk/>
            <pc:sldMasterMk cId="3325828759" sldId="2147483735"/>
            <pc:sldLayoutMk cId="4050230428" sldId="2147483724"/>
          </pc:sldLayoutMkLst>
        </pc:sldLayoutChg>
        <pc:sldLayoutChg chg="add del">
          <pc:chgData name="Marina Pavlovic" userId="0d7f52ac4825222f" providerId="LiveId" clId="{86856DD6-54C3-4E61-8FFA-C5C59C744505}" dt="2024-01-24T12:48:27.119" v="119" actId="26606"/>
          <pc:sldLayoutMkLst>
            <pc:docMk/>
            <pc:sldMasterMk cId="3325828759" sldId="2147483735"/>
            <pc:sldLayoutMk cId="2966788956" sldId="2147483725"/>
          </pc:sldLayoutMkLst>
        </pc:sldLayoutChg>
        <pc:sldLayoutChg chg="add del">
          <pc:chgData name="Marina Pavlovic" userId="0d7f52ac4825222f" providerId="LiveId" clId="{86856DD6-54C3-4E61-8FFA-C5C59C744505}" dt="2024-01-24T12:48:27.119" v="119" actId="26606"/>
          <pc:sldLayoutMkLst>
            <pc:docMk/>
            <pc:sldMasterMk cId="3325828759" sldId="2147483735"/>
            <pc:sldLayoutMk cId="346634777" sldId="2147483726"/>
          </pc:sldLayoutMkLst>
        </pc:sldLayoutChg>
        <pc:sldLayoutChg chg="add del">
          <pc:chgData name="Marina Pavlovic" userId="0d7f52ac4825222f" providerId="LiveId" clId="{86856DD6-54C3-4E61-8FFA-C5C59C744505}" dt="2024-01-24T12:48:27.119" v="119" actId="26606"/>
          <pc:sldLayoutMkLst>
            <pc:docMk/>
            <pc:sldMasterMk cId="3325828759" sldId="2147483735"/>
            <pc:sldLayoutMk cId="604257634" sldId="2147483727"/>
          </pc:sldLayoutMkLst>
        </pc:sldLayoutChg>
        <pc:sldLayoutChg chg="add del">
          <pc:chgData name="Marina Pavlovic" userId="0d7f52ac4825222f" providerId="LiveId" clId="{86856DD6-54C3-4E61-8FFA-C5C59C744505}" dt="2024-01-24T12:48:27.119" v="119" actId="26606"/>
          <pc:sldLayoutMkLst>
            <pc:docMk/>
            <pc:sldMasterMk cId="3325828759" sldId="2147483735"/>
            <pc:sldLayoutMk cId="109966041" sldId="2147483728"/>
          </pc:sldLayoutMkLst>
        </pc:sldLayoutChg>
        <pc:sldLayoutChg chg="add del">
          <pc:chgData name="Marina Pavlovic" userId="0d7f52ac4825222f" providerId="LiveId" clId="{86856DD6-54C3-4E61-8FFA-C5C59C744505}" dt="2024-01-24T12:48:27.119" v="119" actId="26606"/>
          <pc:sldLayoutMkLst>
            <pc:docMk/>
            <pc:sldMasterMk cId="3325828759" sldId="2147483735"/>
            <pc:sldLayoutMk cId="3040263460" sldId="2147483729"/>
          </pc:sldLayoutMkLst>
        </pc:sldLayoutChg>
        <pc:sldLayoutChg chg="add del">
          <pc:chgData name="Marina Pavlovic" userId="0d7f52ac4825222f" providerId="LiveId" clId="{86856DD6-54C3-4E61-8FFA-C5C59C744505}" dt="2024-01-24T12:48:27.119" v="119" actId="26606"/>
          <pc:sldLayoutMkLst>
            <pc:docMk/>
            <pc:sldMasterMk cId="3325828759" sldId="2147483735"/>
            <pc:sldLayoutMk cId="1362411019" sldId="2147483730"/>
          </pc:sldLayoutMkLst>
        </pc:sldLayoutChg>
        <pc:sldLayoutChg chg="add del">
          <pc:chgData name="Marina Pavlovic" userId="0d7f52ac4825222f" providerId="LiveId" clId="{86856DD6-54C3-4E61-8FFA-C5C59C744505}" dt="2024-01-24T12:48:27.119" v="119" actId="26606"/>
          <pc:sldLayoutMkLst>
            <pc:docMk/>
            <pc:sldMasterMk cId="3325828759" sldId="2147483735"/>
            <pc:sldLayoutMk cId="2014036128" sldId="2147483731"/>
          </pc:sldLayoutMkLst>
        </pc:sldLayoutChg>
        <pc:sldLayoutChg chg="add del">
          <pc:chgData name="Marina Pavlovic" userId="0d7f52ac4825222f" providerId="LiveId" clId="{86856DD6-54C3-4E61-8FFA-C5C59C744505}" dt="2024-01-24T12:48:27.119" v="119" actId="26606"/>
          <pc:sldLayoutMkLst>
            <pc:docMk/>
            <pc:sldMasterMk cId="3325828759" sldId="2147483735"/>
            <pc:sldLayoutMk cId="3238393448" sldId="2147483732"/>
          </pc:sldLayoutMkLst>
        </pc:sldLayoutChg>
        <pc:sldLayoutChg chg="add del">
          <pc:chgData name="Marina Pavlovic" userId="0d7f52ac4825222f" providerId="LiveId" clId="{86856DD6-54C3-4E61-8FFA-C5C59C744505}" dt="2024-01-24T12:48:27.119" v="119" actId="26606"/>
          <pc:sldLayoutMkLst>
            <pc:docMk/>
            <pc:sldMasterMk cId="3325828759" sldId="2147483735"/>
            <pc:sldLayoutMk cId="983068480" sldId="2147483733"/>
          </pc:sldLayoutMkLst>
        </pc:sldLayoutChg>
        <pc:sldLayoutChg chg="add del">
          <pc:chgData name="Marina Pavlovic" userId="0d7f52ac4825222f" providerId="LiveId" clId="{86856DD6-54C3-4E61-8FFA-C5C59C744505}" dt="2024-01-24T12:48:27.119" v="119" actId="26606"/>
          <pc:sldLayoutMkLst>
            <pc:docMk/>
            <pc:sldMasterMk cId="3325828759" sldId="2147483735"/>
            <pc:sldLayoutMk cId="250417805" sldId="2147483734"/>
          </pc:sldLayoutMkLst>
        </pc:sldLayoutChg>
      </pc:sldMasterChg>
      <pc:sldMasterChg chg="add del addSldLayout delSldLayout">
        <pc:chgData name="Marina Pavlovic" userId="0d7f52ac4825222f" providerId="LiveId" clId="{86856DD6-54C3-4E61-8FFA-C5C59C744505}" dt="2024-01-24T12:49:20.807" v="129" actId="26606"/>
        <pc:sldMasterMkLst>
          <pc:docMk/>
          <pc:sldMasterMk cId="928375264" sldId="2147483746"/>
        </pc:sldMasterMkLst>
        <pc:sldLayoutChg chg="add del">
          <pc:chgData name="Marina Pavlovic" userId="0d7f52ac4825222f" providerId="LiveId" clId="{86856DD6-54C3-4E61-8FFA-C5C59C744505}" dt="2024-01-24T12:49:20.807" v="129" actId="26606"/>
          <pc:sldLayoutMkLst>
            <pc:docMk/>
            <pc:sldMasterMk cId="928375264" sldId="2147483746"/>
            <pc:sldLayoutMk cId="58249446" sldId="2147483735"/>
          </pc:sldLayoutMkLst>
        </pc:sldLayoutChg>
        <pc:sldLayoutChg chg="add del">
          <pc:chgData name="Marina Pavlovic" userId="0d7f52ac4825222f" providerId="LiveId" clId="{86856DD6-54C3-4E61-8FFA-C5C59C744505}" dt="2024-01-24T12:49:20.807" v="129" actId="26606"/>
          <pc:sldLayoutMkLst>
            <pc:docMk/>
            <pc:sldMasterMk cId="928375264" sldId="2147483746"/>
            <pc:sldLayoutMk cId="3572389360" sldId="2147483736"/>
          </pc:sldLayoutMkLst>
        </pc:sldLayoutChg>
        <pc:sldLayoutChg chg="add del">
          <pc:chgData name="Marina Pavlovic" userId="0d7f52ac4825222f" providerId="LiveId" clId="{86856DD6-54C3-4E61-8FFA-C5C59C744505}" dt="2024-01-24T12:49:20.807" v="129" actId="26606"/>
          <pc:sldLayoutMkLst>
            <pc:docMk/>
            <pc:sldMasterMk cId="928375264" sldId="2147483746"/>
            <pc:sldLayoutMk cId="2289032785" sldId="2147483737"/>
          </pc:sldLayoutMkLst>
        </pc:sldLayoutChg>
        <pc:sldLayoutChg chg="add del">
          <pc:chgData name="Marina Pavlovic" userId="0d7f52ac4825222f" providerId="LiveId" clId="{86856DD6-54C3-4E61-8FFA-C5C59C744505}" dt="2024-01-24T12:49:20.807" v="129" actId="26606"/>
          <pc:sldLayoutMkLst>
            <pc:docMk/>
            <pc:sldMasterMk cId="928375264" sldId="2147483746"/>
            <pc:sldLayoutMk cId="678437952" sldId="2147483738"/>
          </pc:sldLayoutMkLst>
        </pc:sldLayoutChg>
        <pc:sldLayoutChg chg="add del">
          <pc:chgData name="Marina Pavlovic" userId="0d7f52ac4825222f" providerId="LiveId" clId="{86856DD6-54C3-4E61-8FFA-C5C59C744505}" dt="2024-01-24T12:49:20.807" v="129" actId="26606"/>
          <pc:sldLayoutMkLst>
            <pc:docMk/>
            <pc:sldMasterMk cId="928375264" sldId="2147483746"/>
            <pc:sldLayoutMk cId="3433078656" sldId="2147483739"/>
          </pc:sldLayoutMkLst>
        </pc:sldLayoutChg>
        <pc:sldLayoutChg chg="add del">
          <pc:chgData name="Marina Pavlovic" userId="0d7f52ac4825222f" providerId="LiveId" clId="{86856DD6-54C3-4E61-8FFA-C5C59C744505}" dt="2024-01-24T12:49:20.807" v="129" actId="26606"/>
          <pc:sldLayoutMkLst>
            <pc:docMk/>
            <pc:sldMasterMk cId="928375264" sldId="2147483746"/>
            <pc:sldLayoutMk cId="3014368391" sldId="2147483740"/>
          </pc:sldLayoutMkLst>
        </pc:sldLayoutChg>
        <pc:sldLayoutChg chg="add del">
          <pc:chgData name="Marina Pavlovic" userId="0d7f52ac4825222f" providerId="LiveId" clId="{86856DD6-54C3-4E61-8FFA-C5C59C744505}" dt="2024-01-24T12:49:20.807" v="129" actId="26606"/>
          <pc:sldLayoutMkLst>
            <pc:docMk/>
            <pc:sldMasterMk cId="928375264" sldId="2147483746"/>
            <pc:sldLayoutMk cId="1680914659" sldId="2147483741"/>
          </pc:sldLayoutMkLst>
        </pc:sldLayoutChg>
        <pc:sldLayoutChg chg="add del">
          <pc:chgData name="Marina Pavlovic" userId="0d7f52ac4825222f" providerId="LiveId" clId="{86856DD6-54C3-4E61-8FFA-C5C59C744505}" dt="2024-01-24T12:49:20.807" v="129" actId="26606"/>
          <pc:sldLayoutMkLst>
            <pc:docMk/>
            <pc:sldMasterMk cId="928375264" sldId="2147483746"/>
            <pc:sldLayoutMk cId="2584512586" sldId="2147483742"/>
          </pc:sldLayoutMkLst>
        </pc:sldLayoutChg>
        <pc:sldLayoutChg chg="add del">
          <pc:chgData name="Marina Pavlovic" userId="0d7f52ac4825222f" providerId="LiveId" clId="{86856DD6-54C3-4E61-8FFA-C5C59C744505}" dt="2024-01-24T12:49:20.807" v="129" actId="26606"/>
          <pc:sldLayoutMkLst>
            <pc:docMk/>
            <pc:sldMasterMk cId="928375264" sldId="2147483746"/>
            <pc:sldLayoutMk cId="2816669184" sldId="2147483743"/>
          </pc:sldLayoutMkLst>
        </pc:sldLayoutChg>
        <pc:sldLayoutChg chg="add del">
          <pc:chgData name="Marina Pavlovic" userId="0d7f52ac4825222f" providerId="LiveId" clId="{86856DD6-54C3-4E61-8FFA-C5C59C744505}" dt="2024-01-24T12:49:20.807" v="129" actId="26606"/>
          <pc:sldLayoutMkLst>
            <pc:docMk/>
            <pc:sldMasterMk cId="928375264" sldId="2147483746"/>
            <pc:sldLayoutMk cId="1336920354" sldId="2147483744"/>
          </pc:sldLayoutMkLst>
        </pc:sldLayoutChg>
        <pc:sldLayoutChg chg="add del">
          <pc:chgData name="Marina Pavlovic" userId="0d7f52ac4825222f" providerId="LiveId" clId="{86856DD6-54C3-4E61-8FFA-C5C59C744505}" dt="2024-01-24T12:49:20.807" v="129" actId="26606"/>
          <pc:sldLayoutMkLst>
            <pc:docMk/>
            <pc:sldMasterMk cId="928375264" sldId="2147483746"/>
            <pc:sldLayoutMk cId="2456201165" sldId="2147483745"/>
          </pc:sldLayoutMkLst>
        </pc:sldLayoutChg>
      </pc:sldMasterChg>
      <pc:sldMasterChg chg="add addSldLayout">
        <pc:chgData name="Marina Pavlovic" userId="0d7f52ac4825222f" providerId="LiveId" clId="{86856DD6-54C3-4E61-8FFA-C5C59C744505}" dt="2024-01-24T12:52:51.400" v="153" actId="26606"/>
        <pc:sldMasterMkLst>
          <pc:docMk/>
          <pc:sldMasterMk cId="3712353774" sldId="2147483772"/>
        </pc:sldMasterMkLst>
        <pc:sldLayoutChg chg="add">
          <pc:chgData name="Marina Pavlovic" userId="0d7f52ac4825222f" providerId="LiveId" clId="{86856DD6-54C3-4E61-8FFA-C5C59C744505}" dt="2024-01-24T12:52:51.400" v="153" actId="26606"/>
          <pc:sldLayoutMkLst>
            <pc:docMk/>
            <pc:sldMasterMk cId="3712353774" sldId="2147483772"/>
            <pc:sldLayoutMk cId="3407199284" sldId="2147483761"/>
          </pc:sldLayoutMkLst>
        </pc:sldLayoutChg>
        <pc:sldLayoutChg chg="add">
          <pc:chgData name="Marina Pavlovic" userId="0d7f52ac4825222f" providerId="LiveId" clId="{86856DD6-54C3-4E61-8FFA-C5C59C744505}" dt="2024-01-24T12:52:51.400" v="153" actId="26606"/>
          <pc:sldLayoutMkLst>
            <pc:docMk/>
            <pc:sldMasterMk cId="3712353774" sldId="2147483772"/>
            <pc:sldLayoutMk cId="2320590770" sldId="2147483762"/>
          </pc:sldLayoutMkLst>
        </pc:sldLayoutChg>
        <pc:sldLayoutChg chg="add">
          <pc:chgData name="Marina Pavlovic" userId="0d7f52ac4825222f" providerId="LiveId" clId="{86856DD6-54C3-4E61-8FFA-C5C59C744505}" dt="2024-01-24T12:52:51.400" v="153" actId="26606"/>
          <pc:sldLayoutMkLst>
            <pc:docMk/>
            <pc:sldMasterMk cId="3712353774" sldId="2147483772"/>
            <pc:sldLayoutMk cId="2653944617" sldId="2147483763"/>
          </pc:sldLayoutMkLst>
        </pc:sldLayoutChg>
        <pc:sldLayoutChg chg="add">
          <pc:chgData name="Marina Pavlovic" userId="0d7f52ac4825222f" providerId="LiveId" clId="{86856DD6-54C3-4E61-8FFA-C5C59C744505}" dt="2024-01-24T12:52:51.400" v="153" actId="26606"/>
          <pc:sldLayoutMkLst>
            <pc:docMk/>
            <pc:sldMasterMk cId="3712353774" sldId="2147483772"/>
            <pc:sldLayoutMk cId="1376785563" sldId="2147483764"/>
          </pc:sldLayoutMkLst>
        </pc:sldLayoutChg>
        <pc:sldLayoutChg chg="add">
          <pc:chgData name="Marina Pavlovic" userId="0d7f52ac4825222f" providerId="LiveId" clId="{86856DD6-54C3-4E61-8FFA-C5C59C744505}" dt="2024-01-24T12:52:51.400" v="153" actId="26606"/>
          <pc:sldLayoutMkLst>
            <pc:docMk/>
            <pc:sldMasterMk cId="3712353774" sldId="2147483772"/>
            <pc:sldLayoutMk cId="3711561590" sldId="2147483765"/>
          </pc:sldLayoutMkLst>
        </pc:sldLayoutChg>
        <pc:sldLayoutChg chg="add">
          <pc:chgData name="Marina Pavlovic" userId="0d7f52ac4825222f" providerId="LiveId" clId="{86856DD6-54C3-4E61-8FFA-C5C59C744505}" dt="2024-01-24T12:52:51.400" v="153" actId="26606"/>
          <pc:sldLayoutMkLst>
            <pc:docMk/>
            <pc:sldMasterMk cId="3712353774" sldId="2147483772"/>
            <pc:sldLayoutMk cId="50924510" sldId="2147483766"/>
          </pc:sldLayoutMkLst>
        </pc:sldLayoutChg>
        <pc:sldLayoutChg chg="add">
          <pc:chgData name="Marina Pavlovic" userId="0d7f52ac4825222f" providerId="LiveId" clId="{86856DD6-54C3-4E61-8FFA-C5C59C744505}" dt="2024-01-24T12:52:51.400" v="153" actId="26606"/>
          <pc:sldLayoutMkLst>
            <pc:docMk/>
            <pc:sldMasterMk cId="3712353774" sldId="2147483772"/>
            <pc:sldLayoutMk cId="3795151754" sldId="2147483767"/>
          </pc:sldLayoutMkLst>
        </pc:sldLayoutChg>
        <pc:sldLayoutChg chg="add">
          <pc:chgData name="Marina Pavlovic" userId="0d7f52ac4825222f" providerId="LiveId" clId="{86856DD6-54C3-4E61-8FFA-C5C59C744505}" dt="2024-01-24T12:52:51.400" v="153" actId="26606"/>
          <pc:sldLayoutMkLst>
            <pc:docMk/>
            <pc:sldMasterMk cId="3712353774" sldId="2147483772"/>
            <pc:sldLayoutMk cId="4215396196" sldId="2147483768"/>
          </pc:sldLayoutMkLst>
        </pc:sldLayoutChg>
        <pc:sldLayoutChg chg="add">
          <pc:chgData name="Marina Pavlovic" userId="0d7f52ac4825222f" providerId="LiveId" clId="{86856DD6-54C3-4E61-8FFA-C5C59C744505}" dt="2024-01-24T12:52:51.400" v="153" actId="26606"/>
          <pc:sldLayoutMkLst>
            <pc:docMk/>
            <pc:sldMasterMk cId="3712353774" sldId="2147483772"/>
            <pc:sldLayoutMk cId="2191735225" sldId="2147483769"/>
          </pc:sldLayoutMkLst>
        </pc:sldLayoutChg>
        <pc:sldLayoutChg chg="add">
          <pc:chgData name="Marina Pavlovic" userId="0d7f52ac4825222f" providerId="LiveId" clId="{86856DD6-54C3-4E61-8FFA-C5C59C744505}" dt="2024-01-24T12:52:51.400" v="153" actId="26606"/>
          <pc:sldLayoutMkLst>
            <pc:docMk/>
            <pc:sldMasterMk cId="3712353774" sldId="2147483772"/>
            <pc:sldLayoutMk cId="1559876687" sldId="2147483770"/>
          </pc:sldLayoutMkLst>
        </pc:sldLayoutChg>
        <pc:sldLayoutChg chg="add">
          <pc:chgData name="Marina Pavlovic" userId="0d7f52ac4825222f" providerId="LiveId" clId="{86856DD6-54C3-4E61-8FFA-C5C59C744505}" dt="2024-01-24T12:52:51.400" v="153" actId="26606"/>
          <pc:sldLayoutMkLst>
            <pc:docMk/>
            <pc:sldMasterMk cId="3712353774" sldId="2147483772"/>
            <pc:sldLayoutMk cId="577986137" sldId="2147483771"/>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4FCF8EA-97F6-4DC2-A1E0-D47E37C4BA53}"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IE"/>
        </a:p>
      </dgm:t>
    </dgm:pt>
    <dgm:pt modelId="{63A15AF8-7D7F-491E-8379-028393F75926}">
      <dgm:prSet/>
      <dgm:spPr/>
      <dgm:t>
        <a:bodyPr/>
        <a:lstStyle/>
        <a:p>
          <a:r>
            <a:rPr lang="en-GB"/>
            <a:t>Political regime</a:t>
          </a:r>
          <a:endParaRPr lang="en-IE"/>
        </a:p>
      </dgm:t>
    </dgm:pt>
    <dgm:pt modelId="{5DE14E87-AB47-4A80-8341-AE68972C56F2}" type="parTrans" cxnId="{00B22E21-195D-48DB-8D51-46D3487E07E5}">
      <dgm:prSet/>
      <dgm:spPr/>
      <dgm:t>
        <a:bodyPr/>
        <a:lstStyle/>
        <a:p>
          <a:endParaRPr lang="en-IE"/>
        </a:p>
      </dgm:t>
    </dgm:pt>
    <dgm:pt modelId="{28019021-B606-425D-A78A-C5FCFD036F0B}" type="sibTrans" cxnId="{00B22E21-195D-48DB-8D51-46D3487E07E5}">
      <dgm:prSet/>
      <dgm:spPr/>
      <dgm:t>
        <a:bodyPr/>
        <a:lstStyle/>
        <a:p>
          <a:endParaRPr lang="en-IE"/>
        </a:p>
      </dgm:t>
    </dgm:pt>
    <dgm:pt modelId="{480C6CD6-1930-4119-8144-CDE5DBC41AE3}">
      <dgm:prSet/>
      <dgm:spPr/>
      <dgm:t>
        <a:bodyPr/>
        <a:lstStyle/>
        <a:p>
          <a:r>
            <a:rPr lang="en-GB"/>
            <a:t>Liberal democracy      862.61</a:t>
          </a:r>
          <a:endParaRPr lang="en-IE"/>
        </a:p>
      </dgm:t>
    </dgm:pt>
    <dgm:pt modelId="{73410A34-01A7-4133-9AE1-F6175CF4B603}" type="parTrans" cxnId="{0D2CA192-6A57-4998-A769-9F0959A4D4E9}">
      <dgm:prSet/>
      <dgm:spPr/>
      <dgm:t>
        <a:bodyPr/>
        <a:lstStyle/>
        <a:p>
          <a:endParaRPr lang="en-IE"/>
        </a:p>
      </dgm:t>
    </dgm:pt>
    <dgm:pt modelId="{1B145C19-91B4-4858-B56D-B3FB3DF8B7DE}" type="sibTrans" cxnId="{0D2CA192-6A57-4998-A769-9F0959A4D4E9}">
      <dgm:prSet/>
      <dgm:spPr/>
      <dgm:t>
        <a:bodyPr/>
        <a:lstStyle/>
        <a:p>
          <a:endParaRPr lang="en-IE"/>
        </a:p>
      </dgm:t>
    </dgm:pt>
    <dgm:pt modelId="{3CF281C9-C655-4F41-A697-8F6FEBA63A07}">
      <dgm:prSet/>
      <dgm:spPr/>
      <dgm:t>
        <a:bodyPr/>
        <a:lstStyle/>
        <a:p>
          <a:r>
            <a:rPr lang="en-GB"/>
            <a:t>Electoral democracy    368.95</a:t>
          </a:r>
          <a:endParaRPr lang="en-IE"/>
        </a:p>
      </dgm:t>
    </dgm:pt>
    <dgm:pt modelId="{0BE7DCFB-2064-41F5-96E1-449EB3E46331}" type="parTrans" cxnId="{D47813AE-D54B-4B2A-B126-E6A668236874}">
      <dgm:prSet/>
      <dgm:spPr/>
      <dgm:t>
        <a:bodyPr/>
        <a:lstStyle/>
        <a:p>
          <a:endParaRPr lang="en-IE"/>
        </a:p>
      </dgm:t>
    </dgm:pt>
    <dgm:pt modelId="{ED7AB60A-4044-4EC3-BD3E-A9883954F28E}" type="sibTrans" cxnId="{D47813AE-D54B-4B2A-B126-E6A668236874}">
      <dgm:prSet/>
      <dgm:spPr/>
      <dgm:t>
        <a:bodyPr/>
        <a:lstStyle/>
        <a:p>
          <a:endParaRPr lang="en-IE"/>
        </a:p>
      </dgm:t>
    </dgm:pt>
    <dgm:pt modelId="{E71B478A-93FD-416B-B650-02518AF58568}">
      <dgm:prSet/>
      <dgm:spPr/>
      <dgm:t>
        <a:bodyPr/>
        <a:lstStyle/>
        <a:p>
          <a:r>
            <a:rPr lang="en-GB"/>
            <a:t>Closed autocracy       156.63</a:t>
          </a:r>
          <a:endParaRPr lang="en-IE"/>
        </a:p>
      </dgm:t>
    </dgm:pt>
    <dgm:pt modelId="{7CD8FCAF-A6EE-4C17-A23C-C62B377B124A}" type="parTrans" cxnId="{3C8B0796-9C71-451D-8513-981B92CDBDCA}">
      <dgm:prSet/>
      <dgm:spPr/>
      <dgm:t>
        <a:bodyPr/>
        <a:lstStyle/>
        <a:p>
          <a:endParaRPr lang="en-IE"/>
        </a:p>
      </dgm:t>
    </dgm:pt>
    <dgm:pt modelId="{2E58ED1F-3818-4DB8-9C01-0BA7DE45F4FC}" type="sibTrans" cxnId="{3C8B0796-9C71-451D-8513-981B92CDBDCA}">
      <dgm:prSet/>
      <dgm:spPr/>
      <dgm:t>
        <a:bodyPr/>
        <a:lstStyle/>
        <a:p>
          <a:endParaRPr lang="en-IE"/>
        </a:p>
      </dgm:t>
    </dgm:pt>
    <dgm:pt modelId="{8724FA14-DE24-4613-B805-C8387B89207C}">
      <dgm:prSet/>
      <dgm:spPr/>
      <dgm:t>
        <a:bodyPr/>
        <a:lstStyle/>
        <a:p>
          <a:r>
            <a:rPr lang="en-GB"/>
            <a:t>Electoral autocracy     94.52</a:t>
          </a:r>
          <a:endParaRPr lang="en-IE"/>
        </a:p>
      </dgm:t>
    </dgm:pt>
    <dgm:pt modelId="{B319993C-E1D2-4444-A078-7CF4587C737B}" type="parTrans" cxnId="{423152BB-7546-45E5-8420-35655DEE6ACD}">
      <dgm:prSet/>
      <dgm:spPr/>
      <dgm:t>
        <a:bodyPr/>
        <a:lstStyle/>
        <a:p>
          <a:endParaRPr lang="en-IE"/>
        </a:p>
      </dgm:t>
    </dgm:pt>
    <dgm:pt modelId="{10843720-78EB-4D8A-9296-075D586AA65A}" type="sibTrans" cxnId="{423152BB-7546-45E5-8420-35655DEE6ACD}">
      <dgm:prSet/>
      <dgm:spPr/>
      <dgm:t>
        <a:bodyPr/>
        <a:lstStyle/>
        <a:p>
          <a:endParaRPr lang="en-IE"/>
        </a:p>
      </dgm:t>
    </dgm:pt>
    <dgm:pt modelId="{C2603D02-B39A-4398-8F3C-40416B9F0AB1}" type="pres">
      <dgm:prSet presAssocID="{74FCF8EA-97F6-4DC2-A1E0-D47E37C4BA53}" presName="linear" presStyleCnt="0">
        <dgm:presLayoutVars>
          <dgm:dir/>
          <dgm:animLvl val="lvl"/>
          <dgm:resizeHandles val="exact"/>
        </dgm:presLayoutVars>
      </dgm:prSet>
      <dgm:spPr/>
    </dgm:pt>
    <dgm:pt modelId="{7F60AF45-F311-430C-BA8E-C7E32DC0FC9A}" type="pres">
      <dgm:prSet presAssocID="{63A15AF8-7D7F-491E-8379-028393F75926}" presName="parentLin" presStyleCnt="0"/>
      <dgm:spPr/>
    </dgm:pt>
    <dgm:pt modelId="{A8434ADF-CCA8-4DA9-9CC9-CAB92A05B13D}" type="pres">
      <dgm:prSet presAssocID="{63A15AF8-7D7F-491E-8379-028393F75926}" presName="parentLeftMargin" presStyleLbl="node1" presStyleIdx="0" presStyleCnt="5"/>
      <dgm:spPr/>
    </dgm:pt>
    <dgm:pt modelId="{D7F41524-D6DA-4DBB-BDC7-06EF8AF22CA6}" type="pres">
      <dgm:prSet presAssocID="{63A15AF8-7D7F-491E-8379-028393F75926}" presName="parentText" presStyleLbl="node1" presStyleIdx="0" presStyleCnt="5">
        <dgm:presLayoutVars>
          <dgm:chMax val="0"/>
          <dgm:bulletEnabled val="1"/>
        </dgm:presLayoutVars>
      </dgm:prSet>
      <dgm:spPr/>
    </dgm:pt>
    <dgm:pt modelId="{3C3C12E3-31D5-4FDA-AB39-5A05A8A4AB9D}" type="pres">
      <dgm:prSet presAssocID="{63A15AF8-7D7F-491E-8379-028393F75926}" presName="negativeSpace" presStyleCnt="0"/>
      <dgm:spPr/>
    </dgm:pt>
    <dgm:pt modelId="{96A7F326-A5F6-4E0F-B992-4A5370F927C2}" type="pres">
      <dgm:prSet presAssocID="{63A15AF8-7D7F-491E-8379-028393F75926}" presName="childText" presStyleLbl="conFgAcc1" presStyleIdx="0" presStyleCnt="5">
        <dgm:presLayoutVars>
          <dgm:bulletEnabled val="1"/>
        </dgm:presLayoutVars>
      </dgm:prSet>
      <dgm:spPr/>
    </dgm:pt>
    <dgm:pt modelId="{1BEAF555-677A-413F-8A0C-9FF74761214A}" type="pres">
      <dgm:prSet presAssocID="{28019021-B606-425D-A78A-C5FCFD036F0B}" presName="spaceBetweenRectangles" presStyleCnt="0"/>
      <dgm:spPr/>
    </dgm:pt>
    <dgm:pt modelId="{0F39E048-F505-43A0-8689-9D9F68DF6BCA}" type="pres">
      <dgm:prSet presAssocID="{480C6CD6-1930-4119-8144-CDE5DBC41AE3}" presName="parentLin" presStyleCnt="0"/>
      <dgm:spPr/>
    </dgm:pt>
    <dgm:pt modelId="{6546371F-5453-457B-92A8-4193522400A5}" type="pres">
      <dgm:prSet presAssocID="{480C6CD6-1930-4119-8144-CDE5DBC41AE3}" presName="parentLeftMargin" presStyleLbl="node1" presStyleIdx="0" presStyleCnt="5"/>
      <dgm:spPr/>
    </dgm:pt>
    <dgm:pt modelId="{E43C773B-4CF2-4EFA-9BBE-210CB411268A}" type="pres">
      <dgm:prSet presAssocID="{480C6CD6-1930-4119-8144-CDE5DBC41AE3}" presName="parentText" presStyleLbl="node1" presStyleIdx="1" presStyleCnt="5">
        <dgm:presLayoutVars>
          <dgm:chMax val="0"/>
          <dgm:bulletEnabled val="1"/>
        </dgm:presLayoutVars>
      </dgm:prSet>
      <dgm:spPr/>
    </dgm:pt>
    <dgm:pt modelId="{F872E568-DB1D-41B7-87BD-F174ECB450C3}" type="pres">
      <dgm:prSet presAssocID="{480C6CD6-1930-4119-8144-CDE5DBC41AE3}" presName="negativeSpace" presStyleCnt="0"/>
      <dgm:spPr/>
    </dgm:pt>
    <dgm:pt modelId="{6F92D88B-F4A5-4C1B-B2BB-2D317ECB3696}" type="pres">
      <dgm:prSet presAssocID="{480C6CD6-1930-4119-8144-CDE5DBC41AE3}" presName="childText" presStyleLbl="conFgAcc1" presStyleIdx="1" presStyleCnt="5">
        <dgm:presLayoutVars>
          <dgm:bulletEnabled val="1"/>
        </dgm:presLayoutVars>
      </dgm:prSet>
      <dgm:spPr/>
    </dgm:pt>
    <dgm:pt modelId="{4CC65F95-5057-4F4A-9206-CA2FE48CDB37}" type="pres">
      <dgm:prSet presAssocID="{1B145C19-91B4-4858-B56D-B3FB3DF8B7DE}" presName="spaceBetweenRectangles" presStyleCnt="0"/>
      <dgm:spPr/>
    </dgm:pt>
    <dgm:pt modelId="{0CECE676-5D6D-4596-B3B7-1122BF0F03F0}" type="pres">
      <dgm:prSet presAssocID="{3CF281C9-C655-4F41-A697-8F6FEBA63A07}" presName="parentLin" presStyleCnt="0"/>
      <dgm:spPr/>
    </dgm:pt>
    <dgm:pt modelId="{30036185-105E-4CE3-957B-3BD67A425F8F}" type="pres">
      <dgm:prSet presAssocID="{3CF281C9-C655-4F41-A697-8F6FEBA63A07}" presName="parentLeftMargin" presStyleLbl="node1" presStyleIdx="1" presStyleCnt="5"/>
      <dgm:spPr/>
    </dgm:pt>
    <dgm:pt modelId="{F428D827-1795-465F-AAE0-E0E8AB2154A7}" type="pres">
      <dgm:prSet presAssocID="{3CF281C9-C655-4F41-A697-8F6FEBA63A07}" presName="parentText" presStyleLbl="node1" presStyleIdx="2" presStyleCnt="5">
        <dgm:presLayoutVars>
          <dgm:chMax val="0"/>
          <dgm:bulletEnabled val="1"/>
        </dgm:presLayoutVars>
      </dgm:prSet>
      <dgm:spPr/>
    </dgm:pt>
    <dgm:pt modelId="{D58CDCF0-B71A-4C7B-BB07-6263D466FEBA}" type="pres">
      <dgm:prSet presAssocID="{3CF281C9-C655-4F41-A697-8F6FEBA63A07}" presName="negativeSpace" presStyleCnt="0"/>
      <dgm:spPr/>
    </dgm:pt>
    <dgm:pt modelId="{354B8BAD-65D7-4BD3-93F4-0EAFFD7D0767}" type="pres">
      <dgm:prSet presAssocID="{3CF281C9-C655-4F41-A697-8F6FEBA63A07}" presName="childText" presStyleLbl="conFgAcc1" presStyleIdx="2" presStyleCnt="5">
        <dgm:presLayoutVars>
          <dgm:bulletEnabled val="1"/>
        </dgm:presLayoutVars>
      </dgm:prSet>
      <dgm:spPr/>
    </dgm:pt>
    <dgm:pt modelId="{FE1ED8A7-A200-4EBC-9014-7D992AB6845E}" type="pres">
      <dgm:prSet presAssocID="{ED7AB60A-4044-4EC3-BD3E-A9883954F28E}" presName="spaceBetweenRectangles" presStyleCnt="0"/>
      <dgm:spPr/>
    </dgm:pt>
    <dgm:pt modelId="{0A78A1BA-D534-47D7-9BAA-8B96916FF0A3}" type="pres">
      <dgm:prSet presAssocID="{E71B478A-93FD-416B-B650-02518AF58568}" presName="parentLin" presStyleCnt="0"/>
      <dgm:spPr/>
    </dgm:pt>
    <dgm:pt modelId="{5297D92E-AE2D-42F8-AA83-4D5064F2880D}" type="pres">
      <dgm:prSet presAssocID="{E71B478A-93FD-416B-B650-02518AF58568}" presName="parentLeftMargin" presStyleLbl="node1" presStyleIdx="2" presStyleCnt="5"/>
      <dgm:spPr/>
    </dgm:pt>
    <dgm:pt modelId="{CF36166A-CD8E-47E0-899C-02C70704951F}" type="pres">
      <dgm:prSet presAssocID="{E71B478A-93FD-416B-B650-02518AF58568}" presName="parentText" presStyleLbl="node1" presStyleIdx="3" presStyleCnt="5">
        <dgm:presLayoutVars>
          <dgm:chMax val="0"/>
          <dgm:bulletEnabled val="1"/>
        </dgm:presLayoutVars>
      </dgm:prSet>
      <dgm:spPr/>
    </dgm:pt>
    <dgm:pt modelId="{AB66BFDE-E67C-4A09-AB01-2AE121621E6B}" type="pres">
      <dgm:prSet presAssocID="{E71B478A-93FD-416B-B650-02518AF58568}" presName="negativeSpace" presStyleCnt="0"/>
      <dgm:spPr/>
    </dgm:pt>
    <dgm:pt modelId="{4208BEAE-DDF9-46D8-841A-3483CD432045}" type="pres">
      <dgm:prSet presAssocID="{E71B478A-93FD-416B-B650-02518AF58568}" presName="childText" presStyleLbl="conFgAcc1" presStyleIdx="3" presStyleCnt="5">
        <dgm:presLayoutVars>
          <dgm:bulletEnabled val="1"/>
        </dgm:presLayoutVars>
      </dgm:prSet>
      <dgm:spPr/>
    </dgm:pt>
    <dgm:pt modelId="{A6C94D83-7D4D-4B1E-8704-5D5E4D73B9CB}" type="pres">
      <dgm:prSet presAssocID="{2E58ED1F-3818-4DB8-9C01-0BA7DE45F4FC}" presName="spaceBetweenRectangles" presStyleCnt="0"/>
      <dgm:spPr/>
    </dgm:pt>
    <dgm:pt modelId="{B4B693A0-50B2-49BD-955E-0AE5C1DBD33E}" type="pres">
      <dgm:prSet presAssocID="{8724FA14-DE24-4613-B805-C8387B89207C}" presName="parentLin" presStyleCnt="0"/>
      <dgm:spPr/>
    </dgm:pt>
    <dgm:pt modelId="{54926175-3340-48B8-8E1D-39E4962937ED}" type="pres">
      <dgm:prSet presAssocID="{8724FA14-DE24-4613-B805-C8387B89207C}" presName="parentLeftMargin" presStyleLbl="node1" presStyleIdx="3" presStyleCnt="5"/>
      <dgm:spPr/>
    </dgm:pt>
    <dgm:pt modelId="{89755CDA-0D65-437F-A30F-CAF0F874420E}" type="pres">
      <dgm:prSet presAssocID="{8724FA14-DE24-4613-B805-C8387B89207C}" presName="parentText" presStyleLbl="node1" presStyleIdx="4" presStyleCnt="5">
        <dgm:presLayoutVars>
          <dgm:chMax val="0"/>
          <dgm:bulletEnabled val="1"/>
        </dgm:presLayoutVars>
      </dgm:prSet>
      <dgm:spPr/>
    </dgm:pt>
    <dgm:pt modelId="{808BABA0-EB22-47D7-8E75-C0BC8273B340}" type="pres">
      <dgm:prSet presAssocID="{8724FA14-DE24-4613-B805-C8387B89207C}" presName="negativeSpace" presStyleCnt="0"/>
      <dgm:spPr/>
    </dgm:pt>
    <dgm:pt modelId="{B7E5EF2C-C331-491B-B4CC-5D152EC15321}" type="pres">
      <dgm:prSet presAssocID="{8724FA14-DE24-4613-B805-C8387B89207C}" presName="childText" presStyleLbl="conFgAcc1" presStyleIdx="4" presStyleCnt="5">
        <dgm:presLayoutVars>
          <dgm:bulletEnabled val="1"/>
        </dgm:presLayoutVars>
      </dgm:prSet>
      <dgm:spPr/>
    </dgm:pt>
  </dgm:ptLst>
  <dgm:cxnLst>
    <dgm:cxn modelId="{CD669108-34E2-479C-B882-00B973FDF78C}" type="presOf" srcId="{480C6CD6-1930-4119-8144-CDE5DBC41AE3}" destId="{6546371F-5453-457B-92A8-4193522400A5}" srcOrd="0" destOrd="0" presId="urn:microsoft.com/office/officeart/2005/8/layout/list1"/>
    <dgm:cxn modelId="{179A0214-CE10-42CA-853A-37C8665F41F2}" type="presOf" srcId="{3CF281C9-C655-4F41-A697-8F6FEBA63A07}" destId="{30036185-105E-4CE3-957B-3BD67A425F8F}" srcOrd="0" destOrd="0" presId="urn:microsoft.com/office/officeart/2005/8/layout/list1"/>
    <dgm:cxn modelId="{00B22E21-195D-48DB-8D51-46D3487E07E5}" srcId="{74FCF8EA-97F6-4DC2-A1E0-D47E37C4BA53}" destId="{63A15AF8-7D7F-491E-8379-028393F75926}" srcOrd="0" destOrd="0" parTransId="{5DE14E87-AB47-4A80-8341-AE68972C56F2}" sibTransId="{28019021-B606-425D-A78A-C5FCFD036F0B}"/>
    <dgm:cxn modelId="{7C3ABD46-CF44-412A-AA0C-6071F422351C}" type="presOf" srcId="{74FCF8EA-97F6-4DC2-A1E0-D47E37C4BA53}" destId="{C2603D02-B39A-4398-8F3C-40416B9F0AB1}" srcOrd="0" destOrd="0" presId="urn:microsoft.com/office/officeart/2005/8/layout/list1"/>
    <dgm:cxn modelId="{1EDB9747-C859-408A-AFD0-74200C3C1798}" type="presOf" srcId="{63A15AF8-7D7F-491E-8379-028393F75926}" destId="{D7F41524-D6DA-4DBB-BDC7-06EF8AF22CA6}" srcOrd="1" destOrd="0" presId="urn:microsoft.com/office/officeart/2005/8/layout/list1"/>
    <dgm:cxn modelId="{03289A70-38FC-44C1-9B02-0A13B8A4DB8B}" type="presOf" srcId="{8724FA14-DE24-4613-B805-C8387B89207C}" destId="{89755CDA-0D65-437F-A30F-CAF0F874420E}" srcOrd="1" destOrd="0" presId="urn:microsoft.com/office/officeart/2005/8/layout/list1"/>
    <dgm:cxn modelId="{FAA39E74-271F-40F8-9FA7-A437EBDBF6A9}" type="presOf" srcId="{3CF281C9-C655-4F41-A697-8F6FEBA63A07}" destId="{F428D827-1795-465F-AAE0-E0E8AB2154A7}" srcOrd="1" destOrd="0" presId="urn:microsoft.com/office/officeart/2005/8/layout/list1"/>
    <dgm:cxn modelId="{B4C48A8A-05AD-4918-8E68-89F28A4126C5}" type="presOf" srcId="{480C6CD6-1930-4119-8144-CDE5DBC41AE3}" destId="{E43C773B-4CF2-4EFA-9BBE-210CB411268A}" srcOrd="1" destOrd="0" presId="urn:microsoft.com/office/officeart/2005/8/layout/list1"/>
    <dgm:cxn modelId="{0D2CA192-6A57-4998-A769-9F0959A4D4E9}" srcId="{74FCF8EA-97F6-4DC2-A1E0-D47E37C4BA53}" destId="{480C6CD6-1930-4119-8144-CDE5DBC41AE3}" srcOrd="1" destOrd="0" parTransId="{73410A34-01A7-4133-9AE1-F6175CF4B603}" sibTransId="{1B145C19-91B4-4858-B56D-B3FB3DF8B7DE}"/>
    <dgm:cxn modelId="{3C8B0796-9C71-451D-8513-981B92CDBDCA}" srcId="{74FCF8EA-97F6-4DC2-A1E0-D47E37C4BA53}" destId="{E71B478A-93FD-416B-B650-02518AF58568}" srcOrd="3" destOrd="0" parTransId="{7CD8FCAF-A6EE-4C17-A23C-C62B377B124A}" sibTransId="{2E58ED1F-3818-4DB8-9C01-0BA7DE45F4FC}"/>
    <dgm:cxn modelId="{2F9F4C98-504D-44F9-8831-F95F15303B4F}" type="presOf" srcId="{E71B478A-93FD-416B-B650-02518AF58568}" destId="{CF36166A-CD8E-47E0-899C-02C70704951F}" srcOrd="1" destOrd="0" presId="urn:microsoft.com/office/officeart/2005/8/layout/list1"/>
    <dgm:cxn modelId="{D47813AE-D54B-4B2A-B126-E6A668236874}" srcId="{74FCF8EA-97F6-4DC2-A1E0-D47E37C4BA53}" destId="{3CF281C9-C655-4F41-A697-8F6FEBA63A07}" srcOrd="2" destOrd="0" parTransId="{0BE7DCFB-2064-41F5-96E1-449EB3E46331}" sibTransId="{ED7AB60A-4044-4EC3-BD3E-A9883954F28E}"/>
    <dgm:cxn modelId="{B2FE5AB1-9ABC-41F4-A041-284CE11054F0}" type="presOf" srcId="{63A15AF8-7D7F-491E-8379-028393F75926}" destId="{A8434ADF-CCA8-4DA9-9CC9-CAB92A05B13D}" srcOrd="0" destOrd="0" presId="urn:microsoft.com/office/officeart/2005/8/layout/list1"/>
    <dgm:cxn modelId="{423152BB-7546-45E5-8420-35655DEE6ACD}" srcId="{74FCF8EA-97F6-4DC2-A1E0-D47E37C4BA53}" destId="{8724FA14-DE24-4613-B805-C8387B89207C}" srcOrd="4" destOrd="0" parTransId="{B319993C-E1D2-4444-A078-7CF4587C737B}" sibTransId="{10843720-78EB-4D8A-9296-075D586AA65A}"/>
    <dgm:cxn modelId="{574233BE-B31A-4B85-A02E-EA2EE29FCF3B}" type="presOf" srcId="{8724FA14-DE24-4613-B805-C8387B89207C}" destId="{54926175-3340-48B8-8E1D-39E4962937ED}" srcOrd="0" destOrd="0" presId="urn:microsoft.com/office/officeart/2005/8/layout/list1"/>
    <dgm:cxn modelId="{1732EACD-20D4-4DC3-9B9E-E6E4204048E2}" type="presOf" srcId="{E71B478A-93FD-416B-B650-02518AF58568}" destId="{5297D92E-AE2D-42F8-AA83-4D5064F2880D}" srcOrd="0" destOrd="0" presId="urn:microsoft.com/office/officeart/2005/8/layout/list1"/>
    <dgm:cxn modelId="{EBAE5973-F641-4210-ACC5-2AC2A90C845E}" type="presParOf" srcId="{C2603D02-B39A-4398-8F3C-40416B9F0AB1}" destId="{7F60AF45-F311-430C-BA8E-C7E32DC0FC9A}" srcOrd="0" destOrd="0" presId="urn:microsoft.com/office/officeart/2005/8/layout/list1"/>
    <dgm:cxn modelId="{F75948A0-F67C-4DCC-8072-518555BB42FE}" type="presParOf" srcId="{7F60AF45-F311-430C-BA8E-C7E32DC0FC9A}" destId="{A8434ADF-CCA8-4DA9-9CC9-CAB92A05B13D}" srcOrd="0" destOrd="0" presId="urn:microsoft.com/office/officeart/2005/8/layout/list1"/>
    <dgm:cxn modelId="{8D0F3977-A31A-4278-945C-4AE02F5E4BB4}" type="presParOf" srcId="{7F60AF45-F311-430C-BA8E-C7E32DC0FC9A}" destId="{D7F41524-D6DA-4DBB-BDC7-06EF8AF22CA6}" srcOrd="1" destOrd="0" presId="urn:microsoft.com/office/officeart/2005/8/layout/list1"/>
    <dgm:cxn modelId="{85561338-D73B-4AF7-BC66-01ED772A6DC5}" type="presParOf" srcId="{C2603D02-B39A-4398-8F3C-40416B9F0AB1}" destId="{3C3C12E3-31D5-4FDA-AB39-5A05A8A4AB9D}" srcOrd="1" destOrd="0" presId="urn:microsoft.com/office/officeart/2005/8/layout/list1"/>
    <dgm:cxn modelId="{6ABAC365-CC9E-4490-BA02-255C25DFF52C}" type="presParOf" srcId="{C2603D02-B39A-4398-8F3C-40416B9F0AB1}" destId="{96A7F326-A5F6-4E0F-B992-4A5370F927C2}" srcOrd="2" destOrd="0" presId="urn:microsoft.com/office/officeart/2005/8/layout/list1"/>
    <dgm:cxn modelId="{EB4CE5B8-3D5D-479B-A7B1-50CD115B74C2}" type="presParOf" srcId="{C2603D02-B39A-4398-8F3C-40416B9F0AB1}" destId="{1BEAF555-677A-413F-8A0C-9FF74761214A}" srcOrd="3" destOrd="0" presId="urn:microsoft.com/office/officeart/2005/8/layout/list1"/>
    <dgm:cxn modelId="{1EC74471-F0D5-4429-99F3-1E8217D5B927}" type="presParOf" srcId="{C2603D02-B39A-4398-8F3C-40416B9F0AB1}" destId="{0F39E048-F505-43A0-8689-9D9F68DF6BCA}" srcOrd="4" destOrd="0" presId="urn:microsoft.com/office/officeart/2005/8/layout/list1"/>
    <dgm:cxn modelId="{EBEEF850-AF0A-4024-BE99-A4458C272384}" type="presParOf" srcId="{0F39E048-F505-43A0-8689-9D9F68DF6BCA}" destId="{6546371F-5453-457B-92A8-4193522400A5}" srcOrd="0" destOrd="0" presId="urn:microsoft.com/office/officeart/2005/8/layout/list1"/>
    <dgm:cxn modelId="{A1BB878E-2305-41F0-B106-AA8766704532}" type="presParOf" srcId="{0F39E048-F505-43A0-8689-9D9F68DF6BCA}" destId="{E43C773B-4CF2-4EFA-9BBE-210CB411268A}" srcOrd="1" destOrd="0" presId="urn:microsoft.com/office/officeart/2005/8/layout/list1"/>
    <dgm:cxn modelId="{A34E39A4-DDA8-44C0-98F3-5AE10B3CB105}" type="presParOf" srcId="{C2603D02-B39A-4398-8F3C-40416B9F0AB1}" destId="{F872E568-DB1D-41B7-87BD-F174ECB450C3}" srcOrd="5" destOrd="0" presId="urn:microsoft.com/office/officeart/2005/8/layout/list1"/>
    <dgm:cxn modelId="{81A65615-BA80-48FE-978D-1F0D224DE75E}" type="presParOf" srcId="{C2603D02-B39A-4398-8F3C-40416B9F0AB1}" destId="{6F92D88B-F4A5-4C1B-B2BB-2D317ECB3696}" srcOrd="6" destOrd="0" presId="urn:microsoft.com/office/officeart/2005/8/layout/list1"/>
    <dgm:cxn modelId="{FCE469B5-6053-4B4D-BFA3-C0513FB9F71F}" type="presParOf" srcId="{C2603D02-B39A-4398-8F3C-40416B9F0AB1}" destId="{4CC65F95-5057-4F4A-9206-CA2FE48CDB37}" srcOrd="7" destOrd="0" presId="urn:microsoft.com/office/officeart/2005/8/layout/list1"/>
    <dgm:cxn modelId="{1C5AC753-39DA-4ADB-B552-9F45F985A9A8}" type="presParOf" srcId="{C2603D02-B39A-4398-8F3C-40416B9F0AB1}" destId="{0CECE676-5D6D-4596-B3B7-1122BF0F03F0}" srcOrd="8" destOrd="0" presId="urn:microsoft.com/office/officeart/2005/8/layout/list1"/>
    <dgm:cxn modelId="{B15ADDBF-EC0D-446C-99C7-58CB3A9503B5}" type="presParOf" srcId="{0CECE676-5D6D-4596-B3B7-1122BF0F03F0}" destId="{30036185-105E-4CE3-957B-3BD67A425F8F}" srcOrd="0" destOrd="0" presId="urn:microsoft.com/office/officeart/2005/8/layout/list1"/>
    <dgm:cxn modelId="{9F34BDD9-0B3E-4855-882B-375149F648B4}" type="presParOf" srcId="{0CECE676-5D6D-4596-B3B7-1122BF0F03F0}" destId="{F428D827-1795-465F-AAE0-E0E8AB2154A7}" srcOrd="1" destOrd="0" presId="urn:microsoft.com/office/officeart/2005/8/layout/list1"/>
    <dgm:cxn modelId="{CD367295-A7B1-475E-A2B6-3A0FE9AB1201}" type="presParOf" srcId="{C2603D02-B39A-4398-8F3C-40416B9F0AB1}" destId="{D58CDCF0-B71A-4C7B-BB07-6263D466FEBA}" srcOrd="9" destOrd="0" presId="urn:microsoft.com/office/officeart/2005/8/layout/list1"/>
    <dgm:cxn modelId="{0CC2C2A7-10CC-4CF5-83C5-D2D8B6B93418}" type="presParOf" srcId="{C2603D02-B39A-4398-8F3C-40416B9F0AB1}" destId="{354B8BAD-65D7-4BD3-93F4-0EAFFD7D0767}" srcOrd="10" destOrd="0" presId="urn:microsoft.com/office/officeart/2005/8/layout/list1"/>
    <dgm:cxn modelId="{D2A69BDB-F9C5-4142-8EC3-EFB3BF6CCE5B}" type="presParOf" srcId="{C2603D02-B39A-4398-8F3C-40416B9F0AB1}" destId="{FE1ED8A7-A200-4EBC-9014-7D992AB6845E}" srcOrd="11" destOrd="0" presId="urn:microsoft.com/office/officeart/2005/8/layout/list1"/>
    <dgm:cxn modelId="{24721CE6-96D3-46E0-B04E-2635AF4A71EC}" type="presParOf" srcId="{C2603D02-B39A-4398-8F3C-40416B9F0AB1}" destId="{0A78A1BA-D534-47D7-9BAA-8B96916FF0A3}" srcOrd="12" destOrd="0" presId="urn:microsoft.com/office/officeart/2005/8/layout/list1"/>
    <dgm:cxn modelId="{301E0733-8E75-4AE6-9BC0-6B465C2BE6B1}" type="presParOf" srcId="{0A78A1BA-D534-47D7-9BAA-8B96916FF0A3}" destId="{5297D92E-AE2D-42F8-AA83-4D5064F2880D}" srcOrd="0" destOrd="0" presId="urn:microsoft.com/office/officeart/2005/8/layout/list1"/>
    <dgm:cxn modelId="{0C74733D-64E9-4A54-9185-6530614D3737}" type="presParOf" srcId="{0A78A1BA-D534-47D7-9BAA-8B96916FF0A3}" destId="{CF36166A-CD8E-47E0-899C-02C70704951F}" srcOrd="1" destOrd="0" presId="urn:microsoft.com/office/officeart/2005/8/layout/list1"/>
    <dgm:cxn modelId="{F27A8DA9-CBB0-4846-8858-DC1AF0486C8E}" type="presParOf" srcId="{C2603D02-B39A-4398-8F3C-40416B9F0AB1}" destId="{AB66BFDE-E67C-4A09-AB01-2AE121621E6B}" srcOrd="13" destOrd="0" presId="urn:microsoft.com/office/officeart/2005/8/layout/list1"/>
    <dgm:cxn modelId="{ADACB0A9-4C2F-481B-8F12-AA1241601702}" type="presParOf" srcId="{C2603D02-B39A-4398-8F3C-40416B9F0AB1}" destId="{4208BEAE-DDF9-46D8-841A-3483CD432045}" srcOrd="14" destOrd="0" presId="urn:microsoft.com/office/officeart/2005/8/layout/list1"/>
    <dgm:cxn modelId="{A7419E30-0AF6-4177-908A-CDA7F6C735BE}" type="presParOf" srcId="{C2603D02-B39A-4398-8F3C-40416B9F0AB1}" destId="{A6C94D83-7D4D-4B1E-8704-5D5E4D73B9CB}" srcOrd="15" destOrd="0" presId="urn:microsoft.com/office/officeart/2005/8/layout/list1"/>
    <dgm:cxn modelId="{2AC93457-4529-4957-B49A-074592A8921E}" type="presParOf" srcId="{C2603D02-B39A-4398-8F3C-40416B9F0AB1}" destId="{B4B693A0-50B2-49BD-955E-0AE5C1DBD33E}" srcOrd="16" destOrd="0" presId="urn:microsoft.com/office/officeart/2005/8/layout/list1"/>
    <dgm:cxn modelId="{73A34093-4A1F-46B4-84FD-1131C3B5492C}" type="presParOf" srcId="{B4B693A0-50B2-49BD-955E-0AE5C1DBD33E}" destId="{54926175-3340-48B8-8E1D-39E4962937ED}" srcOrd="0" destOrd="0" presId="urn:microsoft.com/office/officeart/2005/8/layout/list1"/>
    <dgm:cxn modelId="{5B0AD132-A713-4BF8-8987-93430E71CE52}" type="presParOf" srcId="{B4B693A0-50B2-49BD-955E-0AE5C1DBD33E}" destId="{89755CDA-0D65-437F-A30F-CAF0F874420E}" srcOrd="1" destOrd="0" presId="urn:microsoft.com/office/officeart/2005/8/layout/list1"/>
    <dgm:cxn modelId="{025D39FE-98A5-4EAB-88B9-86D9DDFBE352}" type="presParOf" srcId="{C2603D02-B39A-4398-8F3C-40416B9F0AB1}" destId="{808BABA0-EB22-47D7-8E75-C0BC8273B340}" srcOrd="17" destOrd="0" presId="urn:microsoft.com/office/officeart/2005/8/layout/list1"/>
    <dgm:cxn modelId="{E1777BD5-1386-4EA0-B49E-D9B6390CF6F3}" type="presParOf" srcId="{C2603D02-B39A-4398-8F3C-40416B9F0AB1}" destId="{B7E5EF2C-C331-491B-B4CC-5D152EC15321}"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B9CD116-9407-4600-833F-74D6E47DCD43}"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BE443AC9-398E-41A0-B6C7-847AB329CFE4}">
      <dgm:prSet/>
      <dgm:spPr/>
      <dgm:t>
        <a:bodyPr/>
        <a:lstStyle/>
        <a:p>
          <a:r>
            <a:rPr lang="en-US" b="0" i="0" dirty="0"/>
            <a:t>Sum of unique countries per status where freedom has dropped: </a:t>
          </a:r>
          <a:endParaRPr lang="en-US" dirty="0"/>
        </a:p>
      </dgm:t>
    </dgm:pt>
    <dgm:pt modelId="{47E4AE02-9911-44F5-9450-6CC0B81930D1}" type="parTrans" cxnId="{C676EE5D-2E5A-4EF8-82B1-79D9227A0965}">
      <dgm:prSet/>
      <dgm:spPr/>
      <dgm:t>
        <a:bodyPr/>
        <a:lstStyle/>
        <a:p>
          <a:endParaRPr lang="en-US"/>
        </a:p>
      </dgm:t>
    </dgm:pt>
    <dgm:pt modelId="{951B14C9-F63B-40C4-916C-3D00624E0E8E}" type="sibTrans" cxnId="{C676EE5D-2E5A-4EF8-82B1-79D9227A0965}">
      <dgm:prSet/>
      <dgm:spPr/>
      <dgm:t>
        <a:bodyPr/>
        <a:lstStyle/>
        <a:p>
          <a:endParaRPr lang="en-US"/>
        </a:p>
      </dgm:t>
    </dgm:pt>
    <dgm:pt modelId="{41CE1E7E-2D37-46B7-8D5A-B789F0286ED1}">
      <dgm:prSet/>
      <dgm:spPr/>
      <dgm:t>
        <a:bodyPr/>
        <a:lstStyle/>
        <a:p>
          <a:r>
            <a:rPr lang="en-US" b="0" i="0" dirty="0">
              <a:highlight>
                <a:srgbClr val="C0C0C0"/>
              </a:highlight>
            </a:rPr>
            <a:t>FREE </a:t>
          </a:r>
          <a:r>
            <a:rPr lang="en-US" b="1" i="0" dirty="0">
              <a:highlight>
                <a:srgbClr val="C0C0C0"/>
              </a:highlight>
            </a:rPr>
            <a:t>23</a:t>
          </a:r>
          <a:r>
            <a:rPr lang="en-US" b="0" i="0" dirty="0">
              <a:highlight>
                <a:srgbClr val="C0C0C0"/>
              </a:highlight>
            </a:rPr>
            <a:t> </a:t>
          </a:r>
          <a:endParaRPr lang="en-US" dirty="0">
            <a:highlight>
              <a:srgbClr val="C0C0C0"/>
            </a:highlight>
          </a:endParaRPr>
        </a:p>
      </dgm:t>
    </dgm:pt>
    <dgm:pt modelId="{57CCF890-2E50-46BE-8521-CBA7A0210F2A}" type="parTrans" cxnId="{4A84D6A0-AA36-49EF-9828-E81083FC51F4}">
      <dgm:prSet/>
      <dgm:spPr/>
      <dgm:t>
        <a:bodyPr/>
        <a:lstStyle/>
        <a:p>
          <a:endParaRPr lang="en-US"/>
        </a:p>
      </dgm:t>
    </dgm:pt>
    <dgm:pt modelId="{282BD2E2-F0C2-4E43-8111-01DB3EE9CAF0}" type="sibTrans" cxnId="{4A84D6A0-AA36-49EF-9828-E81083FC51F4}">
      <dgm:prSet/>
      <dgm:spPr/>
      <dgm:t>
        <a:bodyPr/>
        <a:lstStyle/>
        <a:p>
          <a:endParaRPr lang="en-US"/>
        </a:p>
      </dgm:t>
    </dgm:pt>
    <dgm:pt modelId="{C26AC1A6-E242-4CB4-B3D7-A2195F59ED5B}">
      <dgm:prSet/>
      <dgm:spPr/>
      <dgm:t>
        <a:bodyPr/>
        <a:lstStyle/>
        <a:p>
          <a:r>
            <a:rPr lang="en-US" b="0" i="0" dirty="0">
              <a:highlight>
                <a:srgbClr val="C0C0C0"/>
              </a:highlight>
            </a:rPr>
            <a:t>PARTIALY FREE </a:t>
          </a:r>
          <a:r>
            <a:rPr lang="en-US" b="1" i="0" dirty="0">
              <a:highlight>
                <a:srgbClr val="C0C0C0"/>
              </a:highlight>
            </a:rPr>
            <a:t>9</a:t>
          </a:r>
          <a:endParaRPr lang="en-US" b="1" dirty="0">
            <a:highlight>
              <a:srgbClr val="C0C0C0"/>
            </a:highlight>
          </a:endParaRPr>
        </a:p>
      </dgm:t>
    </dgm:pt>
    <dgm:pt modelId="{4A1B9C63-7736-44E4-B98B-E18A14AEF364}" type="parTrans" cxnId="{25A20E57-E926-4FC8-A9F3-B922C70A8F9F}">
      <dgm:prSet/>
      <dgm:spPr/>
      <dgm:t>
        <a:bodyPr/>
        <a:lstStyle/>
        <a:p>
          <a:endParaRPr lang="en-US"/>
        </a:p>
      </dgm:t>
    </dgm:pt>
    <dgm:pt modelId="{A976B54B-3DF4-450D-85F8-ED09D55AAF1D}" type="sibTrans" cxnId="{25A20E57-E926-4FC8-A9F3-B922C70A8F9F}">
      <dgm:prSet/>
      <dgm:spPr/>
      <dgm:t>
        <a:bodyPr/>
        <a:lstStyle/>
        <a:p>
          <a:endParaRPr lang="en-US"/>
        </a:p>
      </dgm:t>
    </dgm:pt>
    <dgm:pt modelId="{DACBA507-6C40-4C3E-87BE-4C97946B5DD4}">
      <dgm:prSet/>
      <dgm:spPr/>
      <dgm:t>
        <a:bodyPr/>
        <a:lstStyle/>
        <a:p>
          <a:r>
            <a:rPr lang="en-US" b="0" i="0" dirty="0">
              <a:highlight>
                <a:srgbClr val="C0C0C0"/>
              </a:highlight>
            </a:rPr>
            <a:t>NOT FREE </a:t>
          </a:r>
          <a:r>
            <a:rPr lang="en-US" b="1" i="0" dirty="0">
              <a:highlight>
                <a:srgbClr val="C0C0C0"/>
              </a:highlight>
            </a:rPr>
            <a:t>5</a:t>
          </a:r>
          <a:r>
            <a:rPr lang="en-US" b="0" i="0" dirty="0">
              <a:highlight>
                <a:srgbClr val="C0C0C0"/>
              </a:highlight>
            </a:rPr>
            <a:t> </a:t>
          </a:r>
          <a:endParaRPr lang="en-US" dirty="0">
            <a:highlight>
              <a:srgbClr val="C0C0C0"/>
            </a:highlight>
          </a:endParaRPr>
        </a:p>
      </dgm:t>
    </dgm:pt>
    <dgm:pt modelId="{4AFD5026-8362-4120-A4A4-226587BCB4B3}" type="parTrans" cxnId="{AD31E2E6-1878-4057-AF9F-83C05DBFCE74}">
      <dgm:prSet/>
      <dgm:spPr/>
      <dgm:t>
        <a:bodyPr/>
        <a:lstStyle/>
        <a:p>
          <a:endParaRPr lang="en-US"/>
        </a:p>
      </dgm:t>
    </dgm:pt>
    <dgm:pt modelId="{E3B1BF5B-0144-4479-8522-9CA6AD92ECA2}" type="sibTrans" cxnId="{AD31E2E6-1878-4057-AF9F-83C05DBFCE74}">
      <dgm:prSet/>
      <dgm:spPr/>
      <dgm:t>
        <a:bodyPr/>
        <a:lstStyle/>
        <a:p>
          <a:endParaRPr lang="en-US"/>
        </a:p>
      </dgm:t>
    </dgm:pt>
    <dgm:pt modelId="{D1264F42-FB36-4EBE-98EB-53C4DAA9D6C9}" type="pres">
      <dgm:prSet presAssocID="{CB9CD116-9407-4600-833F-74D6E47DCD43}" presName="vert0" presStyleCnt="0">
        <dgm:presLayoutVars>
          <dgm:dir/>
          <dgm:animOne val="branch"/>
          <dgm:animLvl val="lvl"/>
        </dgm:presLayoutVars>
      </dgm:prSet>
      <dgm:spPr/>
    </dgm:pt>
    <dgm:pt modelId="{9837C51E-7313-40C4-A28C-A7F96BE8131F}" type="pres">
      <dgm:prSet presAssocID="{BE443AC9-398E-41A0-B6C7-847AB329CFE4}" presName="thickLine" presStyleLbl="alignNode1" presStyleIdx="0" presStyleCnt="4"/>
      <dgm:spPr/>
    </dgm:pt>
    <dgm:pt modelId="{CE47F997-68C6-460B-A476-105D4B342CD5}" type="pres">
      <dgm:prSet presAssocID="{BE443AC9-398E-41A0-B6C7-847AB329CFE4}" presName="horz1" presStyleCnt="0"/>
      <dgm:spPr/>
    </dgm:pt>
    <dgm:pt modelId="{6E0CFD66-ADAD-4ACC-875F-440392EEC3B2}" type="pres">
      <dgm:prSet presAssocID="{BE443AC9-398E-41A0-B6C7-847AB329CFE4}" presName="tx1" presStyleLbl="revTx" presStyleIdx="0" presStyleCnt="4"/>
      <dgm:spPr/>
    </dgm:pt>
    <dgm:pt modelId="{25503A31-33C9-4785-9115-79E789154A9B}" type="pres">
      <dgm:prSet presAssocID="{BE443AC9-398E-41A0-B6C7-847AB329CFE4}" presName="vert1" presStyleCnt="0"/>
      <dgm:spPr/>
    </dgm:pt>
    <dgm:pt modelId="{34012034-7AD0-4CFC-A191-95D5AAD9443A}" type="pres">
      <dgm:prSet presAssocID="{41CE1E7E-2D37-46B7-8D5A-B789F0286ED1}" presName="thickLine" presStyleLbl="alignNode1" presStyleIdx="1" presStyleCnt="4"/>
      <dgm:spPr/>
    </dgm:pt>
    <dgm:pt modelId="{B2D82F39-7D87-4921-95AE-83728B12F1F6}" type="pres">
      <dgm:prSet presAssocID="{41CE1E7E-2D37-46B7-8D5A-B789F0286ED1}" presName="horz1" presStyleCnt="0"/>
      <dgm:spPr/>
    </dgm:pt>
    <dgm:pt modelId="{656BD838-E9DA-45BA-A247-BA6754C00977}" type="pres">
      <dgm:prSet presAssocID="{41CE1E7E-2D37-46B7-8D5A-B789F0286ED1}" presName="tx1" presStyleLbl="revTx" presStyleIdx="1" presStyleCnt="4"/>
      <dgm:spPr/>
    </dgm:pt>
    <dgm:pt modelId="{7BC252AE-8826-40A6-980F-3E8A65B51BE9}" type="pres">
      <dgm:prSet presAssocID="{41CE1E7E-2D37-46B7-8D5A-B789F0286ED1}" presName="vert1" presStyleCnt="0"/>
      <dgm:spPr/>
    </dgm:pt>
    <dgm:pt modelId="{74F51B84-E68F-416E-9EF0-E61A9623F11B}" type="pres">
      <dgm:prSet presAssocID="{C26AC1A6-E242-4CB4-B3D7-A2195F59ED5B}" presName="thickLine" presStyleLbl="alignNode1" presStyleIdx="2" presStyleCnt="4"/>
      <dgm:spPr/>
    </dgm:pt>
    <dgm:pt modelId="{5EC9DA3A-04E6-4510-9299-2BC9AC3DEB35}" type="pres">
      <dgm:prSet presAssocID="{C26AC1A6-E242-4CB4-B3D7-A2195F59ED5B}" presName="horz1" presStyleCnt="0"/>
      <dgm:spPr/>
    </dgm:pt>
    <dgm:pt modelId="{EE5C321F-56D3-484F-9991-04B1BED6BF5A}" type="pres">
      <dgm:prSet presAssocID="{C26AC1A6-E242-4CB4-B3D7-A2195F59ED5B}" presName="tx1" presStyleLbl="revTx" presStyleIdx="2" presStyleCnt="4"/>
      <dgm:spPr/>
    </dgm:pt>
    <dgm:pt modelId="{2C3D72CC-FCAC-42F5-8677-DDF7B9C37794}" type="pres">
      <dgm:prSet presAssocID="{C26AC1A6-E242-4CB4-B3D7-A2195F59ED5B}" presName="vert1" presStyleCnt="0"/>
      <dgm:spPr/>
    </dgm:pt>
    <dgm:pt modelId="{EEACF8F1-51FE-4AEE-B642-72A558155C89}" type="pres">
      <dgm:prSet presAssocID="{DACBA507-6C40-4C3E-87BE-4C97946B5DD4}" presName="thickLine" presStyleLbl="alignNode1" presStyleIdx="3" presStyleCnt="4"/>
      <dgm:spPr/>
    </dgm:pt>
    <dgm:pt modelId="{915E376B-1E60-4D9B-ABE3-B14BAC54FBC4}" type="pres">
      <dgm:prSet presAssocID="{DACBA507-6C40-4C3E-87BE-4C97946B5DD4}" presName="horz1" presStyleCnt="0"/>
      <dgm:spPr/>
    </dgm:pt>
    <dgm:pt modelId="{5CB55FE7-4D25-463D-AB04-BCA7F7C8470C}" type="pres">
      <dgm:prSet presAssocID="{DACBA507-6C40-4C3E-87BE-4C97946B5DD4}" presName="tx1" presStyleLbl="revTx" presStyleIdx="3" presStyleCnt="4"/>
      <dgm:spPr/>
    </dgm:pt>
    <dgm:pt modelId="{896CD274-A753-4F7C-A1F0-C62E38D88D8A}" type="pres">
      <dgm:prSet presAssocID="{DACBA507-6C40-4C3E-87BE-4C97946B5DD4}" presName="vert1" presStyleCnt="0"/>
      <dgm:spPr/>
    </dgm:pt>
  </dgm:ptLst>
  <dgm:cxnLst>
    <dgm:cxn modelId="{A2C39005-069D-4939-A22B-AF7D09F4C1B2}" type="presOf" srcId="{DACBA507-6C40-4C3E-87BE-4C97946B5DD4}" destId="{5CB55FE7-4D25-463D-AB04-BCA7F7C8470C}" srcOrd="0" destOrd="0" presId="urn:microsoft.com/office/officeart/2008/layout/LinedList"/>
    <dgm:cxn modelId="{D61C7B5D-2638-42BB-A6C9-E874B669C95D}" type="presOf" srcId="{C26AC1A6-E242-4CB4-B3D7-A2195F59ED5B}" destId="{EE5C321F-56D3-484F-9991-04B1BED6BF5A}" srcOrd="0" destOrd="0" presId="urn:microsoft.com/office/officeart/2008/layout/LinedList"/>
    <dgm:cxn modelId="{C676EE5D-2E5A-4EF8-82B1-79D9227A0965}" srcId="{CB9CD116-9407-4600-833F-74D6E47DCD43}" destId="{BE443AC9-398E-41A0-B6C7-847AB329CFE4}" srcOrd="0" destOrd="0" parTransId="{47E4AE02-9911-44F5-9450-6CC0B81930D1}" sibTransId="{951B14C9-F63B-40C4-916C-3D00624E0E8E}"/>
    <dgm:cxn modelId="{9736156F-FE2D-40D0-B91C-CBF957BAAAEE}" type="presOf" srcId="{BE443AC9-398E-41A0-B6C7-847AB329CFE4}" destId="{6E0CFD66-ADAD-4ACC-875F-440392EEC3B2}" srcOrd="0" destOrd="0" presId="urn:microsoft.com/office/officeart/2008/layout/LinedList"/>
    <dgm:cxn modelId="{25A20E57-E926-4FC8-A9F3-B922C70A8F9F}" srcId="{CB9CD116-9407-4600-833F-74D6E47DCD43}" destId="{C26AC1A6-E242-4CB4-B3D7-A2195F59ED5B}" srcOrd="2" destOrd="0" parTransId="{4A1B9C63-7736-44E4-B98B-E18A14AEF364}" sibTransId="{A976B54B-3DF4-450D-85F8-ED09D55AAF1D}"/>
    <dgm:cxn modelId="{F7EEAF7C-4ADF-44AE-9C3C-A7EE939B5D89}" type="presOf" srcId="{41CE1E7E-2D37-46B7-8D5A-B789F0286ED1}" destId="{656BD838-E9DA-45BA-A247-BA6754C00977}" srcOrd="0" destOrd="0" presId="urn:microsoft.com/office/officeart/2008/layout/LinedList"/>
    <dgm:cxn modelId="{4A84D6A0-AA36-49EF-9828-E81083FC51F4}" srcId="{CB9CD116-9407-4600-833F-74D6E47DCD43}" destId="{41CE1E7E-2D37-46B7-8D5A-B789F0286ED1}" srcOrd="1" destOrd="0" parTransId="{57CCF890-2E50-46BE-8521-CBA7A0210F2A}" sibTransId="{282BD2E2-F0C2-4E43-8111-01DB3EE9CAF0}"/>
    <dgm:cxn modelId="{B94B86E1-EFA4-4555-AAC2-56D8183329E9}" type="presOf" srcId="{CB9CD116-9407-4600-833F-74D6E47DCD43}" destId="{D1264F42-FB36-4EBE-98EB-53C4DAA9D6C9}" srcOrd="0" destOrd="0" presId="urn:microsoft.com/office/officeart/2008/layout/LinedList"/>
    <dgm:cxn modelId="{AD31E2E6-1878-4057-AF9F-83C05DBFCE74}" srcId="{CB9CD116-9407-4600-833F-74D6E47DCD43}" destId="{DACBA507-6C40-4C3E-87BE-4C97946B5DD4}" srcOrd="3" destOrd="0" parTransId="{4AFD5026-8362-4120-A4A4-226587BCB4B3}" sibTransId="{E3B1BF5B-0144-4479-8522-9CA6AD92ECA2}"/>
    <dgm:cxn modelId="{62227CCC-2A59-48E2-BDD1-ACE2BABDBAB5}" type="presParOf" srcId="{D1264F42-FB36-4EBE-98EB-53C4DAA9D6C9}" destId="{9837C51E-7313-40C4-A28C-A7F96BE8131F}" srcOrd="0" destOrd="0" presId="urn:microsoft.com/office/officeart/2008/layout/LinedList"/>
    <dgm:cxn modelId="{349EF84F-159F-42D3-AB43-8A97C4F24C54}" type="presParOf" srcId="{D1264F42-FB36-4EBE-98EB-53C4DAA9D6C9}" destId="{CE47F997-68C6-460B-A476-105D4B342CD5}" srcOrd="1" destOrd="0" presId="urn:microsoft.com/office/officeart/2008/layout/LinedList"/>
    <dgm:cxn modelId="{BE4C2D7F-0834-4501-86D6-69E30F75928C}" type="presParOf" srcId="{CE47F997-68C6-460B-A476-105D4B342CD5}" destId="{6E0CFD66-ADAD-4ACC-875F-440392EEC3B2}" srcOrd="0" destOrd="0" presId="urn:microsoft.com/office/officeart/2008/layout/LinedList"/>
    <dgm:cxn modelId="{19544BA8-D907-4507-B7F0-BDEFE3851D3A}" type="presParOf" srcId="{CE47F997-68C6-460B-A476-105D4B342CD5}" destId="{25503A31-33C9-4785-9115-79E789154A9B}" srcOrd="1" destOrd="0" presId="urn:microsoft.com/office/officeart/2008/layout/LinedList"/>
    <dgm:cxn modelId="{FEC2D5BE-C24E-4A59-BDBD-F7EB74880720}" type="presParOf" srcId="{D1264F42-FB36-4EBE-98EB-53C4DAA9D6C9}" destId="{34012034-7AD0-4CFC-A191-95D5AAD9443A}" srcOrd="2" destOrd="0" presId="urn:microsoft.com/office/officeart/2008/layout/LinedList"/>
    <dgm:cxn modelId="{ADD6459E-6B11-4B69-B6D8-2B7B6458C229}" type="presParOf" srcId="{D1264F42-FB36-4EBE-98EB-53C4DAA9D6C9}" destId="{B2D82F39-7D87-4921-95AE-83728B12F1F6}" srcOrd="3" destOrd="0" presId="urn:microsoft.com/office/officeart/2008/layout/LinedList"/>
    <dgm:cxn modelId="{F49015B4-B4D1-4238-B762-8E6E7308A598}" type="presParOf" srcId="{B2D82F39-7D87-4921-95AE-83728B12F1F6}" destId="{656BD838-E9DA-45BA-A247-BA6754C00977}" srcOrd="0" destOrd="0" presId="urn:microsoft.com/office/officeart/2008/layout/LinedList"/>
    <dgm:cxn modelId="{16A9AE46-3D41-4E39-87A7-3C7B500ADC10}" type="presParOf" srcId="{B2D82F39-7D87-4921-95AE-83728B12F1F6}" destId="{7BC252AE-8826-40A6-980F-3E8A65B51BE9}" srcOrd="1" destOrd="0" presId="urn:microsoft.com/office/officeart/2008/layout/LinedList"/>
    <dgm:cxn modelId="{07F4D687-A1E3-42DF-B79B-8E093225E27B}" type="presParOf" srcId="{D1264F42-FB36-4EBE-98EB-53C4DAA9D6C9}" destId="{74F51B84-E68F-416E-9EF0-E61A9623F11B}" srcOrd="4" destOrd="0" presId="urn:microsoft.com/office/officeart/2008/layout/LinedList"/>
    <dgm:cxn modelId="{20B921BA-29F7-4E0B-B079-FCA162FEDA51}" type="presParOf" srcId="{D1264F42-FB36-4EBE-98EB-53C4DAA9D6C9}" destId="{5EC9DA3A-04E6-4510-9299-2BC9AC3DEB35}" srcOrd="5" destOrd="0" presId="urn:microsoft.com/office/officeart/2008/layout/LinedList"/>
    <dgm:cxn modelId="{4236DC78-0F9C-4F35-A408-40E6D1199512}" type="presParOf" srcId="{5EC9DA3A-04E6-4510-9299-2BC9AC3DEB35}" destId="{EE5C321F-56D3-484F-9991-04B1BED6BF5A}" srcOrd="0" destOrd="0" presId="urn:microsoft.com/office/officeart/2008/layout/LinedList"/>
    <dgm:cxn modelId="{1C78E5A0-7BEF-46CB-9F85-7C1E167BD456}" type="presParOf" srcId="{5EC9DA3A-04E6-4510-9299-2BC9AC3DEB35}" destId="{2C3D72CC-FCAC-42F5-8677-DDF7B9C37794}" srcOrd="1" destOrd="0" presId="urn:microsoft.com/office/officeart/2008/layout/LinedList"/>
    <dgm:cxn modelId="{85610870-4F43-4F67-BF82-4B4589F7B68C}" type="presParOf" srcId="{D1264F42-FB36-4EBE-98EB-53C4DAA9D6C9}" destId="{EEACF8F1-51FE-4AEE-B642-72A558155C89}" srcOrd="6" destOrd="0" presId="urn:microsoft.com/office/officeart/2008/layout/LinedList"/>
    <dgm:cxn modelId="{DB0AEFFB-16D2-40D5-BF2D-0F6BE57D589E}" type="presParOf" srcId="{D1264F42-FB36-4EBE-98EB-53C4DAA9D6C9}" destId="{915E376B-1E60-4D9B-ABE3-B14BAC54FBC4}" srcOrd="7" destOrd="0" presId="urn:microsoft.com/office/officeart/2008/layout/LinedList"/>
    <dgm:cxn modelId="{A830154E-D810-48C5-AEAA-3C28EC446A2C}" type="presParOf" srcId="{915E376B-1E60-4D9B-ABE3-B14BAC54FBC4}" destId="{5CB55FE7-4D25-463D-AB04-BCA7F7C8470C}" srcOrd="0" destOrd="0" presId="urn:microsoft.com/office/officeart/2008/layout/LinedList"/>
    <dgm:cxn modelId="{A1B94E18-B838-437B-B241-64425FF04ADA}" type="presParOf" srcId="{915E376B-1E60-4D9B-ABE3-B14BAC54FBC4}" destId="{896CD274-A753-4F7C-A1F0-C62E38D88D8A}"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A7F326-A5F6-4E0F-B992-4A5370F927C2}">
      <dsp:nvSpPr>
        <dsp:cNvPr id="0" name=""/>
        <dsp:cNvSpPr/>
      </dsp:nvSpPr>
      <dsp:spPr>
        <a:xfrm>
          <a:off x="0" y="550296"/>
          <a:ext cx="6364224" cy="579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7F41524-D6DA-4DBB-BDC7-06EF8AF22CA6}">
      <dsp:nvSpPr>
        <dsp:cNvPr id="0" name=""/>
        <dsp:cNvSpPr/>
      </dsp:nvSpPr>
      <dsp:spPr>
        <a:xfrm>
          <a:off x="318211" y="210816"/>
          <a:ext cx="4454956" cy="6789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8387" tIns="0" rIns="168387" bIns="0" numCol="1" spcCol="1270" anchor="ctr" anchorCtr="0">
          <a:noAutofit/>
        </a:bodyPr>
        <a:lstStyle/>
        <a:p>
          <a:pPr marL="0" lvl="0" indent="0" algn="l" defTabSz="1022350">
            <a:lnSpc>
              <a:spcPct val="90000"/>
            </a:lnSpc>
            <a:spcBef>
              <a:spcPct val="0"/>
            </a:spcBef>
            <a:spcAft>
              <a:spcPct val="35000"/>
            </a:spcAft>
            <a:buNone/>
          </a:pPr>
          <a:r>
            <a:rPr lang="en-GB" sz="2300" kern="1200"/>
            <a:t>Political regime</a:t>
          </a:r>
          <a:endParaRPr lang="en-IE" sz="2300" kern="1200"/>
        </a:p>
      </dsp:txBody>
      <dsp:txXfrm>
        <a:off x="351355" y="243960"/>
        <a:ext cx="4388668" cy="612672"/>
      </dsp:txXfrm>
    </dsp:sp>
    <dsp:sp modelId="{6F92D88B-F4A5-4C1B-B2BB-2D317ECB3696}">
      <dsp:nvSpPr>
        <dsp:cNvPr id="0" name=""/>
        <dsp:cNvSpPr/>
      </dsp:nvSpPr>
      <dsp:spPr>
        <a:xfrm>
          <a:off x="0" y="1593576"/>
          <a:ext cx="6364224" cy="579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43C773B-4CF2-4EFA-9BBE-210CB411268A}">
      <dsp:nvSpPr>
        <dsp:cNvPr id="0" name=""/>
        <dsp:cNvSpPr/>
      </dsp:nvSpPr>
      <dsp:spPr>
        <a:xfrm>
          <a:off x="318211" y="1254096"/>
          <a:ext cx="4454956" cy="6789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8387" tIns="0" rIns="168387" bIns="0" numCol="1" spcCol="1270" anchor="ctr" anchorCtr="0">
          <a:noAutofit/>
        </a:bodyPr>
        <a:lstStyle/>
        <a:p>
          <a:pPr marL="0" lvl="0" indent="0" algn="l" defTabSz="1022350">
            <a:lnSpc>
              <a:spcPct val="90000"/>
            </a:lnSpc>
            <a:spcBef>
              <a:spcPct val="0"/>
            </a:spcBef>
            <a:spcAft>
              <a:spcPct val="35000"/>
            </a:spcAft>
            <a:buNone/>
          </a:pPr>
          <a:r>
            <a:rPr lang="en-GB" sz="2300" kern="1200"/>
            <a:t>Liberal democracy      862.61</a:t>
          </a:r>
          <a:endParaRPr lang="en-IE" sz="2300" kern="1200"/>
        </a:p>
      </dsp:txBody>
      <dsp:txXfrm>
        <a:off x="351355" y="1287240"/>
        <a:ext cx="4388668" cy="612672"/>
      </dsp:txXfrm>
    </dsp:sp>
    <dsp:sp modelId="{354B8BAD-65D7-4BD3-93F4-0EAFFD7D0767}">
      <dsp:nvSpPr>
        <dsp:cNvPr id="0" name=""/>
        <dsp:cNvSpPr/>
      </dsp:nvSpPr>
      <dsp:spPr>
        <a:xfrm>
          <a:off x="0" y="2636856"/>
          <a:ext cx="6364224" cy="579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428D827-1795-465F-AAE0-E0E8AB2154A7}">
      <dsp:nvSpPr>
        <dsp:cNvPr id="0" name=""/>
        <dsp:cNvSpPr/>
      </dsp:nvSpPr>
      <dsp:spPr>
        <a:xfrm>
          <a:off x="318211" y="2297376"/>
          <a:ext cx="4454956" cy="6789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8387" tIns="0" rIns="168387" bIns="0" numCol="1" spcCol="1270" anchor="ctr" anchorCtr="0">
          <a:noAutofit/>
        </a:bodyPr>
        <a:lstStyle/>
        <a:p>
          <a:pPr marL="0" lvl="0" indent="0" algn="l" defTabSz="1022350">
            <a:lnSpc>
              <a:spcPct val="90000"/>
            </a:lnSpc>
            <a:spcBef>
              <a:spcPct val="0"/>
            </a:spcBef>
            <a:spcAft>
              <a:spcPct val="35000"/>
            </a:spcAft>
            <a:buNone/>
          </a:pPr>
          <a:r>
            <a:rPr lang="en-GB" sz="2300" kern="1200"/>
            <a:t>Electoral democracy    368.95</a:t>
          </a:r>
          <a:endParaRPr lang="en-IE" sz="2300" kern="1200"/>
        </a:p>
      </dsp:txBody>
      <dsp:txXfrm>
        <a:off x="351355" y="2330520"/>
        <a:ext cx="4388668" cy="612672"/>
      </dsp:txXfrm>
    </dsp:sp>
    <dsp:sp modelId="{4208BEAE-DDF9-46D8-841A-3483CD432045}">
      <dsp:nvSpPr>
        <dsp:cNvPr id="0" name=""/>
        <dsp:cNvSpPr/>
      </dsp:nvSpPr>
      <dsp:spPr>
        <a:xfrm>
          <a:off x="0" y="3680136"/>
          <a:ext cx="6364224" cy="579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F36166A-CD8E-47E0-899C-02C70704951F}">
      <dsp:nvSpPr>
        <dsp:cNvPr id="0" name=""/>
        <dsp:cNvSpPr/>
      </dsp:nvSpPr>
      <dsp:spPr>
        <a:xfrm>
          <a:off x="318211" y="3340656"/>
          <a:ext cx="4454956" cy="6789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8387" tIns="0" rIns="168387" bIns="0" numCol="1" spcCol="1270" anchor="ctr" anchorCtr="0">
          <a:noAutofit/>
        </a:bodyPr>
        <a:lstStyle/>
        <a:p>
          <a:pPr marL="0" lvl="0" indent="0" algn="l" defTabSz="1022350">
            <a:lnSpc>
              <a:spcPct val="90000"/>
            </a:lnSpc>
            <a:spcBef>
              <a:spcPct val="0"/>
            </a:spcBef>
            <a:spcAft>
              <a:spcPct val="35000"/>
            </a:spcAft>
            <a:buNone/>
          </a:pPr>
          <a:r>
            <a:rPr lang="en-GB" sz="2300" kern="1200"/>
            <a:t>Closed autocracy       156.63</a:t>
          </a:r>
          <a:endParaRPr lang="en-IE" sz="2300" kern="1200"/>
        </a:p>
      </dsp:txBody>
      <dsp:txXfrm>
        <a:off x="351355" y="3373800"/>
        <a:ext cx="4388668" cy="612672"/>
      </dsp:txXfrm>
    </dsp:sp>
    <dsp:sp modelId="{B7E5EF2C-C331-491B-B4CC-5D152EC15321}">
      <dsp:nvSpPr>
        <dsp:cNvPr id="0" name=""/>
        <dsp:cNvSpPr/>
      </dsp:nvSpPr>
      <dsp:spPr>
        <a:xfrm>
          <a:off x="0" y="4723416"/>
          <a:ext cx="6364224" cy="579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9755CDA-0D65-437F-A30F-CAF0F874420E}">
      <dsp:nvSpPr>
        <dsp:cNvPr id="0" name=""/>
        <dsp:cNvSpPr/>
      </dsp:nvSpPr>
      <dsp:spPr>
        <a:xfrm>
          <a:off x="318211" y="4383936"/>
          <a:ext cx="4454956" cy="6789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8387" tIns="0" rIns="168387" bIns="0" numCol="1" spcCol="1270" anchor="ctr" anchorCtr="0">
          <a:noAutofit/>
        </a:bodyPr>
        <a:lstStyle/>
        <a:p>
          <a:pPr marL="0" lvl="0" indent="0" algn="l" defTabSz="1022350">
            <a:lnSpc>
              <a:spcPct val="90000"/>
            </a:lnSpc>
            <a:spcBef>
              <a:spcPct val="0"/>
            </a:spcBef>
            <a:spcAft>
              <a:spcPct val="35000"/>
            </a:spcAft>
            <a:buNone/>
          </a:pPr>
          <a:r>
            <a:rPr lang="en-GB" sz="2300" kern="1200"/>
            <a:t>Electoral autocracy     94.52</a:t>
          </a:r>
          <a:endParaRPr lang="en-IE" sz="2300" kern="1200"/>
        </a:p>
      </dsp:txBody>
      <dsp:txXfrm>
        <a:off x="351355" y="4417080"/>
        <a:ext cx="4388668" cy="6126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37C51E-7313-40C4-A28C-A7F96BE8131F}">
      <dsp:nvSpPr>
        <dsp:cNvPr id="0" name=""/>
        <dsp:cNvSpPr/>
      </dsp:nvSpPr>
      <dsp:spPr>
        <a:xfrm>
          <a:off x="0" y="0"/>
          <a:ext cx="672998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0CFD66-ADAD-4ACC-875F-440392EEC3B2}">
      <dsp:nvSpPr>
        <dsp:cNvPr id="0" name=""/>
        <dsp:cNvSpPr/>
      </dsp:nvSpPr>
      <dsp:spPr>
        <a:xfrm>
          <a:off x="0" y="0"/>
          <a:ext cx="6729984" cy="1024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0" i="0" kern="1200" dirty="0"/>
            <a:t>Sum of unique countries per status where freedom has dropped: </a:t>
          </a:r>
          <a:endParaRPr lang="en-US" sz="2800" kern="1200" dirty="0"/>
        </a:p>
      </dsp:txBody>
      <dsp:txXfrm>
        <a:off x="0" y="0"/>
        <a:ext cx="6729984" cy="1024128"/>
      </dsp:txXfrm>
    </dsp:sp>
    <dsp:sp modelId="{34012034-7AD0-4CFC-A191-95D5AAD9443A}">
      <dsp:nvSpPr>
        <dsp:cNvPr id="0" name=""/>
        <dsp:cNvSpPr/>
      </dsp:nvSpPr>
      <dsp:spPr>
        <a:xfrm>
          <a:off x="0" y="1024128"/>
          <a:ext cx="672998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6BD838-E9DA-45BA-A247-BA6754C00977}">
      <dsp:nvSpPr>
        <dsp:cNvPr id="0" name=""/>
        <dsp:cNvSpPr/>
      </dsp:nvSpPr>
      <dsp:spPr>
        <a:xfrm>
          <a:off x="0" y="1024128"/>
          <a:ext cx="6729984" cy="1024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0" i="0" kern="1200" dirty="0">
              <a:highlight>
                <a:srgbClr val="C0C0C0"/>
              </a:highlight>
            </a:rPr>
            <a:t>FREE </a:t>
          </a:r>
          <a:r>
            <a:rPr lang="en-US" sz="2800" b="1" i="0" kern="1200" dirty="0">
              <a:highlight>
                <a:srgbClr val="C0C0C0"/>
              </a:highlight>
            </a:rPr>
            <a:t>23</a:t>
          </a:r>
          <a:r>
            <a:rPr lang="en-US" sz="2800" b="0" i="0" kern="1200" dirty="0">
              <a:highlight>
                <a:srgbClr val="C0C0C0"/>
              </a:highlight>
            </a:rPr>
            <a:t> </a:t>
          </a:r>
          <a:endParaRPr lang="en-US" sz="2800" kern="1200" dirty="0">
            <a:highlight>
              <a:srgbClr val="C0C0C0"/>
            </a:highlight>
          </a:endParaRPr>
        </a:p>
      </dsp:txBody>
      <dsp:txXfrm>
        <a:off x="0" y="1024128"/>
        <a:ext cx="6729984" cy="1024128"/>
      </dsp:txXfrm>
    </dsp:sp>
    <dsp:sp modelId="{74F51B84-E68F-416E-9EF0-E61A9623F11B}">
      <dsp:nvSpPr>
        <dsp:cNvPr id="0" name=""/>
        <dsp:cNvSpPr/>
      </dsp:nvSpPr>
      <dsp:spPr>
        <a:xfrm>
          <a:off x="0" y="2048256"/>
          <a:ext cx="672998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5C321F-56D3-484F-9991-04B1BED6BF5A}">
      <dsp:nvSpPr>
        <dsp:cNvPr id="0" name=""/>
        <dsp:cNvSpPr/>
      </dsp:nvSpPr>
      <dsp:spPr>
        <a:xfrm>
          <a:off x="0" y="2048256"/>
          <a:ext cx="6729984" cy="1024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0" i="0" kern="1200" dirty="0">
              <a:highlight>
                <a:srgbClr val="C0C0C0"/>
              </a:highlight>
            </a:rPr>
            <a:t>PARTIALY FREE </a:t>
          </a:r>
          <a:r>
            <a:rPr lang="en-US" sz="2800" b="1" i="0" kern="1200" dirty="0">
              <a:highlight>
                <a:srgbClr val="C0C0C0"/>
              </a:highlight>
            </a:rPr>
            <a:t>9</a:t>
          </a:r>
          <a:endParaRPr lang="en-US" sz="2800" b="1" kern="1200" dirty="0">
            <a:highlight>
              <a:srgbClr val="C0C0C0"/>
            </a:highlight>
          </a:endParaRPr>
        </a:p>
      </dsp:txBody>
      <dsp:txXfrm>
        <a:off x="0" y="2048256"/>
        <a:ext cx="6729984" cy="1024128"/>
      </dsp:txXfrm>
    </dsp:sp>
    <dsp:sp modelId="{EEACF8F1-51FE-4AEE-B642-72A558155C89}">
      <dsp:nvSpPr>
        <dsp:cNvPr id="0" name=""/>
        <dsp:cNvSpPr/>
      </dsp:nvSpPr>
      <dsp:spPr>
        <a:xfrm>
          <a:off x="0" y="3072383"/>
          <a:ext cx="672998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B55FE7-4D25-463D-AB04-BCA7F7C8470C}">
      <dsp:nvSpPr>
        <dsp:cNvPr id="0" name=""/>
        <dsp:cNvSpPr/>
      </dsp:nvSpPr>
      <dsp:spPr>
        <a:xfrm>
          <a:off x="0" y="3072383"/>
          <a:ext cx="6729984" cy="1024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0" i="0" kern="1200" dirty="0">
              <a:highlight>
                <a:srgbClr val="C0C0C0"/>
              </a:highlight>
            </a:rPr>
            <a:t>NOT FREE </a:t>
          </a:r>
          <a:r>
            <a:rPr lang="en-US" sz="2800" b="1" i="0" kern="1200" dirty="0">
              <a:highlight>
                <a:srgbClr val="C0C0C0"/>
              </a:highlight>
            </a:rPr>
            <a:t>5</a:t>
          </a:r>
          <a:r>
            <a:rPr lang="en-US" sz="2800" b="0" i="0" kern="1200" dirty="0">
              <a:highlight>
                <a:srgbClr val="C0C0C0"/>
              </a:highlight>
            </a:rPr>
            <a:t> </a:t>
          </a:r>
          <a:endParaRPr lang="en-US" sz="2800" kern="1200" dirty="0">
            <a:highlight>
              <a:srgbClr val="C0C0C0"/>
            </a:highlight>
          </a:endParaRPr>
        </a:p>
      </dsp:txBody>
      <dsp:txXfrm>
        <a:off x="0" y="3072383"/>
        <a:ext cx="6729984" cy="102412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CB4186-C801-482E-8579-1CA5A4EED92F}" type="datetimeFigureOut">
              <a:rPr lang="en-IE" smtClean="0"/>
              <a:t>05/05/2024</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0F6665-0BD4-4A87-9D4E-48FE2B886B3A}" type="slidenum">
              <a:rPr lang="en-IE" smtClean="0"/>
              <a:t>‹#›</a:t>
            </a:fld>
            <a:endParaRPr lang="en-IE"/>
          </a:p>
        </p:txBody>
      </p:sp>
    </p:spTree>
    <p:extLst>
      <p:ext uri="{BB962C8B-B14F-4D97-AF65-F5344CB8AC3E}">
        <p14:creationId xmlns:p14="http://schemas.microsoft.com/office/powerpoint/2010/main" val="119111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0D0D0D"/>
                </a:solidFill>
                <a:effectLst/>
                <a:latin typeface="Söhne"/>
              </a:rPr>
              <a:t>Good day, everyone. I'm Marina Pavlovic, and today I will be sharing with you my analysis titled 'Navigating Tomorrow: The Interconnected Realms of AI Evolution, Politics, and Social Liberty' through this PowerPoint presentation.</a:t>
            </a:r>
            <a:endParaRPr lang="en-IE" dirty="0"/>
          </a:p>
        </p:txBody>
      </p:sp>
      <p:sp>
        <p:nvSpPr>
          <p:cNvPr id="4" name="Slide Number Placeholder 3"/>
          <p:cNvSpPr>
            <a:spLocks noGrp="1"/>
          </p:cNvSpPr>
          <p:nvPr>
            <p:ph type="sldNum" sz="quarter" idx="5"/>
          </p:nvPr>
        </p:nvSpPr>
        <p:spPr/>
        <p:txBody>
          <a:bodyPr/>
          <a:lstStyle/>
          <a:p>
            <a:fld id="{4C0F6665-0BD4-4A87-9D4E-48FE2B886B3A}" type="slidenum">
              <a:rPr lang="en-IE" smtClean="0"/>
              <a:t>1</a:t>
            </a:fld>
            <a:endParaRPr lang="en-IE"/>
          </a:p>
        </p:txBody>
      </p:sp>
    </p:spTree>
    <p:extLst>
      <p:ext uri="{BB962C8B-B14F-4D97-AF65-F5344CB8AC3E}">
        <p14:creationId xmlns:p14="http://schemas.microsoft.com/office/powerpoint/2010/main" val="37187778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First we will take look at the introduction of the subject, datasets used for our analysis, c and t and then we will move on to all of the questions this analysis has attempted to answer</a:t>
            </a:r>
            <a:endParaRPr lang="en-IE" dirty="0"/>
          </a:p>
        </p:txBody>
      </p:sp>
      <p:sp>
        <p:nvSpPr>
          <p:cNvPr id="4" name="Slide Number Placeholder 3"/>
          <p:cNvSpPr>
            <a:spLocks noGrp="1"/>
          </p:cNvSpPr>
          <p:nvPr>
            <p:ph type="sldNum" sz="quarter" idx="5"/>
          </p:nvPr>
        </p:nvSpPr>
        <p:spPr/>
        <p:txBody>
          <a:bodyPr/>
          <a:lstStyle/>
          <a:p>
            <a:fld id="{4C0F6665-0BD4-4A87-9D4E-48FE2B886B3A}" type="slidenum">
              <a:rPr lang="en-IE" smtClean="0"/>
              <a:t>2</a:t>
            </a:fld>
            <a:endParaRPr lang="en-IE"/>
          </a:p>
        </p:txBody>
      </p:sp>
    </p:spTree>
    <p:extLst>
      <p:ext uri="{BB962C8B-B14F-4D97-AF65-F5344CB8AC3E}">
        <p14:creationId xmlns:p14="http://schemas.microsoft.com/office/powerpoint/2010/main" val="16690776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r>
              <a:rPr lang="en-GB" b="0" i="0" dirty="0">
                <a:solidFill>
                  <a:srgbClr val="0D0D0D"/>
                </a:solidFill>
                <a:effectLst/>
                <a:latin typeface="Söhne"/>
              </a:rPr>
            </a:br>
            <a:r>
              <a:rPr lang="en-GB" b="0" i="0" dirty="0">
                <a:solidFill>
                  <a:srgbClr val="0D0D0D"/>
                </a:solidFill>
                <a:effectLst/>
                <a:latin typeface="Söhne"/>
              </a:rPr>
              <a:t>What particularly sparked my interest while examining this dataset was the column 'Political regime’.  The Pol Reg is a subject that has been discussed in terms of ai development, but I think there is many more questions that can be answered, which I attempted to do with this analysis.</a:t>
            </a:r>
          </a:p>
        </p:txBody>
      </p:sp>
      <p:sp>
        <p:nvSpPr>
          <p:cNvPr id="4" name="Slide Number Placeholder 3"/>
          <p:cNvSpPr>
            <a:spLocks noGrp="1"/>
          </p:cNvSpPr>
          <p:nvPr>
            <p:ph type="sldNum" sz="quarter" idx="5"/>
          </p:nvPr>
        </p:nvSpPr>
        <p:spPr/>
        <p:txBody>
          <a:bodyPr/>
          <a:lstStyle/>
          <a:p>
            <a:fld id="{4C0F6665-0BD4-4A87-9D4E-48FE2B886B3A}" type="slidenum">
              <a:rPr lang="en-IE" smtClean="0"/>
              <a:t>3</a:t>
            </a:fld>
            <a:endParaRPr lang="en-IE"/>
          </a:p>
        </p:txBody>
      </p:sp>
    </p:spTree>
    <p:extLst>
      <p:ext uri="{BB962C8B-B14F-4D97-AF65-F5344CB8AC3E}">
        <p14:creationId xmlns:p14="http://schemas.microsoft.com/office/powerpoint/2010/main" val="3016924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4C0F6665-0BD4-4A87-9D4E-48FE2B886B3A}" type="slidenum">
              <a:rPr lang="en-IE" smtClean="0"/>
              <a:t>4</a:t>
            </a:fld>
            <a:endParaRPr lang="en-IE"/>
          </a:p>
        </p:txBody>
      </p:sp>
    </p:spTree>
    <p:extLst>
      <p:ext uri="{BB962C8B-B14F-4D97-AF65-F5344CB8AC3E}">
        <p14:creationId xmlns:p14="http://schemas.microsoft.com/office/powerpoint/2010/main" val="4148570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first dataset was used almost in its entirety, so it didn’t require a lot of additional work except for removing a couple of columns that were not needed.</a:t>
            </a:r>
          </a:p>
          <a:p>
            <a:r>
              <a:rPr lang="en-GB" dirty="0"/>
              <a:t>The second and the third datasets contained a much larger set of information, so they required much more work. </a:t>
            </a:r>
            <a:endParaRPr lang="en-IE" dirty="0"/>
          </a:p>
        </p:txBody>
      </p:sp>
      <p:sp>
        <p:nvSpPr>
          <p:cNvPr id="4" name="Slide Number Placeholder 3"/>
          <p:cNvSpPr>
            <a:spLocks noGrp="1"/>
          </p:cNvSpPr>
          <p:nvPr>
            <p:ph type="sldNum" sz="quarter" idx="5"/>
          </p:nvPr>
        </p:nvSpPr>
        <p:spPr/>
        <p:txBody>
          <a:bodyPr/>
          <a:lstStyle/>
          <a:p>
            <a:fld id="{4C0F6665-0BD4-4A87-9D4E-48FE2B886B3A}" type="slidenum">
              <a:rPr lang="en-IE" smtClean="0"/>
              <a:t>5</a:t>
            </a:fld>
            <a:endParaRPr lang="en-IE"/>
          </a:p>
        </p:txBody>
      </p:sp>
    </p:spTree>
    <p:extLst>
      <p:ext uri="{BB962C8B-B14F-4D97-AF65-F5344CB8AC3E}">
        <p14:creationId xmlns:p14="http://schemas.microsoft.com/office/powerpoint/2010/main" val="42131806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Once we have selected the columns we are going to use from our first datasets we begin our analysis by grouping our AI development Total Score by the political regime to answer our first question.</a:t>
            </a:r>
          </a:p>
          <a:p>
            <a:r>
              <a:rPr lang="en-GB" dirty="0"/>
              <a:t>There were not many surprises there as we could see that the highest results were focused on democratic regimes. </a:t>
            </a:r>
          </a:p>
        </p:txBody>
      </p:sp>
      <p:sp>
        <p:nvSpPr>
          <p:cNvPr id="4" name="Slide Number Placeholder 3"/>
          <p:cNvSpPr>
            <a:spLocks noGrp="1"/>
          </p:cNvSpPr>
          <p:nvPr>
            <p:ph type="sldNum" sz="quarter" idx="5"/>
          </p:nvPr>
        </p:nvSpPr>
        <p:spPr/>
        <p:txBody>
          <a:bodyPr/>
          <a:lstStyle/>
          <a:p>
            <a:fld id="{4C0F6665-0BD4-4A87-9D4E-48FE2B886B3A}" type="slidenum">
              <a:rPr lang="en-IE" smtClean="0"/>
              <a:t>6</a:t>
            </a:fld>
            <a:endParaRPr lang="en-IE"/>
          </a:p>
        </p:txBody>
      </p:sp>
    </p:spTree>
    <p:extLst>
      <p:ext uri="{BB962C8B-B14F-4D97-AF65-F5344CB8AC3E}">
        <p14:creationId xmlns:p14="http://schemas.microsoft.com/office/powerpoint/2010/main" val="3968164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After we had performed our cleaning process and selected the countries that matched the first dataset, we used </a:t>
            </a:r>
            <a:r>
              <a:rPr lang="en-GB" dirty="0" err="1"/>
              <a:t>pivote</a:t>
            </a:r>
            <a:r>
              <a:rPr lang="en-GB" dirty="0"/>
              <a:t>  table to group the freedom status by how many times it appears in each year and subsequently created a line plot to visualize this data. </a:t>
            </a:r>
          </a:p>
          <a:p>
            <a:r>
              <a:rPr lang="en-GB" dirty="0"/>
              <a:t>As we can see there haven’t been huge changes in this period, but from the ones we can observe most alarming is a drop in free countries and an increase in partially free which indicates there were countries that had a negative change in their status which would indicate loss of freedom.</a:t>
            </a:r>
            <a:endParaRPr lang="en-IE" dirty="0"/>
          </a:p>
        </p:txBody>
      </p:sp>
      <p:sp>
        <p:nvSpPr>
          <p:cNvPr id="4" name="Slide Number Placeholder 3"/>
          <p:cNvSpPr>
            <a:spLocks noGrp="1"/>
          </p:cNvSpPr>
          <p:nvPr>
            <p:ph type="sldNum" sz="quarter" idx="5"/>
          </p:nvPr>
        </p:nvSpPr>
        <p:spPr/>
        <p:txBody>
          <a:bodyPr/>
          <a:lstStyle/>
          <a:p>
            <a:fld id="{4C0F6665-0BD4-4A87-9D4E-48FE2B886B3A}" type="slidenum">
              <a:rPr lang="en-IE" smtClean="0"/>
              <a:t>7</a:t>
            </a:fld>
            <a:endParaRPr lang="en-IE"/>
          </a:p>
        </p:txBody>
      </p:sp>
    </p:spTree>
    <p:extLst>
      <p:ext uri="{BB962C8B-B14F-4D97-AF65-F5344CB8AC3E}">
        <p14:creationId xmlns:p14="http://schemas.microsoft.com/office/powerpoint/2010/main" val="14703991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Total is a numerical column that can offer us a bit more in-depth view of the status changes we observed on the previous slide.</a:t>
            </a:r>
            <a:endParaRPr lang="en-IE" dirty="0"/>
          </a:p>
        </p:txBody>
      </p:sp>
      <p:sp>
        <p:nvSpPr>
          <p:cNvPr id="4" name="Slide Number Placeholder 3"/>
          <p:cNvSpPr>
            <a:spLocks noGrp="1"/>
          </p:cNvSpPr>
          <p:nvPr>
            <p:ph type="sldNum" sz="quarter" idx="5"/>
          </p:nvPr>
        </p:nvSpPr>
        <p:spPr/>
        <p:txBody>
          <a:bodyPr/>
          <a:lstStyle/>
          <a:p>
            <a:fld id="{4C0F6665-0BD4-4A87-9D4E-48FE2B886B3A}" type="slidenum">
              <a:rPr lang="en-IE" smtClean="0"/>
              <a:t>8</a:t>
            </a:fld>
            <a:endParaRPr lang="en-IE"/>
          </a:p>
        </p:txBody>
      </p:sp>
    </p:spTree>
    <p:extLst>
      <p:ext uri="{BB962C8B-B14F-4D97-AF65-F5344CB8AC3E}">
        <p14:creationId xmlns:p14="http://schemas.microsoft.com/office/powerpoint/2010/main" val="11116285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solidFill>
                  <a:srgbClr val="6A9955"/>
                </a:solidFill>
                <a:effectLst/>
                <a:latin typeface="Consolas" panose="020B0609020204030204" pitchFamily="49" charset="0"/>
              </a:rPr>
              <a:t>We calculated the percentage of countries that experienced change after which </a:t>
            </a:r>
            <a:r>
              <a:rPr lang="en-GB" b="0" dirty="0">
                <a:solidFill>
                  <a:srgbClr val="CCCCCC"/>
                </a:solidFill>
                <a:effectLst/>
                <a:latin typeface="Consolas" panose="020B0609020204030204" pitchFamily="49" charset="0"/>
              </a:rPr>
              <a:t>countries that experienced a drop in their 'Total' were grouped by their status so we can take an even deeper look into our results.</a:t>
            </a:r>
          </a:p>
          <a:p>
            <a:r>
              <a:rPr lang="en-GB" b="0" dirty="0">
                <a:solidFill>
                  <a:srgbClr val="CCCCCC"/>
                </a:solidFill>
                <a:effectLst/>
                <a:latin typeface="Consolas" panose="020B0609020204030204" pitchFamily="49" charset="0"/>
              </a:rPr>
              <a:t>Even though our sample is quite small very high number of free countries losing their freedom is quite alarming.</a:t>
            </a:r>
          </a:p>
          <a:p>
            <a:endParaRPr lang="en-IE" dirty="0"/>
          </a:p>
        </p:txBody>
      </p:sp>
      <p:sp>
        <p:nvSpPr>
          <p:cNvPr id="4" name="Slide Number Placeholder 3"/>
          <p:cNvSpPr>
            <a:spLocks noGrp="1"/>
          </p:cNvSpPr>
          <p:nvPr>
            <p:ph type="sldNum" sz="quarter" idx="5"/>
          </p:nvPr>
        </p:nvSpPr>
        <p:spPr/>
        <p:txBody>
          <a:bodyPr/>
          <a:lstStyle/>
          <a:p>
            <a:fld id="{4C0F6665-0BD4-4A87-9D4E-48FE2B886B3A}" type="slidenum">
              <a:rPr lang="en-IE" smtClean="0"/>
              <a:t>9</a:t>
            </a:fld>
            <a:endParaRPr lang="en-IE"/>
          </a:p>
        </p:txBody>
      </p:sp>
    </p:spTree>
    <p:extLst>
      <p:ext uri="{BB962C8B-B14F-4D97-AF65-F5344CB8AC3E}">
        <p14:creationId xmlns:p14="http://schemas.microsoft.com/office/powerpoint/2010/main" val="17009488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4C0F6665-0BD4-4A87-9D4E-48FE2B886B3A}" type="slidenum">
              <a:rPr lang="en-IE" smtClean="0"/>
              <a:t>10</a:t>
            </a:fld>
            <a:endParaRPr lang="en-IE"/>
          </a:p>
        </p:txBody>
      </p:sp>
    </p:spTree>
    <p:extLst>
      <p:ext uri="{BB962C8B-B14F-4D97-AF65-F5344CB8AC3E}">
        <p14:creationId xmlns:p14="http://schemas.microsoft.com/office/powerpoint/2010/main" val="28738778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China which is closed autocracy ranks very high</a:t>
            </a:r>
            <a:endParaRPr lang="en-IE" dirty="0"/>
          </a:p>
        </p:txBody>
      </p:sp>
      <p:sp>
        <p:nvSpPr>
          <p:cNvPr id="4" name="Slide Number Placeholder 3"/>
          <p:cNvSpPr>
            <a:spLocks noGrp="1"/>
          </p:cNvSpPr>
          <p:nvPr>
            <p:ph type="sldNum" sz="quarter" idx="5"/>
          </p:nvPr>
        </p:nvSpPr>
        <p:spPr/>
        <p:txBody>
          <a:bodyPr/>
          <a:lstStyle/>
          <a:p>
            <a:fld id="{4C0F6665-0BD4-4A87-9D4E-48FE2B886B3A}" type="slidenum">
              <a:rPr lang="en-IE" smtClean="0"/>
              <a:t>11</a:t>
            </a:fld>
            <a:endParaRPr lang="en-IE"/>
          </a:p>
        </p:txBody>
      </p:sp>
    </p:spTree>
    <p:extLst>
      <p:ext uri="{BB962C8B-B14F-4D97-AF65-F5344CB8AC3E}">
        <p14:creationId xmlns:p14="http://schemas.microsoft.com/office/powerpoint/2010/main" val="36940472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result brings us closer to understanding negative trends in the freedom in the world that are happening very close to AI development and definitely </a:t>
            </a:r>
            <a:r>
              <a:rPr lang="en-GB" dirty="0" err="1"/>
              <a:t>contribuse</a:t>
            </a:r>
            <a:r>
              <a:rPr lang="en-GB" dirty="0"/>
              <a:t> to increasing the sense of insecurity.</a:t>
            </a:r>
            <a:endParaRPr lang="en-IE" dirty="0"/>
          </a:p>
        </p:txBody>
      </p:sp>
      <p:sp>
        <p:nvSpPr>
          <p:cNvPr id="4" name="Slide Number Placeholder 3"/>
          <p:cNvSpPr>
            <a:spLocks noGrp="1"/>
          </p:cNvSpPr>
          <p:nvPr>
            <p:ph type="sldNum" sz="quarter" idx="5"/>
          </p:nvPr>
        </p:nvSpPr>
        <p:spPr/>
        <p:txBody>
          <a:bodyPr/>
          <a:lstStyle/>
          <a:p>
            <a:fld id="{4C0F6665-0BD4-4A87-9D4E-48FE2B886B3A}" type="slidenum">
              <a:rPr lang="en-IE" smtClean="0"/>
              <a:t>12</a:t>
            </a:fld>
            <a:endParaRPr lang="en-IE"/>
          </a:p>
        </p:txBody>
      </p:sp>
    </p:spTree>
    <p:extLst>
      <p:ext uri="{BB962C8B-B14F-4D97-AF65-F5344CB8AC3E}">
        <p14:creationId xmlns:p14="http://schemas.microsoft.com/office/powerpoint/2010/main" val="27818392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Looking at this part of my analysis now, I am sure that I could have created a better visualization, possibly an interactive line chart or the world map in </a:t>
            </a:r>
            <a:r>
              <a:rPr lang="en-GB" dirty="0" err="1"/>
              <a:t>Tablue</a:t>
            </a:r>
            <a:r>
              <a:rPr lang="en-GB" dirty="0"/>
              <a:t>, which would offer a better view of the results, but at the time of creating this analysis, I this style of visualization seemed like the best choice.</a:t>
            </a:r>
          </a:p>
          <a:p>
            <a:r>
              <a:rPr lang="en-GB" dirty="0"/>
              <a:t>But looking at these charts as they are, I believe my goal was achieved, to gain a better look into the changes in economic status in the past 50 years within the countries we are analysing and their huge differences.</a:t>
            </a:r>
          </a:p>
          <a:p>
            <a:r>
              <a:rPr lang="en-GB" dirty="0"/>
              <a:t>This is an overview of the countries that are developing AI at the moment.</a:t>
            </a:r>
            <a:endParaRPr lang="en-IE" dirty="0"/>
          </a:p>
        </p:txBody>
      </p:sp>
      <p:sp>
        <p:nvSpPr>
          <p:cNvPr id="4" name="Slide Number Placeholder 3"/>
          <p:cNvSpPr>
            <a:spLocks noGrp="1"/>
          </p:cNvSpPr>
          <p:nvPr>
            <p:ph type="sldNum" sz="quarter" idx="5"/>
          </p:nvPr>
        </p:nvSpPr>
        <p:spPr/>
        <p:txBody>
          <a:bodyPr/>
          <a:lstStyle/>
          <a:p>
            <a:fld id="{4C0F6665-0BD4-4A87-9D4E-48FE2B886B3A}" type="slidenum">
              <a:rPr lang="en-IE" smtClean="0"/>
              <a:t>13</a:t>
            </a:fld>
            <a:endParaRPr lang="en-IE"/>
          </a:p>
        </p:txBody>
      </p:sp>
    </p:spTree>
    <p:extLst>
      <p:ext uri="{BB962C8B-B14F-4D97-AF65-F5344CB8AC3E}">
        <p14:creationId xmlns:p14="http://schemas.microsoft.com/office/powerpoint/2010/main" val="13579517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information was </a:t>
            </a:r>
            <a:r>
              <a:rPr lang="en-GB" dirty="0" err="1"/>
              <a:t>analyzed</a:t>
            </a:r>
            <a:r>
              <a:rPr lang="en-GB" dirty="0"/>
              <a:t> only for the year 2021.</a:t>
            </a:r>
          </a:p>
          <a:p>
            <a:r>
              <a:rPr lang="en-GB" dirty="0"/>
              <a:t> I think an even better framing of this question would be does freedom correlate to economic status?</a:t>
            </a:r>
          </a:p>
          <a:p>
            <a:r>
              <a:rPr lang="en-GB" dirty="0"/>
              <a:t>Example of </a:t>
            </a:r>
            <a:r>
              <a:rPr lang="en-GB" dirty="0" err="1"/>
              <a:t>china</a:t>
            </a:r>
            <a:r>
              <a:rPr lang="en-GB" dirty="0"/>
              <a:t> which is not considered a free country but would be very economically advanced is definitely an outlier in this case.</a:t>
            </a:r>
            <a:endParaRPr lang="en-IE" dirty="0"/>
          </a:p>
        </p:txBody>
      </p:sp>
      <p:sp>
        <p:nvSpPr>
          <p:cNvPr id="4" name="Slide Number Placeholder 3"/>
          <p:cNvSpPr>
            <a:spLocks noGrp="1"/>
          </p:cNvSpPr>
          <p:nvPr>
            <p:ph type="sldNum" sz="quarter" idx="5"/>
          </p:nvPr>
        </p:nvSpPr>
        <p:spPr/>
        <p:txBody>
          <a:bodyPr/>
          <a:lstStyle/>
          <a:p>
            <a:fld id="{4C0F6665-0BD4-4A87-9D4E-48FE2B886B3A}" type="slidenum">
              <a:rPr lang="en-IE" smtClean="0"/>
              <a:t>14</a:t>
            </a:fld>
            <a:endParaRPr lang="en-IE"/>
          </a:p>
        </p:txBody>
      </p:sp>
    </p:spTree>
    <p:extLst>
      <p:ext uri="{BB962C8B-B14F-4D97-AF65-F5344CB8AC3E}">
        <p14:creationId xmlns:p14="http://schemas.microsoft.com/office/powerpoint/2010/main" val="34582800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Next, we pivoted Per capita GNI on the political regime to see in which political regime we can observe the biggest oscillation and progress in the period of the past 10 years.</a:t>
            </a:r>
            <a:endParaRPr lang="en-IE" dirty="0"/>
          </a:p>
        </p:txBody>
      </p:sp>
      <p:sp>
        <p:nvSpPr>
          <p:cNvPr id="4" name="Slide Number Placeholder 3"/>
          <p:cNvSpPr>
            <a:spLocks noGrp="1"/>
          </p:cNvSpPr>
          <p:nvPr>
            <p:ph type="sldNum" sz="quarter" idx="5"/>
          </p:nvPr>
        </p:nvSpPr>
        <p:spPr/>
        <p:txBody>
          <a:bodyPr/>
          <a:lstStyle/>
          <a:p>
            <a:fld id="{4C0F6665-0BD4-4A87-9D4E-48FE2B886B3A}" type="slidenum">
              <a:rPr lang="en-IE" smtClean="0"/>
              <a:t>15</a:t>
            </a:fld>
            <a:endParaRPr lang="en-IE"/>
          </a:p>
        </p:txBody>
      </p:sp>
    </p:spTree>
    <p:extLst>
      <p:ext uri="{BB962C8B-B14F-4D97-AF65-F5344CB8AC3E}">
        <p14:creationId xmlns:p14="http://schemas.microsoft.com/office/powerpoint/2010/main" val="32215252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Outlier India( High total score Low on GNI table. </a:t>
            </a:r>
            <a:endParaRPr lang="en-IE" dirty="0"/>
          </a:p>
        </p:txBody>
      </p:sp>
      <p:sp>
        <p:nvSpPr>
          <p:cNvPr id="4" name="Slide Number Placeholder 3"/>
          <p:cNvSpPr>
            <a:spLocks noGrp="1"/>
          </p:cNvSpPr>
          <p:nvPr>
            <p:ph type="sldNum" sz="quarter" idx="5"/>
          </p:nvPr>
        </p:nvSpPr>
        <p:spPr/>
        <p:txBody>
          <a:bodyPr/>
          <a:lstStyle/>
          <a:p>
            <a:fld id="{4C0F6665-0BD4-4A87-9D4E-48FE2B886B3A}" type="slidenum">
              <a:rPr lang="en-IE" smtClean="0"/>
              <a:t>16</a:t>
            </a:fld>
            <a:endParaRPr lang="en-IE"/>
          </a:p>
        </p:txBody>
      </p:sp>
    </p:spTree>
    <p:extLst>
      <p:ext uri="{BB962C8B-B14F-4D97-AF65-F5344CB8AC3E}">
        <p14:creationId xmlns:p14="http://schemas.microsoft.com/office/powerpoint/2010/main" val="34391805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Knowledge is the key and if we as a society learn about AI and manage to view it through more than just fear, I believe we can harness its power for our benefit, but for as long as we are scared of it so we stay away, those who are not will have the power over us.</a:t>
            </a:r>
            <a:endParaRPr lang="en-IE" dirty="0"/>
          </a:p>
        </p:txBody>
      </p:sp>
      <p:sp>
        <p:nvSpPr>
          <p:cNvPr id="4" name="Slide Number Placeholder 3"/>
          <p:cNvSpPr>
            <a:spLocks noGrp="1"/>
          </p:cNvSpPr>
          <p:nvPr>
            <p:ph type="sldNum" sz="quarter" idx="5"/>
          </p:nvPr>
        </p:nvSpPr>
        <p:spPr/>
        <p:txBody>
          <a:bodyPr/>
          <a:lstStyle/>
          <a:p>
            <a:fld id="{4C0F6665-0BD4-4A87-9D4E-48FE2B886B3A}" type="slidenum">
              <a:rPr lang="en-IE" smtClean="0"/>
              <a:t>17</a:t>
            </a:fld>
            <a:endParaRPr lang="en-IE"/>
          </a:p>
        </p:txBody>
      </p:sp>
    </p:spTree>
    <p:extLst>
      <p:ext uri="{BB962C8B-B14F-4D97-AF65-F5344CB8AC3E}">
        <p14:creationId xmlns:p14="http://schemas.microsoft.com/office/powerpoint/2010/main" val="39151089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subject I have chosen Is very extensive which posed a problem for me because it was hard to condense it to a smaller comprehensive point when for as almost every point I made many more questions could be asked. I have chosen a very complex subject that wasn’t as deeply </a:t>
            </a:r>
            <a:r>
              <a:rPr lang="en-GB" dirty="0" err="1"/>
              <a:t>analyzed</a:t>
            </a:r>
            <a:r>
              <a:rPr lang="en-GB" dirty="0"/>
              <a:t> as I would have wished when considering the limitation of time and knowledge, I possess of using the tools that could help me do a better job.</a:t>
            </a:r>
          </a:p>
          <a:p>
            <a:r>
              <a:rPr lang="en-GB" dirty="0"/>
              <a:t>Adjusting code to fit my specific idea. </a:t>
            </a:r>
          </a:p>
          <a:p>
            <a:endParaRPr lang="en-IE" dirty="0"/>
          </a:p>
        </p:txBody>
      </p:sp>
      <p:sp>
        <p:nvSpPr>
          <p:cNvPr id="4" name="Slide Number Placeholder 3"/>
          <p:cNvSpPr>
            <a:spLocks noGrp="1"/>
          </p:cNvSpPr>
          <p:nvPr>
            <p:ph type="sldNum" sz="quarter" idx="5"/>
          </p:nvPr>
        </p:nvSpPr>
        <p:spPr/>
        <p:txBody>
          <a:bodyPr/>
          <a:lstStyle/>
          <a:p>
            <a:fld id="{4C0F6665-0BD4-4A87-9D4E-48FE2B886B3A}" type="slidenum">
              <a:rPr lang="en-IE" smtClean="0"/>
              <a:t>18</a:t>
            </a:fld>
            <a:endParaRPr lang="en-IE"/>
          </a:p>
        </p:txBody>
      </p:sp>
    </p:spTree>
    <p:extLst>
      <p:ext uri="{BB962C8B-B14F-4D97-AF65-F5344CB8AC3E}">
        <p14:creationId xmlns:p14="http://schemas.microsoft.com/office/powerpoint/2010/main" val="37986473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And this would be the end of my analysis.</a:t>
            </a:r>
          </a:p>
          <a:p>
            <a:r>
              <a:rPr lang="en-GB"/>
              <a:t>Hopefully, </a:t>
            </a:r>
            <a:r>
              <a:rPr lang="en-GB" dirty="0"/>
              <a:t>you were able to enjoy it and I managed </a:t>
            </a:r>
            <a:r>
              <a:rPr lang="en-GB"/>
              <a:t>to offered </a:t>
            </a:r>
            <a:r>
              <a:rPr lang="en-GB" dirty="0"/>
              <a:t>some new insight </a:t>
            </a:r>
            <a:r>
              <a:rPr lang="en-GB"/>
              <a:t>on this subject.</a:t>
            </a:r>
            <a:endParaRPr lang="en-GB" dirty="0"/>
          </a:p>
          <a:p>
            <a:r>
              <a:rPr lang="en-GB" dirty="0"/>
              <a:t>Thank you.</a:t>
            </a:r>
            <a:endParaRPr lang="en-IE" dirty="0"/>
          </a:p>
        </p:txBody>
      </p:sp>
      <p:sp>
        <p:nvSpPr>
          <p:cNvPr id="4" name="Slide Number Placeholder 3"/>
          <p:cNvSpPr>
            <a:spLocks noGrp="1"/>
          </p:cNvSpPr>
          <p:nvPr>
            <p:ph type="sldNum" sz="quarter" idx="5"/>
          </p:nvPr>
        </p:nvSpPr>
        <p:spPr/>
        <p:txBody>
          <a:bodyPr/>
          <a:lstStyle/>
          <a:p>
            <a:fld id="{4C0F6665-0BD4-4A87-9D4E-48FE2B886B3A}" type="slidenum">
              <a:rPr lang="en-IE" smtClean="0"/>
              <a:t>19</a:t>
            </a:fld>
            <a:endParaRPr lang="en-IE"/>
          </a:p>
        </p:txBody>
      </p:sp>
    </p:spTree>
    <p:extLst>
      <p:ext uri="{BB962C8B-B14F-4D97-AF65-F5344CB8AC3E}">
        <p14:creationId xmlns:p14="http://schemas.microsoft.com/office/powerpoint/2010/main" val="19770909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6D404AF4-52D8-462C-AF6D-CB5512E2F7AF}" type="datetime1">
              <a:rPr lang="en-US" smtClean="0"/>
              <a:t>5/5/2024</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95151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E7462275-7C25-4AC6-8272-26F77F3CB9A5}" type="datetime1">
              <a:rPr lang="en-US" smtClean="0"/>
              <a:t>5/5/2024</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215396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957DEF35-5CD4-4066-904B-11F764791DF8}" type="datetime1">
              <a:rPr lang="en-US" smtClean="0"/>
              <a:t>5/5/2024</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191735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5062398B-B073-4364-8D4B-FC9B3BA32FAF}" type="datetime1">
              <a:rPr lang="en-US" smtClean="0"/>
              <a:t>5/5/2024</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559876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73FFFD1A-8EEE-4165-85A9-4905313D55C5}" type="datetime1">
              <a:rPr lang="en-US" smtClean="0"/>
              <a:t>5/5/2024</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577986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4F464028-CBE2-443A-B6BC-980FBBBAAB49}" type="datetime1">
              <a:rPr lang="en-US" smtClean="0"/>
              <a:t>5/5/2024</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711561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55A41483-09F4-4D40-B745-D7E76F9AB345}" type="datetime1">
              <a:rPr lang="en-US" smtClean="0"/>
              <a:t>5/5/2024</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407199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112908CA-5C9C-4273-B76D-3820D678BFC5}" type="datetime1">
              <a:rPr lang="en-US" smtClean="0"/>
              <a:t>5/5/2024</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320590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D7A5290C-1504-4C3A-A4A4-1E513BCC14FB}" type="datetime1">
              <a:rPr lang="en-US" smtClean="0"/>
              <a:t>5/5/2024</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653944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5D30BFB1-6E95-4CCB-8374-2F36BD7173C8}" type="datetime1">
              <a:rPr lang="en-US" smtClean="0"/>
              <a:t>5/5/2024</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376785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B63909DD-A9AC-4235-811C-4947AAB5C7A2}" type="datetime1">
              <a:rPr lang="en-US" smtClean="0"/>
              <a:t>5/5/2024</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50924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4997F5-0933-42F4-96B5-435FD0BB3004}" type="datetime1">
              <a:rPr lang="en-US" smtClean="0"/>
              <a:t>5/5/2024</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3712353774"/>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65" r:id="rId6"/>
    <p:sldLayoutId id="2147483761" r:id="rId7"/>
    <p:sldLayoutId id="2147483762" r:id="rId8"/>
    <p:sldLayoutId id="2147483763" r:id="rId9"/>
    <p:sldLayoutId id="2147483764" r:id="rId10"/>
    <p:sldLayoutId id="2147483766" r:id="rId11"/>
  </p:sldLayoutIdLst>
  <p:hf hdr="0" ftr="0" dt="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s://www.kaggle.com/" TargetMode="External"/><Relationship Id="rId13" Type="http://schemas.openxmlformats.org/officeDocument/2006/relationships/hyperlink" Target="https://www.tortoisemedia.com/intelligence/global-ai/" TargetMode="External"/><Relationship Id="rId3" Type="http://schemas.openxmlformats.org/officeDocument/2006/relationships/hyperlink" Target="https://kaggle.com/code/gvyshnya/global-ai-index-insights" TargetMode="External"/><Relationship Id="rId7" Type="http://schemas.openxmlformats.org/officeDocument/2006/relationships/hyperlink" Target="https://www.weforum.org/publications/global-risks-report-2023/digest/" TargetMode="External"/><Relationship Id="rId12" Type="http://schemas.openxmlformats.org/officeDocument/2006/relationships/hyperlink" Target="https://www.kaggle.com/justin2028/competitions"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s://www.kaggle.com/datasets/prasad22/global-economy-indicators" TargetMode="External"/><Relationship Id="rId11" Type="http://schemas.openxmlformats.org/officeDocument/2006/relationships/hyperlink" Target="https://doi.org/10.1257/jep.7.3.51" TargetMode="External"/><Relationship Id="rId5" Type="http://schemas.openxmlformats.org/officeDocument/2006/relationships/hyperlink" Target="https://www.kaggle.com/datasets/justin2028/freedom-in-the-world-2013-2022" TargetMode="External"/><Relationship Id="rId15" Type="http://schemas.openxmlformats.org/officeDocument/2006/relationships/hyperlink" Target="https://www.worldbank.org/en/home" TargetMode="External"/><Relationship Id="rId10" Type="http://schemas.openxmlformats.org/officeDocument/2006/relationships/hyperlink" Target="https://www.kaggle.com/prasad22/competitions" TargetMode="External"/><Relationship Id="rId4" Type="http://schemas.openxmlformats.org/officeDocument/2006/relationships/hyperlink" Target="https://freedomhouse.org/report/freedom-world" TargetMode="External"/><Relationship Id="rId9" Type="http://schemas.openxmlformats.org/officeDocument/2006/relationships/hyperlink" Target="https://ourworldindata.org/" TargetMode="External"/><Relationship Id="rId14" Type="http://schemas.openxmlformats.org/officeDocument/2006/relationships/hyperlink" Target="https://www.fraserinstitute.org/sites/default/files/human-freedom-index-preliminary-report.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Picture 45" descr="A digitally rendered city with numbers">
            <a:extLst>
              <a:ext uri="{FF2B5EF4-FFF2-40B4-BE49-F238E27FC236}">
                <a16:creationId xmlns:a16="http://schemas.microsoft.com/office/drawing/2014/main" id="{00C79C58-63B5-0EE3-2D89-2938DA50A36F}"/>
              </a:ext>
            </a:extLst>
          </p:cNvPr>
          <p:cNvPicPr>
            <a:picLocks noChangeAspect="1"/>
          </p:cNvPicPr>
          <p:nvPr/>
        </p:nvPicPr>
        <p:blipFill rotWithShape="1">
          <a:blip r:embed="rId3"/>
          <a:srcRect l="5202" r="28121" b="-1"/>
          <a:stretch/>
        </p:blipFill>
        <p:spPr>
          <a:xfrm>
            <a:off x="3523488" y="10"/>
            <a:ext cx="8668512" cy="6857990"/>
          </a:xfrm>
          <a:prstGeom prst="rect">
            <a:avLst/>
          </a:prstGeom>
        </p:spPr>
      </p:pic>
      <p:sp>
        <p:nvSpPr>
          <p:cNvPr id="55" name="Rectangle 54">
            <a:extLst>
              <a:ext uri="{FF2B5EF4-FFF2-40B4-BE49-F238E27FC236}">
                <a16:creationId xmlns:a16="http://schemas.microsoft.com/office/drawing/2014/main" id="{A44CD100-6267-4E62-AA64-2182A3A6A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CFAA431-6247-BF03-D626-0C6CB8A76864}"/>
              </a:ext>
            </a:extLst>
          </p:cNvPr>
          <p:cNvSpPr>
            <a:spLocks noGrp="1"/>
          </p:cNvSpPr>
          <p:nvPr>
            <p:ph type="ctrTitle"/>
          </p:nvPr>
        </p:nvSpPr>
        <p:spPr>
          <a:xfrm>
            <a:off x="477981" y="1122363"/>
            <a:ext cx="4023360" cy="3204134"/>
          </a:xfrm>
        </p:spPr>
        <p:txBody>
          <a:bodyPr anchor="b">
            <a:normAutofit/>
          </a:bodyPr>
          <a:lstStyle/>
          <a:p>
            <a:r>
              <a:rPr lang="en-GB" sz="3000" b="0" dirty="0">
                <a:solidFill>
                  <a:schemeClr val="bg1"/>
                </a:solidFill>
                <a:effectLst/>
                <a:latin typeface="Century Schoolbook" panose="02040604050505020304" pitchFamily="18" charset="0"/>
              </a:rPr>
              <a:t>Navigating Tomorrow: The Interconnected Realms of AI Evolution, Politics, and Societal Liberty</a:t>
            </a:r>
            <a:br>
              <a:rPr lang="en-GB" sz="3000" b="0" dirty="0">
                <a:solidFill>
                  <a:schemeClr val="bg1"/>
                </a:solidFill>
                <a:effectLst/>
                <a:latin typeface="Century Schoolbook" panose="02040604050505020304" pitchFamily="18" charset="0"/>
              </a:rPr>
            </a:br>
            <a:endParaRPr lang="en-IE" sz="3000" dirty="0">
              <a:solidFill>
                <a:schemeClr val="bg1"/>
              </a:solidFill>
              <a:latin typeface="Century Schoolbook" panose="02040604050505020304" pitchFamily="18" charset="0"/>
            </a:endParaRPr>
          </a:p>
        </p:txBody>
      </p:sp>
      <p:sp>
        <p:nvSpPr>
          <p:cNvPr id="3" name="Subtitle 2">
            <a:extLst>
              <a:ext uri="{FF2B5EF4-FFF2-40B4-BE49-F238E27FC236}">
                <a16:creationId xmlns:a16="http://schemas.microsoft.com/office/drawing/2014/main" id="{76CD1B17-E8C4-7F5D-2DC9-224E52A8AB0F}"/>
              </a:ext>
            </a:extLst>
          </p:cNvPr>
          <p:cNvSpPr>
            <a:spLocks noGrp="1"/>
          </p:cNvSpPr>
          <p:nvPr>
            <p:ph type="subTitle" idx="1"/>
          </p:nvPr>
        </p:nvSpPr>
        <p:spPr>
          <a:xfrm>
            <a:off x="477980" y="4872922"/>
            <a:ext cx="4687578" cy="1525632"/>
          </a:xfrm>
        </p:spPr>
        <p:txBody>
          <a:bodyPr>
            <a:normAutofit/>
          </a:bodyPr>
          <a:lstStyle/>
          <a:p>
            <a:r>
              <a:rPr lang="en-GB" sz="2000" dirty="0">
                <a:solidFill>
                  <a:schemeClr val="bg1"/>
                </a:solidFill>
                <a:latin typeface="Century Schoolbook" panose="02040604050505020304" pitchFamily="18" charset="0"/>
              </a:rPr>
              <a:t>Presentation by: </a:t>
            </a:r>
            <a:r>
              <a:rPr lang="en-GB" sz="2000" u="sng" dirty="0">
                <a:solidFill>
                  <a:schemeClr val="bg1"/>
                </a:solidFill>
                <a:latin typeface="Century Schoolbook" panose="02040604050505020304" pitchFamily="18" charset="0"/>
              </a:rPr>
              <a:t>Marina Pavlovic</a:t>
            </a:r>
          </a:p>
        </p:txBody>
      </p:sp>
      <p:sp>
        <p:nvSpPr>
          <p:cNvPr id="57" name="Rectangle 5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7457129"/>
      </p:ext>
    </p:extLst>
  </p:cSld>
  <p:clrMapOvr>
    <a:masterClrMapping/>
  </p:clrMapOvr>
  <mc:AlternateContent xmlns:mc="http://schemas.openxmlformats.org/markup-compatibility/2006" xmlns:p14="http://schemas.microsoft.com/office/powerpoint/2010/main">
    <mc:Choice Requires="p14">
      <p:transition spd="slow" p14:dur="2000" advTm="17804"/>
    </mc:Choice>
    <mc:Fallback xmlns="">
      <p:transition spd="slow" advTm="1780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itle 4">
            <a:extLst>
              <a:ext uri="{FF2B5EF4-FFF2-40B4-BE49-F238E27FC236}">
                <a16:creationId xmlns:a16="http://schemas.microsoft.com/office/drawing/2014/main" id="{611E7E92-4493-7083-0EC4-6D2A3F15D9A1}"/>
              </a:ext>
            </a:extLst>
          </p:cNvPr>
          <p:cNvSpPr>
            <a:spLocks noGrp="1"/>
          </p:cNvSpPr>
          <p:nvPr>
            <p:ph type="title"/>
          </p:nvPr>
        </p:nvSpPr>
        <p:spPr>
          <a:xfrm>
            <a:off x="621792" y="1161288"/>
            <a:ext cx="3602736" cy="4526280"/>
          </a:xfrm>
        </p:spPr>
        <p:txBody>
          <a:bodyPr>
            <a:normAutofit/>
          </a:bodyPr>
          <a:lstStyle/>
          <a:p>
            <a:r>
              <a:rPr lang="en-GB" dirty="0"/>
              <a:t>Table of content</a:t>
            </a:r>
            <a:endParaRPr lang="en-IE" dirty="0"/>
          </a:p>
        </p:txBody>
      </p:sp>
      <p:sp>
        <p:nvSpPr>
          <p:cNvPr id="17" name="Rectangle 16">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45945DF3-C2D1-2D51-E54B-A3FDBE2606F2}"/>
              </a:ext>
            </a:extLst>
          </p:cNvPr>
          <p:cNvSpPr>
            <a:spLocks noGrp="1"/>
          </p:cNvSpPr>
          <p:nvPr>
            <p:ph idx="1"/>
          </p:nvPr>
        </p:nvSpPr>
        <p:spPr>
          <a:xfrm>
            <a:off x="5434149" y="932688"/>
            <a:ext cx="5916603" cy="4992624"/>
          </a:xfrm>
        </p:spPr>
        <p:txBody>
          <a:bodyPr anchor="ctr">
            <a:normAutofit fontScale="92500" lnSpcReduction="10000"/>
          </a:bodyPr>
          <a:lstStyle/>
          <a:p>
            <a:pPr marL="0" indent="0">
              <a:lnSpc>
                <a:spcPct val="100000"/>
              </a:lnSpc>
              <a:buNone/>
            </a:pPr>
            <a:r>
              <a:rPr lang="en-GB" sz="1400" b="1" dirty="0"/>
              <a:t>3. Introduction</a:t>
            </a:r>
          </a:p>
          <a:p>
            <a:pPr marL="0" indent="0">
              <a:lnSpc>
                <a:spcPct val="100000"/>
              </a:lnSpc>
              <a:buNone/>
            </a:pPr>
            <a:r>
              <a:rPr lang="en-GB" sz="1400" b="1" dirty="0"/>
              <a:t>4. Datasets</a:t>
            </a:r>
          </a:p>
          <a:p>
            <a:pPr marL="0" indent="0">
              <a:lnSpc>
                <a:spcPct val="100000"/>
              </a:lnSpc>
              <a:buNone/>
            </a:pPr>
            <a:r>
              <a:rPr lang="en-IE" sz="1400" b="1" dirty="0"/>
              <a:t>5. Cleaning and Transforming</a:t>
            </a:r>
          </a:p>
          <a:p>
            <a:pPr marL="0" indent="0">
              <a:lnSpc>
                <a:spcPct val="100000"/>
              </a:lnSpc>
              <a:buNone/>
            </a:pPr>
            <a:r>
              <a:rPr lang="en-US" sz="1400" b="1" dirty="0"/>
              <a:t>6. What political regime is most prominent in AI development? </a:t>
            </a:r>
          </a:p>
          <a:p>
            <a:pPr marL="0" indent="0">
              <a:lnSpc>
                <a:spcPct val="100000"/>
              </a:lnSpc>
              <a:buNone/>
            </a:pPr>
            <a:r>
              <a:rPr lang="en-US" sz="1400" b="1" dirty="0">
                <a:effectLst/>
              </a:rPr>
              <a:t>7. How did the freedom status change in the observed countries over the past 10 years?</a:t>
            </a:r>
            <a:endParaRPr lang="en-US" sz="1400" b="1" dirty="0"/>
          </a:p>
          <a:p>
            <a:pPr marL="0" indent="0">
              <a:lnSpc>
                <a:spcPct val="100000"/>
              </a:lnSpc>
              <a:buNone/>
            </a:pPr>
            <a:r>
              <a:rPr lang="en-US" sz="1400" b="1" dirty="0">
                <a:effectLst/>
              </a:rPr>
              <a:t>8. What tendencies are emerging for the future?</a:t>
            </a:r>
          </a:p>
          <a:p>
            <a:pPr marL="0" indent="0">
              <a:lnSpc>
                <a:spcPct val="100000"/>
              </a:lnSpc>
              <a:buNone/>
            </a:pPr>
            <a:r>
              <a:rPr lang="en-GB" sz="1400" b="1" dirty="0"/>
              <a:t>10. Are there countries that are on the trajectory to lose freedom or are already not free that rank high in AI development?</a:t>
            </a:r>
            <a:endParaRPr lang="en-US" sz="1400" b="1" dirty="0"/>
          </a:p>
          <a:p>
            <a:pPr marL="0" indent="0">
              <a:lnSpc>
                <a:spcPct val="100000"/>
              </a:lnSpc>
              <a:buNone/>
            </a:pPr>
            <a:r>
              <a:rPr lang="en-US" sz="1400" b="1" dirty="0"/>
              <a:t>13. How has the economic status changed within the past ten years for these countries?</a:t>
            </a:r>
          </a:p>
          <a:p>
            <a:pPr marL="0" indent="0">
              <a:lnSpc>
                <a:spcPct val="100000"/>
              </a:lnSpc>
              <a:buNone/>
            </a:pPr>
            <a:r>
              <a:rPr lang="en-US" sz="1400" b="1" dirty="0"/>
              <a:t>14. Is there a correlation between freedom change to economic change?</a:t>
            </a:r>
          </a:p>
          <a:p>
            <a:pPr marL="0" indent="0">
              <a:lnSpc>
                <a:spcPct val="100000"/>
              </a:lnSpc>
              <a:buNone/>
            </a:pPr>
            <a:r>
              <a:rPr lang="en-US" sz="1400" b="1" dirty="0"/>
              <a:t>15.  What political regime is showing the most economic progress? </a:t>
            </a:r>
          </a:p>
          <a:p>
            <a:pPr marL="0" indent="0">
              <a:lnSpc>
                <a:spcPct val="100000"/>
              </a:lnSpc>
              <a:buNone/>
            </a:pPr>
            <a:r>
              <a:rPr lang="en-US" sz="1400" b="1" dirty="0"/>
              <a:t>16. Is there a correlation between per capita GNI and AI development? </a:t>
            </a:r>
          </a:p>
          <a:p>
            <a:pPr marL="0" indent="0">
              <a:lnSpc>
                <a:spcPct val="100000"/>
              </a:lnSpc>
              <a:buNone/>
            </a:pPr>
            <a:r>
              <a:rPr lang="en-US" sz="1400" b="1" dirty="0"/>
              <a:t>17. Conclusion</a:t>
            </a:r>
          </a:p>
          <a:p>
            <a:pPr marL="0" indent="0">
              <a:lnSpc>
                <a:spcPct val="100000"/>
              </a:lnSpc>
              <a:buNone/>
            </a:pPr>
            <a:r>
              <a:rPr lang="en-GB" sz="1400" b="1" dirty="0"/>
              <a:t>18. Extended research</a:t>
            </a:r>
            <a:endParaRPr lang="en-IE" sz="1400" b="1" dirty="0"/>
          </a:p>
          <a:p>
            <a:pPr marL="0" indent="0">
              <a:lnSpc>
                <a:spcPct val="100000"/>
              </a:lnSpc>
              <a:buNone/>
            </a:pPr>
            <a:r>
              <a:rPr lang="en-GB" sz="1400" b="1" dirty="0"/>
              <a:t>19. References</a:t>
            </a:r>
            <a:endParaRPr lang="en-IE" sz="1400" b="1" dirty="0"/>
          </a:p>
        </p:txBody>
      </p:sp>
      <p:sp>
        <p:nvSpPr>
          <p:cNvPr id="3" name="Slide Number Placeholder 2">
            <a:extLst>
              <a:ext uri="{FF2B5EF4-FFF2-40B4-BE49-F238E27FC236}">
                <a16:creationId xmlns:a16="http://schemas.microsoft.com/office/drawing/2014/main" id="{FE88C06D-CCB4-00F8-3878-0A3E1898BF14}"/>
              </a:ext>
            </a:extLst>
          </p:cNvPr>
          <p:cNvSpPr>
            <a:spLocks noGrp="1"/>
          </p:cNvSpPr>
          <p:nvPr>
            <p:ph type="sldNum" sz="quarter" idx="12"/>
          </p:nvPr>
        </p:nvSpPr>
        <p:spPr>
          <a:xfrm>
            <a:off x="10351362" y="6356350"/>
            <a:ext cx="1002437" cy="365125"/>
          </a:xfrm>
        </p:spPr>
        <p:txBody>
          <a:bodyPr>
            <a:normAutofit/>
          </a:bodyPr>
          <a:lstStyle/>
          <a:p>
            <a:pPr>
              <a:spcAft>
                <a:spcPts val="600"/>
              </a:spcAft>
            </a:pPr>
            <a:fld id="{B2DC25EE-239B-4C5F-AAD1-255A7D5F1EE2}" type="slidenum">
              <a:rPr lang="en-US" smtClean="0"/>
              <a:pPr>
                <a:spcAft>
                  <a:spcPts val="600"/>
                </a:spcAft>
              </a:pPr>
              <a:t>2</a:t>
            </a:fld>
            <a:endParaRPr lang="en-US"/>
          </a:p>
        </p:txBody>
      </p:sp>
    </p:spTree>
    <p:extLst>
      <p:ext uri="{BB962C8B-B14F-4D97-AF65-F5344CB8AC3E}">
        <p14:creationId xmlns:p14="http://schemas.microsoft.com/office/powerpoint/2010/main" val="1745092315"/>
      </p:ext>
    </p:extLst>
  </p:cSld>
  <p:clrMapOvr>
    <a:masterClrMapping/>
  </p:clrMapOvr>
  <mc:AlternateContent xmlns:mc="http://schemas.openxmlformats.org/markup-compatibility/2006" xmlns:p14="http://schemas.microsoft.com/office/powerpoint/2010/main">
    <mc:Choice Requires="p14">
      <p:transition spd="slow" p14:dur="2000" advTm="27031"/>
    </mc:Choice>
    <mc:Fallback xmlns="">
      <p:transition spd="slow" advTm="27031"/>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C70161-90C0-058B-004F-91C41ACF254E}"/>
              </a:ext>
            </a:extLst>
          </p:cNvPr>
          <p:cNvSpPr>
            <a:spLocks noGrp="1"/>
          </p:cNvSpPr>
          <p:nvPr>
            <p:ph type="title"/>
          </p:nvPr>
        </p:nvSpPr>
        <p:spPr>
          <a:xfrm>
            <a:off x="1115568" y="548640"/>
            <a:ext cx="10168128" cy="729015"/>
          </a:xfrm>
        </p:spPr>
        <p:txBody>
          <a:bodyPr>
            <a:normAutofit/>
          </a:bodyPr>
          <a:lstStyle/>
          <a:p>
            <a:r>
              <a:rPr lang="en-GB" sz="3200" dirty="0"/>
              <a:t>Introduction</a:t>
            </a:r>
            <a:endParaRPr lang="en-IE" sz="3200" dirty="0"/>
          </a:p>
        </p:txBody>
      </p:sp>
      <p:sp>
        <p:nvSpPr>
          <p:cNvPr id="4" name="Content Placeholder 3">
            <a:extLst>
              <a:ext uri="{FF2B5EF4-FFF2-40B4-BE49-F238E27FC236}">
                <a16:creationId xmlns:a16="http://schemas.microsoft.com/office/drawing/2014/main" id="{11DA8D11-8D9D-94EB-FFD0-BA0626311456}"/>
              </a:ext>
            </a:extLst>
          </p:cNvPr>
          <p:cNvSpPr>
            <a:spLocks noGrp="1"/>
          </p:cNvSpPr>
          <p:nvPr>
            <p:ph idx="1"/>
          </p:nvPr>
        </p:nvSpPr>
        <p:spPr>
          <a:xfrm>
            <a:off x="1115568" y="2231755"/>
            <a:ext cx="10168128" cy="4489719"/>
          </a:xfrm>
        </p:spPr>
        <p:txBody>
          <a:bodyPr>
            <a:normAutofit/>
          </a:bodyPr>
          <a:lstStyle/>
          <a:p>
            <a:pPr marL="0" indent="0" algn="just">
              <a:buNone/>
            </a:pPr>
            <a:r>
              <a:rPr lang="en-GB" sz="1800" dirty="0"/>
              <a:t>This analysis aims to scrutinize AI development from various perspectives, including freedom and economy, to address significant societal concerns stemming from the rapid advancement of emerging technologies. </a:t>
            </a:r>
          </a:p>
          <a:p>
            <a:pPr marL="0" indent="0" algn="just">
              <a:buNone/>
            </a:pPr>
            <a:r>
              <a:rPr lang="en-GB" sz="1800" dirty="0"/>
              <a:t>Motivated by the comprehensive insights provided by the Global AI Index dataset, which not only offers a global outlook on AI development but also provides insights into political regimes, we seek to move beyond simplistic assumptions. </a:t>
            </a:r>
          </a:p>
          <a:p>
            <a:pPr marL="0" indent="0" algn="just">
              <a:buNone/>
            </a:pPr>
            <a:r>
              <a:rPr lang="en-GB" sz="1800" dirty="0"/>
              <a:t>Using Python programming, a detailed examination of this dataset was conducted to explore the complexities and answer </a:t>
            </a:r>
            <a:r>
              <a:rPr lang="en-IE" sz="1800" b="0" i="0" dirty="0">
                <a:solidFill>
                  <a:srgbClr val="0D0D0D"/>
                </a:solidFill>
                <a:effectLst/>
              </a:rPr>
              <a:t>relevant</a:t>
            </a:r>
            <a:r>
              <a:rPr lang="en-GB" sz="1800" dirty="0"/>
              <a:t> questions. Additionally, we incorporate datasets focusing on economy and freedom to enrich our analysis. Through this approach, we aim to offer a more nuanced understanding of the relationship between AI development, political regimes, economy, and freedom</a:t>
            </a:r>
            <a:r>
              <a:rPr lang="en-GB" sz="1400" dirty="0"/>
              <a:t>.</a:t>
            </a:r>
            <a:endParaRPr lang="en-IE" sz="1400" dirty="0"/>
          </a:p>
        </p:txBody>
      </p:sp>
      <p:sp>
        <p:nvSpPr>
          <p:cNvPr id="2" name="Slide Number Placeholder 1">
            <a:extLst>
              <a:ext uri="{FF2B5EF4-FFF2-40B4-BE49-F238E27FC236}">
                <a16:creationId xmlns:a16="http://schemas.microsoft.com/office/drawing/2014/main" id="{9BAAB55B-1C84-4C28-5E73-FB63EA8165D1}"/>
              </a:ext>
            </a:extLst>
          </p:cNvPr>
          <p:cNvSpPr>
            <a:spLocks noGrp="1"/>
          </p:cNvSpPr>
          <p:nvPr>
            <p:ph type="sldNum" sz="quarter" idx="12"/>
          </p:nvPr>
        </p:nvSpPr>
        <p:spPr/>
        <p:txBody>
          <a:bodyPr/>
          <a:lstStyle/>
          <a:p>
            <a:fld id="{B2DC25EE-239B-4C5F-AAD1-255A7D5F1EE2}" type="slidenum">
              <a:rPr lang="en-US" smtClean="0"/>
              <a:t>3</a:t>
            </a:fld>
            <a:endParaRPr lang="en-US"/>
          </a:p>
        </p:txBody>
      </p:sp>
    </p:spTree>
    <p:extLst>
      <p:ext uri="{BB962C8B-B14F-4D97-AF65-F5344CB8AC3E}">
        <p14:creationId xmlns:p14="http://schemas.microsoft.com/office/powerpoint/2010/main" val="1051001887"/>
      </p:ext>
    </p:extLst>
  </p:cSld>
  <p:clrMapOvr>
    <a:masterClrMapping/>
  </p:clrMapOvr>
  <mc:AlternateContent xmlns:mc="http://schemas.openxmlformats.org/markup-compatibility/2006" xmlns:p14="http://schemas.microsoft.com/office/powerpoint/2010/main">
    <mc:Choice Requires="p14">
      <p:transition spd="slow" p14:dur="2000" advTm="47727"/>
    </mc:Choice>
    <mc:Fallback xmlns="">
      <p:transition spd="slow" advTm="4772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F52726-B063-DBC6-0FB4-E6DFDF9195C8}"/>
              </a:ext>
            </a:extLst>
          </p:cNvPr>
          <p:cNvSpPr>
            <a:spLocks noGrp="1"/>
          </p:cNvSpPr>
          <p:nvPr>
            <p:ph type="title"/>
          </p:nvPr>
        </p:nvSpPr>
        <p:spPr/>
        <p:txBody>
          <a:bodyPr/>
          <a:lstStyle/>
          <a:p>
            <a:r>
              <a:rPr lang="en-GB" dirty="0" err="1"/>
              <a:t>Datasetes</a:t>
            </a:r>
            <a:endParaRPr lang="en-IE" dirty="0"/>
          </a:p>
        </p:txBody>
      </p:sp>
      <p:sp>
        <p:nvSpPr>
          <p:cNvPr id="5" name="Picture Placeholder 4">
            <a:extLst>
              <a:ext uri="{FF2B5EF4-FFF2-40B4-BE49-F238E27FC236}">
                <a16:creationId xmlns:a16="http://schemas.microsoft.com/office/drawing/2014/main" id="{C6B8F820-1462-2660-AC38-EE6D32EBC1DD}"/>
              </a:ext>
            </a:extLst>
          </p:cNvPr>
          <p:cNvSpPr>
            <a:spLocks noGrp="1"/>
          </p:cNvSpPr>
          <p:nvPr>
            <p:ph type="pic" idx="1"/>
          </p:nvPr>
        </p:nvSpPr>
        <p:spPr/>
        <p:txBody>
          <a:bodyPr>
            <a:normAutofit/>
          </a:bodyPr>
          <a:lstStyle/>
          <a:p>
            <a:r>
              <a:rPr lang="en-GB" sz="1800" dirty="0" err="1"/>
              <a:t>ai_df</a:t>
            </a:r>
            <a:r>
              <a:rPr lang="en-GB" sz="1800" dirty="0"/>
              <a:t>: </a:t>
            </a:r>
            <a:r>
              <a:rPr lang="en-US" sz="1800" b="1" dirty="0">
                <a:effectLst/>
                <a:latin typeface="Lucida Sans" panose="020B0602030504020204" pitchFamily="34" charset="0"/>
                <a:ea typeface="Times New Roman" panose="02020603050405020304" pitchFamily="18" charset="0"/>
                <a:cs typeface="Times New Roman" panose="02020603050405020304" pitchFamily="18" charset="0"/>
              </a:rPr>
              <a:t>GLOBAL AI INDEX</a:t>
            </a:r>
            <a:endParaRPr lang="en-GB" sz="1800" dirty="0"/>
          </a:p>
          <a:p>
            <a:r>
              <a:rPr lang="en-GB" sz="1200" dirty="0">
                <a:latin typeface="+mj-lt"/>
              </a:rPr>
              <a:t>P</a:t>
            </a:r>
            <a:r>
              <a:rPr lang="en-GB" sz="1200" b="0" dirty="0">
                <a:effectLst/>
                <a:latin typeface="+mj-lt"/>
              </a:rPr>
              <a:t>rovides detailed information on 62 countries and their investments in research and development of AI. Additionally, it includes information on the political regimes of each country, which is of particular interest to our analysis</a:t>
            </a:r>
            <a:r>
              <a:rPr lang="en-GB" sz="1100" b="0" dirty="0">
                <a:effectLst/>
                <a:latin typeface="+mj-lt"/>
              </a:rPr>
              <a:t>.</a:t>
            </a:r>
          </a:p>
          <a:p>
            <a:r>
              <a:rPr lang="en-IE" sz="1800" dirty="0" err="1"/>
              <a:t>freedom_df</a:t>
            </a:r>
            <a:r>
              <a:rPr lang="en-IE" sz="1800" dirty="0"/>
              <a:t>: </a:t>
            </a:r>
            <a:r>
              <a:rPr lang="en-IE" sz="1800" b="1" kern="0" dirty="0">
                <a:effectLst/>
                <a:latin typeface="Lucida Sans" panose="020B0602030504020204" pitchFamily="34" charset="0"/>
                <a:ea typeface="Times New Roman" panose="02020603050405020304" pitchFamily="18" charset="0"/>
                <a:cs typeface="Times New Roman" panose="02020603050405020304" pitchFamily="18" charset="0"/>
              </a:rPr>
              <a:t>FREEDOM RANKING PER COUNTRY (2013-2022)</a:t>
            </a:r>
            <a:endParaRPr lang="en-IE" sz="1800" dirty="0"/>
          </a:p>
          <a:p>
            <a:r>
              <a:rPr lang="en-GB" sz="1200" b="0" dirty="0">
                <a:effectLst/>
              </a:rPr>
              <a:t>This dataset provides comprehensive information on freedom changes from 2013 to 2022 for 211 countries worldwide. Freedom is categorized in various ways, with the most crucial classification for our analysis being the 'status,' offering three categories: free, partially free, and not free. The 'Total' column offers an in-depth look at the ways this status was obtained, including different measurements of freedom such as the electoral process, social liberties, etc.</a:t>
            </a:r>
          </a:p>
          <a:p>
            <a:r>
              <a:rPr lang="en-IE" sz="1700" dirty="0" err="1"/>
              <a:t>economy_df</a:t>
            </a:r>
            <a:r>
              <a:rPr lang="en-IE" sz="1700" dirty="0"/>
              <a:t>: </a:t>
            </a:r>
            <a:r>
              <a:rPr lang="en-US" sz="1700" b="1" dirty="0">
                <a:effectLst/>
                <a:latin typeface="Lucida Sans" panose="020B0602030504020204" pitchFamily="34" charset="0"/>
                <a:ea typeface="Times New Roman" panose="02020603050405020304" pitchFamily="18" charset="0"/>
                <a:cs typeface="Times New Roman" panose="02020603050405020304" pitchFamily="18" charset="0"/>
              </a:rPr>
              <a:t>GLOBAL ECONOMY INDICATOR</a:t>
            </a:r>
            <a:endParaRPr lang="en-IE" dirty="0"/>
          </a:p>
          <a:p>
            <a:r>
              <a:rPr lang="en-GB" sz="1200" dirty="0"/>
              <a:t>C</a:t>
            </a:r>
            <a:r>
              <a:rPr lang="en-GB" sz="1200" b="0" dirty="0">
                <a:effectLst/>
              </a:rPr>
              <a:t>omprises detailed information on the economic progress of 220 countries over a span of 50 years. For the purpose of this analysis, we will focus on a specific segment of the data, extracting insights from a single analysis within the 50-year period and subsequently condensing the dataset.</a:t>
            </a:r>
          </a:p>
          <a:p>
            <a:endParaRPr lang="en-IE" dirty="0"/>
          </a:p>
        </p:txBody>
      </p:sp>
      <p:sp>
        <p:nvSpPr>
          <p:cNvPr id="6" name="Text Placeholder 5">
            <a:extLst>
              <a:ext uri="{FF2B5EF4-FFF2-40B4-BE49-F238E27FC236}">
                <a16:creationId xmlns:a16="http://schemas.microsoft.com/office/drawing/2014/main" id="{0FD4A571-CC95-16E1-FFBC-1E7AB2119BE2}"/>
              </a:ext>
            </a:extLst>
          </p:cNvPr>
          <p:cNvSpPr>
            <a:spLocks noGrp="1"/>
          </p:cNvSpPr>
          <p:nvPr>
            <p:ph type="body" sz="half" idx="2"/>
          </p:nvPr>
        </p:nvSpPr>
        <p:spPr>
          <a:xfrm>
            <a:off x="868680" y="2867873"/>
            <a:ext cx="3099816" cy="2057400"/>
          </a:xfrm>
        </p:spPr>
        <p:txBody>
          <a:bodyPr/>
          <a:lstStyle/>
          <a:p>
            <a:r>
              <a:rPr lang="en-GB" dirty="0"/>
              <a:t>Downloaded from :</a:t>
            </a:r>
          </a:p>
          <a:p>
            <a:r>
              <a:rPr lang="en-GB" dirty="0"/>
              <a:t>Kaggle.com</a:t>
            </a:r>
            <a:endParaRPr lang="en-IE" dirty="0"/>
          </a:p>
        </p:txBody>
      </p:sp>
      <p:sp>
        <p:nvSpPr>
          <p:cNvPr id="2" name="Slide Number Placeholder 1">
            <a:extLst>
              <a:ext uri="{FF2B5EF4-FFF2-40B4-BE49-F238E27FC236}">
                <a16:creationId xmlns:a16="http://schemas.microsoft.com/office/drawing/2014/main" id="{7225D153-F2D8-C717-C7F2-9465943E841F}"/>
              </a:ext>
            </a:extLst>
          </p:cNvPr>
          <p:cNvSpPr>
            <a:spLocks noGrp="1"/>
          </p:cNvSpPr>
          <p:nvPr>
            <p:ph type="sldNum" sz="quarter" idx="12"/>
          </p:nvPr>
        </p:nvSpPr>
        <p:spPr/>
        <p:txBody>
          <a:bodyPr/>
          <a:lstStyle/>
          <a:p>
            <a:fld id="{B2DC25EE-239B-4C5F-AAD1-255A7D5F1EE2}" type="slidenum">
              <a:rPr lang="en-US" smtClean="0"/>
              <a:t>4</a:t>
            </a:fld>
            <a:endParaRPr lang="en-US"/>
          </a:p>
        </p:txBody>
      </p:sp>
    </p:spTree>
    <p:extLst>
      <p:ext uri="{BB962C8B-B14F-4D97-AF65-F5344CB8AC3E}">
        <p14:creationId xmlns:p14="http://schemas.microsoft.com/office/powerpoint/2010/main" val="2707001167"/>
      </p:ext>
    </p:extLst>
  </p:cSld>
  <p:clrMapOvr>
    <a:masterClrMapping/>
  </p:clrMapOvr>
  <mc:AlternateContent xmlns:mc="http://schemas.openxmlformats.org/markup-compatibility/2006" xmlns:p14="http://schemas.microsoft.com/office/powerpoint/2010/main">
    <mc:Choice Requires="p14">
      <p:transition spd="slow" p14:dur="2000" advTm="18470"/>
    </mc:Choice>
    <mc:Fallback xmlns="">
      <p:transition spd="slow" advTm="1847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E49831B-F461-18F7-08D1-B4FC7C136747}"/>
              </a:ext>
            </a:extLst>
          </p:cNvPr>
          <p:cNvSpPr>
            <a:spLocks noGrp="1"/>
          </p:cNvSpPr>
          <p:nvPr>
            <p:ph type="title"/>
          </p:nvPr>
        </p:nvSpPr>
        <p:spPr/>
        <p:txBody>
          <a:bodyPr/>
          <a:lstStyle/>
          <a:p>
            <a:r>
              <a:rPr lang="en-GB" dirty="0"/>
              <a:t>Cleaning and Transformation</a:t>
            </a:r>
            <a:endParaRPr lang="en-IE" dirty="0"/>
          </a:p>
        </p:txBody>
      </p:sp>
      <p:sp>
        <p:nvSpPr>
          <p:cNvPr id="4" name="Content Placeholder 3">
            <a:extLst>
              <a:ext uri="{FF2B5EF4-FFF2-40B4-BE49-F238E27FC236}">
                <a16:creationId xmlns:a16="http://schemas.microsoft.com/office/drawing/2014/main" id="{FE2F7703-F542-53C1-47B9-1CF098BDE7B1}"/>
              </a:ext>
            </a:extLst>
          </p:cNvPr>
          <p:cNvSpPr>
            <a:spLocks noGrp="1"/>
          </p:cNvSpPr>
          <p:nvPr>
            <p:ph idx="1"/>
          </p:nvPr>
        </p:nvSpPr>
        <p:spPr>
          <a:xfrm>
            <a:off x="998837" y="2985642"/>
            <a:ext cx="10168128" cy="1770915"/>
          </a:xfrm>
        </p:spPr>
        <p:txBody>
          <a:bodyPr>
            <a:normAutofit lnSpcReduction="10000"/>
          </a:bodyPr>
          <a:lstStyle/>
          <a:p>
            <a:r>
              <a:rPr lang="en-GB" sz="2000" dirty="0"/>
              <a:t>Renaming columns</a:t>
            </a:r>
          </a:p>
          <a:p>
            <a:r>
              <a:rPr lang="en-GB" sz="2000" dirty="0"/>
              <a:t>Checking for null and </a:t>
            </a:r>
            <a:r>
              <a:rPr lang="en-GB" sz="2000" dirty="0" err="1"/>
              <a:t>NaN</a:t>
            </a:r>
            <a:r>
              <a:rPr lang="en-GB" sz="2000" dirty="0"/>
              <a:t> values</a:t>
            </a:r>
          </a:p>
          <a:p>
            <a:r>
              <a:rPr lang="en-GB" sz="2000" dirty="0"/>
              <a:t>Removing unnecessary columns and rows</a:t>
            </a:r>
          </a:p>
          <a:p>
            <a:r>
              <a:rPr lang="en-GB" sz="2000" dirty="0"/>
              <a:t>Renaming of countries(Excel)</a:t>
            </a:r>
          </a:p>
          <a:p>
            <a:endParaRPr lang="en-IE" dirty="0"/>
          </a:p>
        </p:txBody>
      </p:sp>
      <p:sp>
        <p:nvSpPr>
          <p:cNvPr id="2" name="Slide Number Placeholder 1">
            <a:extLst>
              <a:ext uri="{FF2B5EF4-FFF2-40B4-BE49-F238E27FC236}">
                <a16:creationId xmlns:a16="http://schemas.microsoft.com/office/drawing/2014/main" id="{B4C1DB43-F328-7F69-A82D-F7ACC5EEFADE}"/>
              </a:ext>
            </a:extLst>
          </p:cNvPr>
          <p:cNvSpPr>
            <a:spLocks noGrp="1"/>
          </p:cNvSpPr>
          <p:nvPr>
            <p:ph type="sldNum" sz="quarter" idx="12"/>
          </p:nvPr>
        </p:nvSpPr>
        <p:spPr/>
        <p:txBody>
          <a:bodyPr/>
          <a:lstStyle/>
          <a:p>
            <a:fld id="{B2DC25EE-239B-4C5F-AAD1-255A7D5F1EE2}" type="slidenum">
              <a:rPr lang="en-US" smtClean="0"/>
              <a:t>5</a:t>
            </a:fld>
            <a:endParaRPr lang="en-US"/>
          </a:p>
        </p:txBody>
      </p:sp>
      <p:sp>
        <p:nvSpPr>
          <p:cNvPr id="5" name="TextBox 4">
            <a:extLst>
              <a:ext uri="{FF2B5EF4-FFF2-40B4-BE49-F238E27FC236}">
                <a16:creationId xmlns:a16="http://schemas.microsoft.com/office/drawing/2014/main" id="{8B0DD441-B813-6C5F-C10B-3B1EF07A2C63}"/>
              </a:ext>
            </a:extLst>
          </p:cNvPr>
          <p:cNvSpPr txBox="1"/>
          <p:nvPr/>
        </p:nvSpPr>
        <p:spPr>
          <a:xfrm>
            <a:off x="998837" y="5082955"/>
            <a:ext cx="9565402" cy="369332"/>
          </a:xfrm>
          <a:prstGeom prst="rect">
            <a:avLst/>
          </a:prstGeom>
          <a:noFill/>
        </p:spPr>
        <p:txBody>
          <a:bodyPr wrap="square" rtlCol="0">
            <a:spAutoFit/>
          </a:bodyPr>
          <a:lstStyle/>
          <a:p>
            <a:r>
              <a:rPr lang="en-GB" dirty="0"/>
              <a:t>(The transformation was unnecessary as all datasets were downloaded in CSV format.)</a:t>
            </a:r>
            <a:endParaRPr lang="en-IE" dirty="0"/>
          </a:p>
        </p:txBody>
      </p:sp>
      <p:sp>
        <p:nvSpPr>
          <p:cNvPr id="6" name="TextBox 5">
            <a:extLst>
              <a:ext uri="{FF2B5EF4-FFF2-40B4-BE49-F238E27FC236}">
                <a16:creationId xmlns:a16="http://schemas.microsoft.com/office/drawing/2014/main" id="{F4D1F444-AEB2-9335-3F6A-5CF130866503}"/>
              </a:ext>
            </a:extLst>
          </p:cNvPr>
          <p:cNvSpPr txBox="1"/>
          <p:nvPr/>
        </p:nvSpPr>
        <p:spPr>
          <a:xfrm>
            <a:off x="998837" y="2363860"/>
            <a:ext cx="9643223" cy="369332"/>
          </a:xfrm>
          <a:prstGeom prst="rect">
            <a:avLst/>
          </a:prstGeom>
          <a:noFill/>
        </p:spPr>
        <p:txBody>
          <a:bodyPr wrap="square" rtlCol="0">
            <a:spAutoFit/>
          </a:bodyPr>
          <a:lstStyle/>
          <a:p>
            <a:r>
              <a:rPr lang="en-GB" b="1" dirty="0"/>
              <a:t>Cleaning process was done using Python</a:t>
            </a:r>
            <a:r>
              <a:rPr lang="en-GB" dirty="0"/>
              <a:t>:</a:t>
            </a:r>
            <a:endParaRPr lang="en-IE" dirty="0"/>
          </a:p>
        </p:txBody>
      </p:sp>
    </p:spTree>
    <p:extLst>
      <p:ext uri="{BB962C8B-B14F-4D97-AF65-F5344CB8AC3E}">
        <p14:creationId xmlns:p14="http://schemas.microsoft.com/office/powerpoint/2010/main" val="1463669181"/>
      </p:ext>
    </p:extLst>
  </p:cSld>
  <p:clrMapOvr>
    <a:masterClrMapping/>
  </p:clrMapOvr>
  <mc:AlternateContent xmlns:mc="http://schemas.openxmlformats.org/markup-compatibility/2006" xmlns:p14="http://schemas.microsoft.com/office/powerpoint/2010/main">
    <mc:Choice Requires="p14">
      <p:transition spd="slow" p14:dur="2000" advTm="24894"/>
    </mc:Choice>
    <mc:Fallback xmlns="">
      <p:transition spd="slow" advTm="2489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 name="Rectangle 81">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84" name="Rectangle 83">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6" name="Rectangle 85">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88" name="Rectangle 87">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0" name="Freeform: Shape 89">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92" name="Freeform: Shape 91">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1C1F1FC9-1E48-44A5-BB83-763878F437DD}"/>
              </a:ext>
            </a:extLst>
          </p:cNvPr>
          <p:cNvSpPr>
            <a:spLocks noGrp="1"/>
          </p:cNvSpPr>
          <p:nvPr>
            <p:ph type="title" idx="4294967295"/>
          </p:nvPr>
        </p:nvSpPr>
        <p:spPr>
          <a:xfrm>
            <a:off x="621792" y="1161288"/>
            <a:ext cx="3602736" cy="4526280"/>
          </a:xfrm>
        </p:spPr>
        <p:txBody>
          <a:bodyPr vert="horz" lIns="91440" tIns="45720" rIns="91440" bIns="45720" rtlCol="0" anchor="ctr">
            <a:normAutofit/>
          </a:bodyPr>
          <a:lstStyle/>
          <a:p>
            <a:r>
              <a:rPr lang="en-US" sz="3400" dirty="0"/>
              <a:t>What political regime is most prominent in AI development?</a:t>
            </a:r>
          </a:p>
        </p:txBody>
      </p:sp>
      <p:sp>
        <p:nvSpPr>
          <p:cNvPr id="94" name="Rectangle 9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Slide Number Placeholder 1">
            <a:extLst>
              <a:ext uri="{FF2B5EF4-FFF2-40B4-BE49-F238E27FC236}">
                <a16:creationId xmlns:a16="http://schemas.microsoft.com/office/drawing/2014/main" id="{9DD6E3FF-8F31-11B6-D438-4000DC1D76EA}"/>
              </a:ext>
            </a:extLst>
          </p:cNvPr>
          <p:cNvSpPr>
            <a:spLocks noGrp="1"/>
          </p:cNvSpPr>
          <p:nvPr>
            <p:ph type="sldNum" sz="quarter" idx="12"/>
          </p:nvPr>
        </p:nvSpPr>
        <p:spPr>
          <a:xfrm>
            <a:off x="8801100" y="6356350"/>
            <a:ext cx="2743200" cy="365125"/>
          </a:xfrm>
        </p:spPr>
        <p:txBody>
          <a:bodyPr vert="horz" lIns="91440" tIns="45720" rIns="91440" bIns="45720" rtlCol="0" anchor="ctr">
            <a:normAutofit/>
          </a:bodyPr>
          <a:lstStyle/>
          <a:p>
            <a:pPr>
              <a:spcAft>
                <a:spcPts val="600"/>
              </a:spcAft>
            </a:pPr>
            <a:fld id="{B2DC25EE-239B-4C5F-AAD1-255A7D5F1EE2}" type="slidenum">
              <a:rPr lang="en-US" smtClean="0"/>
              <a:pPr>
                <a:spcAft>
                  <a:spcPts val="600"/>
                </a:spcAft>
              </a:pPr>
              <a:t>6</a:t>
            </a:fld>
            <a:endParaRPr lang="en-US"/>
          </a:p>
        </p:txBody>
      </p:sp>
      <p:graphicFrame>
        <p:nvGraphicFramePr>
          <p:cNvPr id="11" name="Content Placeholder 10">
            <a:extLst>
              <a:ext uri="{FF2B5EF4-FFF2-40B4-BE49-F238E27FC236}">
                <a16:creationId xmlns:a16="http://schemas.microsoft.com/office/drawing/2014/main" id="{7F22C225-0D77-0871-85EF-EDEFD0206BBC}"/>
              </a:ext>
            </a:extLst>
          </p:cNvPr>
          <p:cNvGraphicFramePr>
            <a:graphicFrameLocks noGrp="1"/>
          </p:cNvGraphicFramePr>
          <p:nvPr>
            <p:ph idx="4294967295"/>
            <p:extLst>
              <p:ext uri="{D42A27DB-BD31-4B8C-83A1-F6EECF244321}">
                <p14:modId xmlns:p14="http://schemas.microsoft.com/office/powerpoint/2010/main" val="1093356487"/>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3247149"/>
      </p:ext>
    </p:extLst>
  </p:cSld>
  <p:clrMapOvr>
    <a:masterClrMapping/>
  </p:clrMapOvr>
  <mc:AlternateContent xmlns:mc="http://schemas.openxmlformats.org/markup-compatibility/2006" xmlns:p14="http://schemas.microsoft.com/office/powerpoint/2010/main">
    <mc:Choice Requires="p14">
      <p:transition spd="slow" p14:dur="2000" advTm="19490"/>
    </mc:Choice>
    <mc:Fallback xmlns="">
      <p:transition spd="slow" advTm="1949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Rectangle 20">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Freeform: Shape 22">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9" name="Freeform: Shape 28">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D6799889-95AC-3008-0F81-9BFD93291B01}"/>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3000" dirty="0">
                <a:effectLst/>
              </a:rPr>
              <a:t>How did the freedom status change in the observed countries over the past 10 years?</a:t>
            </a:r>
            <a:br>
              <a:rPr lang="en-US" sz="3000" dirty="0">
                <a:effectLst/>
              </a:rPr>
            </a:br>
            <a:endParaRPr lang="en-US" sz="3000" dirty="0"/>
          </a:p>
        </p:txBody>
      </p:sp>
      <p:sp>
        <p:nvSpPr>
          <p:cNvPr id="30" name="Rectangle 2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Content Placeholder 6" descr="A graph of a number of years">
            <a:extLst>
              <a:ext uri="{FF2B5EF4-FFF2-40B4-BE49-F238E27FC236}">
                <a16:creationId xmlns:a16="http://schemas.microsoft.com/office/drawing/2014/main" id="{3874FB05-0203-B6A7-3FDB-5D33141699B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414356" y="1759176"/>
            <a:ext cx="6408836" cy="3188396"/>
          </a:xfrm>
          <a:prstGeom prst="rect">
            <a:avLst/>
          </a:prstGeom>
        </p:spPr>
      </p:pic>
      <p:sp>
        <p:nvSpPr>
          <p:cNvPr id="2" name="Slide Number Placeholder 1">
            <a:extLst>
              <a:ext uri="{FF2B5EF4-FFF2-40B4-BE49-F238E27FC236}">
                <a16:creationId xmlns:a16="http://schemas.microsoft.com/office/drawing/2014/main" id="{6D7CFC6E-69CB-6E6D-4630-2A4A4D393AB4}"/>
              </a:ext>
            </a:extLst>
          </p:cNvPr>
          <p:cNvSpPr>
            <a:spLocks noGrp="1"/>
          </p:cNvSpPr>
          <p:nvPr>
            <p:ph type="sldNum" sz="quarter" idx="12"/>
          </p:nvPr>
        </p:nvSpPr>
        <p:spPr>
          <a:xfrm>
            <a:off x="9847810" y="6356350"/>
            <a:ext cx="1505989" cy="365125"/>
          </a:xfrm>
        </p:spPr>
        <p:txBody>
          <a:bodyPr vert="horz" lIns="91440" tIns="45720" rIns="91440" bIns="45720" rtlCol="0" anchor="ctr">
            <a:normAutofit/>
          </a:bodyPr>
          <a:lstStyle/>
          <a:p>
            <a:pPr>
              <a:spcAft>
                <a:spcPts val="600"/>
              </a:spcAft>
            </a:pPr>
            <a:fld id="{B2DC25EE-239B-4C5F-AAD1-255A7D5F1EE2}" type="slidenum">
              <a:rPr lang="en-US">
                <a:solidFill>
                  <a:schemeClr val="tx2">
                    <a:lumMod val="50000"/>
                    <a:lumOff val="50000"/>
                  </a:schemeClr>
                </a:solidFill>
              </a:rPr>
              <a:pPr>
                <a:spcAft>
                  <a:spcPts val="600"/>
                </a:spcAft>
              </a:pPr>
              <a:t>7</a:t>
            </a:fld>
            <a:endParaRPr lang="en-US">
              <a:solidFill>
                <a:schemeClr val="tx2">
                  <a:lumMod val="50000"/>
                  <a:lumOff val="50000"/>
                </a:schemeClr>
              </a:solidFill>
            </a:endParaRPr>
          </a:p>
        </p:txBody>
      </p:sp>
    </p:spTree>
    <p:extLst>
      <p:ext uri="{BB962C8B-B14F-4D97-AF65-F5344CB8AC3E}">
        <p14:creationId xmlns:p14="http://schemas.microsoft.com/office/powerpoint/2010/main" val="3884339709"/>
      </p:ext>
    </p:extLst>
  </p:cSld>
  <p:clrMapOvr>
    <a:masterClrMapping/>
  </p:clrMapOvr>
  <mc:AlternateContent xmlns:mc="http://schemas.openxmlformats.org/markup-compatibility/2006" xmlns:p14="http://schemas.microsoft.com/office/powerpoint/2010/main">
    <mc:Choice Requires="p14">
      <p:transition spd="slow" p14:dur="2000" advTm="64131"/>
    </mc:Choice>
    <mc:Fallback xmlns="">
      <p:transition spd="slow" advTm="64131"/>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Rectangle 16">
            <a:extLst>
              <a:ext uri="{FF2B5EF4-FFF2-40B4-BE49-F238E27FC236}">
                <a16:creationId xmlns:a16="http://schemas.microsoft.com/office/drawing/2014/main" id="{BC68A55F-7B32-44D8-AEE5-1AF4053265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F43DF893-8856-96C5-7C7E-25825DD2393C}"/>
              </a:ext>
            </a:extLst>
          </p:cNvPr>
          <p:cNvSpPr>
            <a:spLocks noGrp="1"/>
          </p:cNvSpPr>
          <p:nvPr>
            <p:ph type="title"/>
          </p:nvPr>
        </p:nvSpPr>
        <p:spPr>
          <a:xfrm>
            <a:off x="655320" y="429030"/>
            <a:ext cx="2834640" cy="5457589"/>
          </a:xfrm>
        </p:spPr>
        <p:txBody>
          <a:bodyPr vert="horz" lIns="91440" tIns="45720" rIns="91440" bIns="45720" rtlCol="0" anchor="ctr">
            <a:normAutofit/>
          </a:bodyPr>
          <a:lstStyle/>
          <a:p>
            <a:pPr>
              <a:lnSpc>
                <a:spcPct val="90000"/>
              </a:lnSpc>
            </a:pPr>
            <a:r>
              <a:rPr lang="en-US" sz="3600" dirty="0">
                <a:effectLst/>
              </a:rPr>
              <a:t>What tendencies are emerging for the future?</a:t>
            </a:r>
            <a:endParaRPr lang="en-US" sz="3600" dirty="0"/>
          </a:p>
        </p:txBody>
      </p:sp>
      <p:sp>
        <p:nvSpPr>
          <p:cNvPr id="19" name="Rectangle 18">
            <a:extLst>
              <a:ext uri="{FF2B5EF4-FFF2-40B4-BE49-F238E27FC236}">
                <a16:creationId xmlns:a16="http://schemas.microsoft.com/office/drawing/2014/main" id="{CD1AAA2C-FBBE-42AA-B869-31D524B765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5320" y="6112341"/>
            <a:ext cx="1083564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5F937BBF-9326-4230-AB1B-F1795E350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045208" y="4686084"/>
            <a:ext cx="54864" cy="2834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Picture Placeholder 3">
            <a:extLst>
              <a:ext uri="{FF2B5EF4-FFF2-40B4-BE49-F238E27FC236}">
                <a16:creationId xmlns:a16="http://schemas.microsoft.com/office/drawing/2014/main" id="{715748B0-FDDD-5833-0F95-835A1A295731}"/>
              </a:ext>
            </a:extLst>
          </p:cNvPr>
          <p:cNvSpPr>
            <a:spLocks/>
          </p:cNvSpPr>
          <p:nvPr/>
        </p:nvSpPr>
        <p:spPr>
          <a:xfrm>
            <a:off x="4463646" y="1211748"/>
            <a:ext cx="6608363" cy="3989425"/>
          </a:xfrm>
          <a:prstGeom prst="rect">
            <a:avLst/>
          </a:prstGeom>
        </p:spPr>
        <p:txBody>
          <a:bodyPr>
            <a:normAutofit/>
          </a:bodyPr>
          <a:lstStyle/>
          <a:p>
            <a:pPr defTabSz="896112">
              <a:spcAft>
                <a:spcPts val="600"/>
              </a:spcAft>
            </a:pPr>
            <a:r>
              <a:rPr lang="en-GB" sz="1960" kern="1200" dirty="0">
                <a:solidFill>
                  <a:schemeClr val="tx1"/>
                </a:solidFill>
                <a:latin typeface="+mn-lt"/>
                <a:ea typeface="+mn-ea"/>
                <a:cs typeface="+mn-cs"/>
              </a:rPr>
              <a:t>Aldo initially, this question seemed to have the potential to offer some unique insight, within the analysis it was determined that there were no clear indications that could answer this question. The decision was made to change the approach.</a:t>
            </a:r>
          </a:p>
          <a:p>
            <a:pPr defTabSz="896112">
              <a:spcAft>
                <a:spcPts val="600"/>
              </a:spcAft>
            </a:pPr>
            <a:r>
              <a:rPr lang="en-GB" sz="1960" kern="1200" dirty="0">
                <a:solidFill>
                  <a:schemeClr val="tx1"/>
                </a:solidFill>
                <a:latin typeface="+mn-lt"/>
                <a:ea typeface="+mn-ea"/>
                <a:cs typeface="+mn-cs"/>
              </a:rPr>
              <a:t>For more conclusive insight, we will examine the 'Total' column, which encompasses various aspects of individual freedom such as social liberties, political rights, and the electoral process. Through this analysis, </a:t>
            </a:r>
            <a:r>
              <a:rPr lang="en-GB" sz="1960" dirty="0"/>
              <a:t>the</a:t>
            </a:r>
            <a:r>
              <a:rPr lang="en-GB" sz="1960" kern="1200" dirty="0">
                <a:solidFill>
                  <a:schemeClr val="tx1"/>
                </a:solidFill>
                <a:latin typeface="+mn-lt"/>
                <a:ea typeface="+mn-ea"/>
                <a:cs typeface="+mn-cs"/>
              </a:rPr>
              <a:t> objective was to establish the percentage of countries that have undergone a negative change in their freedom status.</a:t>
            </a:r>
          </a:p>
          <a:p>
            <a:pPr>
              <a:spcAft>
                <a:spcPts val="600"/>
              </a:spcAft>
            </a:pPr>
            <a:endParaRPr lang="en-IE" sz="2000" dirty="0"/>
          </a:p>
        </p:txBody>
      </p:sp>
      <p:sp>
        <p:nvSpPr>
          <p:cNvPr id="2" name="Slide Number Placeholder 1">
            <a:extLst>
              <a:ext uri="{FF2B5EF4-FFF2-40B4-BE49-F238E27FC236}">
                <a16:creationId xmlns:a16="http://schemas.microsoft.com/office/drawing/2014/main" id="{E8BEAC58-9FDC-69D8-0EC7-5A67FE4B606E}"/>
              </a:ext>
            </a:extLst>
          </p:cNvPr>
          <p:cNvSpPr>
            <a:spLocks/>
          </p:cNvSpPr>
          <p:nvPr/>
        </p:nvSpPr>
        <p:spPr>
          <a:xfrm>
            <a:off x="8043176" y="5530209"/>
            <a:ext cx="2693626" cy="358527"/>
          </a:xfrm>
          <a:prstGeom prst="rect">
            <a:avLst/>
          </a:prstGeom>
        </p:spPr>
        <p:txBody>
          <a:bodyPr/>
          <a:lstStyle/>
          <a:p>
            <a:pPr defTabSz="896112">
              <a:spcAft>
                <a:spcPts val="600"/>
              </a:spcAft>
            </a:pPr>
            <a:fld id="{B2DC25EE-239B-4C5F-AAD1-255A7D5F1EE2}" type="slidenum">
              <a:rPr lang="en-US" sz="1764" kern="1200">
                <a:solidFill>
                  <a:schemeClr val="tx1"/>
                </a:solidFill>
                <a:latin typeface="+mn-lt"/>
                <a:ea typeface="+mn-ea"/>
                <a:cs typeface="+mn-cs"/>
              </a:rPr>
              <a:pPr defTabSz="896112">
                <a:spcAft>
                  <a:spcPts val="600"/>
                </a:spcAft>
              </a:pPr>
              <a:t>8</a:t>
            </a:fld>
            <a:endParaRPr lang="en-US"/>
          </a:p>
        </p:txBody>
      </p:sp>
    </p:spTree>
    <p:extLst>
      <p:ext uri="{BB962C8B-B14F-4D97-AF65-F5344CB8AC3E}">
        <p14:creationId xmlns:p14="http://schemas.microsoft.com/office/powerpoint/2010/main" val="3265850075"/>
      </p:ext>
    </p:extLst>
  </p:cSld>
  <p:clrMapOvr>
    <a:masterClrMapping/>
  </p:clrMapOvr>
  <mc:AlternateContent xmlns:mc="http://schemas.openxmlformats.org/markup-compatibility/2006" xmlns:p14="http://schemas.microsoft.com/office/powerpoint/2010/main">
    <mc:Choice Requires="p14">
      <p:transition spd="slow" p14:dur="2000" advTm="31553"/>
    </mc:Choice>
    <mc:Fallback xmlns="">
      <p:transition spd="slow" advTm="3155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2" name="Content Placeholder 3">
            <a:extLst>
              <a:ext uri="{FF2B5EF4-FFF2-40B4-BE49-F238E27FC236}">
                <a16:creationId xmlns:a16="http://schemas.microsoft.com/office/drawing/2014/main" id="{4B79BBE5-90CF-2112-222C-BD5E5B492A77}"/>
              </a:ext>
            </a:extLst>
          </p:cNvPr>
          <p:cNvGraphicFramePr>
            <a:graphicFrameLocks noGrp="1"/>
          </p:cNvGraphicFramePr>
          <p:nvPr>
            <p:ph idx="1"/>
            <p:extLst>
              <p:ext uri="{D42A27DB-BD31-4B8C-83A1-F6EECF244321}">
                <p14:modId xmlns:p14="http://schemas.microsoft.com/office/powerpoint/2010/main" val="1953618501"/>
              </p:ext>
            </p:extLst>
          </p:nvPr>
        </p:nvGraphicFramePr>
        <p:xfrm>
          <a:off x="4965192" y="1709928"/>
          <a:ext cx="6729984" cy="40965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 Placeholder 6">
            <a:extLst>
              <a:ext uri="{FF2B5EF4-FFF2-40B4-BE49-F238E27FC236}">
                <a16:creationId xmlns:a16="http://schemas.microsoft.com/office/drawing/2014/main" id="{9962BA1B-32A2-B550-F2B8-EEE5AD185864}"/>
              </a:ext>
            </a:extLst>
          </p:cNvPr>
          <p:cNvSpPr>
            <a:spLocks noGrp="1"/>
          </p:cNvSpPr>
          <p:nvPr>
            <p:ph type="body" sz="half" idx="2"/>
          </p:nvPr>
        </p:nvSpPr>
        <p:spPr>
          <a:xfrm>
            <a:off x="884353" y="1622177"/>
            <a:ext cx="3099816" cy="3654497"/>
          </a:xfrm>
        </p:spPr>
        <p:txBody>
          <a:bodyPr>
            <a:normAutofit/>
          </a:bodyPr>
          <a:lstStyle/>
          <a:p>
            <a:r>
              <a:rPr lang="en-US" sz="3300" b="0" i="0" dirty="0">
                <a:effectLst/>
              </a:rPr>
              <a:t>Percentage of countries with changed freedom status: 59.68%</a:t>
            </a:r>
          </a:p>
          <a:p>
            <a:endParaRPr lang="en-IE" dirty="0"/>
          </a:p>
        </p:txBody>
      </p:sp>
      <p:sp>
        <p:nvSpPr>
          <p:cNvPr id="2" name="Slide Number Placeholder 1">
            <a:extLst>
              <a:ext uri="{FF2B5EF4-FFF2-40B4-BE49-F238E27FC236}">
                <a16:creationId xmlns:a16="http://schemas.microsoft.com/office/drawing/2014/main" id="{CACC1E9F-7E6F-1F2D-C795-9569DDD3E626}"/>
              </a:ext>
            </a:extLst>
          </p:cNvPr>
          <p:cNvSpPr>
            <a:spLocks noGrp="1"/>
          </p:cNvSpPr>
          <p:nvPr>
            <p:ph type="sldNum" sz="quarter" idx="12"/>
          </p:nvPr>
        </p:nvSpPr>
        <p:spPr/>
        <p:txBody>
          <a:bodyPr vert="horz" lIns="91440" tIns="45720" rIns="91440" bIns="45720" rtlCol="0" anchor="ctr">
            <a:normAutofit/>
          </a:bodyPr>
          <a:lstStyle/>
          <a:p>
            <a:pPr>
              <a:spcAft>
                <a:spcPts val="600"/>
              </a:spcAft>
            </a:pPr>
            <a:fld id="{B2DC25EE-239B-4C5F-AAD1-255A7D5F1EE2}" type="slidenum">
              <a:rPr lang="en-US" smtClean="0"/>
              <a:pPr>
                <a:spcAft>
                  <a:spcPts val="600"/>
                </a:spcAft>
              </a:pPr>
              <a:t>9</a:t>
            </a:fld>
            <a:endParaRPr lang="en-US"/>
          </a:p>
        </p:txBody>
      </p:sp>
    </p:spTree>
    <p:extLst>
      <p:ext uri="{BB962C8B-B14F-4D97-AF65-F5344CB8AC3E}">
        <p14:creationId xmlns:p14="http://schemas.microsoft.com/office/powerpoint/2010/main" val="935093452"/>
      </p:ext>
    </p:extLst>
  </p:cSld>
  <p:clrMapOvr>
    <a:masterClrMapping/>
  </p:clrMapOvr>
  <mc:AlternateContent xmlns:mc="http://schemas.openxmlformats.org/markup-compatibility/2006" xmlns:p14="http://schemas.microsoft.com/office/powerpoint/2010/main">
    <mc:Choice Requires="p14">
      <p:transition spd="slow" p14:dur="2000" advTm="32715"/>
    </mc:Choice>
    <mc:Fallback xmlns="">
      <p:transition spd="slow" advTm="32715"/>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A22D5-9F10-4288-AAE9-7A5C50C7524B}"/>
              </a:ext>
            </a:extLst>
          </p:cNvPr>
          <p:cNvSpPr>
            <a:spLocks noGrp="1"/>
          </p:cNvSpPr>
          <p:nvPr>
            <p:ph type="title"/>
          </p:nvPr>
        </p:nvSpPr>
        <p:spPr/>
        <p:txBody>
          <a:bodyPr>
            <a:noAutofit/>
          </a:bodyPr>
          <a:lstStyle/>
          <a:p>
            <a:r>
              <a:rPr lang="en-GB" sz="2800" dirty="0"/>
              <a:t>Are there countries that are on the trajectory to lose freedom or are already not free that rank high in AI development?</a:t>
            </a:r>
            <a:endParaRPr lang="en-IE" sz="2800" dirty="0"/>
          </a:p>
        </p:txBody>
      </p:sp>
      <p:sp>
        <p:nvSpPr>
          <p:cNvPr id="5" name="Slide Number Placeholder 4">
            <a:extLst>
              <a:ext uri="{FF2B5EF4-FFF2-40B4-BE49-F238E27FC236}">
                <a16:creationId xmlns:a16="http://schemas.microsoft.com/office/drawing/2014/main" id="{22C1BBD8-FD3D-9C14-B143-C1D1AA490763}"/>
              </a:ext>
            </a:extLst>
          </p:cNvPr>
          <p:cNvSpPr>
            <a:spLocks noGrp="1"/>
          </p:cNvSpPr>
          <p:nvPr>
            <p:ph type="sldNum" sz="quarter" idx="12"/>
          </p:nvPr>
        </p:nvSpPr>
        <p:spPr/>
        <p:txBody>
          <a:bodyPr/>
          <a:lstStyle/>
          <a:p>
            <a:fld id="{B2DC25EE-239B-4C5F-AAD1-255A7D5F1EE2}" type="slidenum">
              <a:rPr lang="en-US" smtClean="0"/>
              <a:t>10</a:t>
            </a:fld>
            <a:endParaRPr lang="en-US"/>
          </a:p>
        </p:txBody>
      </p:sp>
    </p:spTree>
    <p:extLst>
      <p:ext uri="{BB962C8B-B14F-4D97-AF65-F5344CB8AC3E}">
        <p14:creationId xmlns:p14="http://schemas.microsoft.com/office/powerpoint/2010/main" val="4198150073"/>
      </p:ext>
    </p:extLst>
  </p:cSld>
  <p:clrMapOvr>
    <a:masterClrMapping/>
  </p:clrMapOvr>
  <mc:AlternateContent xmlns:mc="http://schemas.openxmlformats.org/markup-compatibility/2006" xmlns:p14="http://schemas.microsoft.com/office/powerpoint/2010/main">
    <mc:Choice Requires="p14">
      <p:transition spd="slow" p14:dur="2000" advTm="12245"/>
    </mc:Choice>
    <mc:Fallback xmlns="">
      <p:transition spd="slow" advTm="12245"/>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20" name="Content Placeholder 119">
            <a:extLst>
              <a:ext uri="{FF2B5EF4-FFF2-40B4-BE49-F238E27FC236}">
                <a16:creationId xmlns:a16="http://schemas.microsoft.com/office/drawing/2014/main" id="{46C3CFA9-EFFE-6313-129B-E9F38843CAA7}"/>
              </a:ext>
            </a:extLst>
          </p:cNvPr>
          <p:cNvGraphicFramePr>
            <a:graphicFrameLocks noGrp="1"/>
          </p:cNvGraphicFramePr>
          <p:nvPr>
            <p:ph type="pic" idx="1"/>
            <p:extLst>
              <p:ext uri="{D42A27DB-BD31-4B8C-83A1-F6EECF244321}">
                <p14:modId xmlns:p14="http://schemas.microsoft.com/office/powerpoint/2010/main" val="4263693299"/>
              </p:ext>
            </p:extLst>
          </p:nvPr>
        </p:nvGraphicFramePr>
        <p:xfrm>
          <a:off x="6030986" y="1209615"/>
          <a:ext cx="4379752" cy="4620725"/>
        </p:xfrm>
        <a:graphic>
          <a:graphicData uri="http://schemas.openxmlformats.org/drawingml/2006/table">
            <a:tbl>
              <a:tblPr firstRow="1" bandRow="1">
                <a:effectLst>
                  <a:outerShdw blurRad="50800" dist="38100" dir="5400000" algn="t" rotWithShape="0">
                    <a:prstClr val="black">
                      <a:alpha val="40000"/>
                    </a:prstClr>
                  </a:outerShdw>
                </a:effectLst>
                <a:tableStyleId>{69CF1AB2-1976-4502-BF36-3FF5EA218861}</a:tableStyleId>
              </a:tblPr>
              <a:tblGrid>
                <a:gridCol w="815253">
                  <a:extLst>
                    <a:ext uri="{9D8B030D-6E8A-4147-A177-3AD203B41FA5}">
                      <a16:colId xmlns:a16="http://schemas.microsoft.com/office/drawing/2014/main" val="321853167"/>
                    </a:ext>
                  </a:extLst>
                </a:gridCol>
                <a:gridCol w="1689989">
                  <a:extLst>
                    <a:ext uri="{9D8B030D-6E8A-4147-A177-3AD203B41FA5}">
                      <a16:colId xmlns:a16="http://schemas.microsoft.com/office/drawing/2014/main" val="244400302"/>
                    </a:ext>
                  </a:extLst>
                </a:gridCol>
                <a:gridCol w="1009718">
                  <a:extLst>
                    <a:ext uri="{9D8B030D-6E8A-4147-A177-3AD203B41FA5}">
                      <a16:colId xmlns:a16="http://schemas.microsoft.com/office/drawing/2014/main" val="985397795"/>
                    </a:ext>
                  </a:extLst>
                </a:gridCol>
                <a:gridCol w="864792">
                  <a:extLst>
                    <a:ext uri="{9D8B030D-6E8A-4147-A177-3AD203B41FA5}">
                      <a16:colId xmlns:a16="http://schemas.microsoft.com/office/drawing/2014/main" val="2016648692"/>
                    </a:ext>
                  </a:extLst>
                </a:gridCol>
              </a:tblGrid>
              <a:tr h="377764">
                <a:tc>
                  <a:txBody>
                    <a:bodyPr/>
                    <a:lstStyle/>
                    <a:p>
                      <a:pPr algn="r" fontAlgn="ctr"/>
                      <a:endParaRPr lang="en-GB" sz="1050" dirty="0">
                        <a:effectLst/>
                      </a:endParaRPr>
                    </a:p>
                    <a:p>
                      <a:pPr algn="r" fontAlgn="ctr"/>
                      <a:endParaRPr lang="en-IE" sz="1050" dirty="0">
                        <a:effectLst/>
                      </a:endParaRPr>
                    </a:p>
                  </a:txBody>
                  <a:tcPr marL="36111" marR="36111" marT="18055" marB="18055" anchor="ctr"/>
                </a:tc>
                <a:tc>
                  <a:txBody>
                    <a:bodyPr/>
                    <a:lstStyle/>
                    <a:p>
                      <a:pPr algn="l" fontAlgn="ctr"/>
                      <a:r>
                        <a:rPr lang="en-IE" sz="1050" dirty="0">
                          <a:effectLst/>
                        </a:rPr>
                        <a:t>Country</a:t>
                      </a:r>
                    </a:p>
                  </a:txBody>
                  <a:tcPr marL="36111" marR="36111" marT="18055" marB="18055"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E" sz="1050">
                          <a:effectLst/>
                        </a:rPr>
                        <a:t>Total score</a:t>
                      </a:r>
                    </a:p>
                  </a:txBody>
                  <a:tcPr marL="36111" marR="36111" marT="18055" marB="1805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sz="1050">
                          <a:effectLst/>
                        </a:rPr>
                        <a:t>Status</a:t>
                      </a:r>
                    </a:p>
                  </a:txBody>
                  <a:tcPr marL="54166" marR="54166" marT="27083" marB="27083" anchor="ctr"/>
                </a:tc>
                <a:extLst>
                  <a:ext uri="{0D108BD9-81ED-4DB2-BD59-A6C34878D82A}">
                    <a16:rowId xmlns:a16="http://schemas.microsoft.com/office/drawing/2014/main" val="2946315670"/>
                  </a:ext>
                </a:extLst>
              </a:tr>
              <a:tr h="290353">
                <a:tc>
                  <a:txBody>
                    <a:bodyPr/>
                    <a:lstStyle/>
                    <a:p>
                      <a:pPr algn="r" fontAlgn="ctr"/>
                      <a:r>
                        <a:rPr lang="en-IE" sz="1050" b="0" dirty="0">
                          <a:effectLst/>
                        </a:rPr>
                        <a:t>1</a:t>
                      </a:r>
                    </a:p>
                  </a:txBody>
                  <a:tcPr marL="36111" marR="36111" marT="18055" marB="18055" anchor="ctr"/>
                </a:tc>
                <a:tc>
                  <a:txBody>
                    <a:bodyPr/>
                    <a:lstStyle/>
                    <a:p>
                      <a:r>
                        <a:rPr lang="en-IE" sz="1050" dirty="0">
                          <a:effectLst/>
                        </a:rPr>
                        <a:t>United States of America</a:t>
                      </a:r>
                    </a:p>
                  </a:txBody>
                  <a:tcPr marL="36111" marR="36111" marT="18055" marB="18055" anchor="ctr"/>
                </a:tc>
                <a:tc>
                  <a:txBody>
                    <a:bodyPr/>
                    <a:lstStyle/>
                    <a:p>
                      <a:r>
                        <a:rPr lang="en-IE" sz="1050" dirty="0">
                          <a:effectLst/>
                        </a:rPr>
                        <a:t>100.00</a:t>
                      </a:r>
                    </a:p>
                  </a:txBody>
                  <a:tcPr marL="36111" marR="36111" marT="18055" marB="18055" anchor="ctr"/>
                </a:tc>
                <a:tc>
                  <a:txBody>
                    <a:bodyPr/>
                    <a:lstStyle/>
                    <a:p>
                      <a:r>
                        <a:rPr lang="en-IE" sz="1050" dirty="0">
                          <a:effectLst/>
                        </a:rPr>
                        <a:t>F</a:t>
                      </a:r>
                    </a:p>
                  </a:txBody>
                  <a:tcPr marL="36111" marR="36111" marT="18055" marB="18055" anchor="ctr"/>
                </a:tc>
                <a:extLst>
                  <a:ext uri="{0D108BD9-81ED-4DB2-BD59-A6C34878D82A}">
                    <a16:rowId xmlns:a16="http://schemas.microsoft.com/office/drawing/2014/main" val="272116623"/>
                  </a:ext>
                </a:extLst>
              </a:tr>
              <a:tr h="208032">
                <a:tc>
                  <a:txBody>
                    <a:bodyPr/>
                    <a:lstStyle/>
                    <a:p>
                      <a:pPr algn="r" fontAlgn="ctr"/>
                      <a:r>
                        <a:rPr lang="en-IE" sz="1050" b="0">
                          <a:effectLst/>
                        </a:rPr>
                        <a:t>2</a:t>
                      </a:r>
                    </a:p>
                  </a:txBody>
                  <a:tcPr marL="36111" marR="36111" marT="18055" marB="18055" anchor="ctr"/>
                </a:tc>
                <a:tc>
                  <a:txBody>
                    <a:bodyPr/>
                    <a:lstStyle/>
                    <a:p>
                      <a:r>
                        <a:rPr lang="en-IE" sz="1050" dirty="0">
                          <a:effectLst/>
                        </a:rPr>
                        <a:t>China</a:t>
                      </a:r>
                    </a:p>
                  </a:txBody>
                  <a:tcPr marL="36111" marR="36111" marT="18055" marB="18055" anchor="ctr"/>
                </a:tc>
                <a:tc>
                  <a:txBody>
                    <a:bodyPr/>
                    <a:lstStyle/>
                    <a:p>
                      <a:r>
                        <a:rPr lang="en-IE" sz="1050" dirty="0">
                          <a:effectLst/>
                        </a:rPr>
                        <a:t>62.92</a:t>
                      </a:r>
                    </a:p>
                  </a:txBody>
                  <a:tcPr marL="36111" marR="36111" marT="18055" marB="18055" anchor="ctr"/>
                </a:tc>
                <a:tc>
                  <a:txBody>
                    <a:bodyPr/>
                    <a:lstStyle/>
                    <a:p>
                      <a:r>
                        <a:rPr lang="en-IE" sz="1050" dirty="0">
                          <a:effectLst/>
                        </a:rPr>
                        <a:t>NF</a:t>
                      </a:r>
                    </a:p>
                  </a:txBody>
                  <a:tcPr marL="36111" marR="36111" marT="18055" marB="18055" anchor="ctr"/>
                </a:tc>
                <a:extLst>
                  <a:ext uri="{0D108BD9-81ED-4DB2-BD59-A6C34878D82A}">
                    <a16:rowId xmlns:a16="http://schemas.microsoft.com/office/drawing/2014/main" val="3445196192"/>
                  </a:ext>
                </a:extLst>
              </a:tr>
              <a:tr h="208032">
                <a:tc>
                  <a:txBody>
                    <a:bodyPr/>
                    <a:lstStyle/>
                    <a:p>
                      <a:pPr algn="r" fontAlgn="ctr"/>
                      <a:r>
                        <a:rPr lang="en-IE" sz="1050" b="0">
                          <a:effectLst/>
                        </a:rPr>
                        <a:t>3</a:t>
                      </a:r>
                    </a:p>
                  </a:txBody>
                  <a:tcPr marL="36111" marR="36111" marT="18055" marB="18055" anchor="ctr"/>
                </a:tc>
                <a:tc>
                  <a:txBody>
                    <a:bodyPr/>
                    <a:lstStyle/>
                    <a:p>
                      <a:r>
                        <a:rPr lang="en-IE" sz="1050">
                          <a:effectLst/>
                        </a:rPr>
                        <a:t>United Kingdom</a:t>
                      </a:r>
                    </a:p>
                  </a:txBody>
                  <a:tcPr marL="36111" marR="36111" marT="18055" marB="18055" anchor="ctr"/>
                </a:tc>
                <a:tc>
                  <a:txBody>
                    <a:bodyPr/>
                    <a:lstStyle/>
                    <a:p>
                      <a:r>
                        <a:rPr lang="en-IE" sz="1050">
                          <a:effectLst/>
                        </a:rPr>
                        <a:t>40.93</a:t>
                      </a:r>
                    </a:p>
                  </a:txBody>
                  <a:tcPr marL="36111" marR="36111" marT="18055" marB="18055" anchor="ctr"/>
                </a:tc>
                <a:tc>
                  <a:txBody>
                    <a:bodyPr/>
                    <a:lstStyle/>
                    <a:p>
                      <a:r>
                        <a:rPr lang="en-IE" sz="1050">
                          <a:effectLst/>
                        </a:rPr>
                        <a:t>F</a:t>
                      </a:r>
                    </a:p>
                  </a:txBody>
                  <a:tcPr marL="36111" marR="36111" marT="18055" marB="18055" anchor="ctr"/>
                </a:tc>
                <a:extLst>
                  <a:ext uri="{0D108BD9-81ED-4DB2-BD59-A6C34878D82A}">
                    <a16:rowId xmlns:a16="http://schemas.microsoft.com/office/drawing/2014/main" val="113027525"/>
                  </a:ext>
                </a:extLst>
              </a:tr>
              <a:tr h="208032">
                <a:tc>
                  <a:txBody>
                    <a:bodyPr/>
                    <a:lstStyle/>
                    <a:p>
                      <a:pPr algn="r" fontAlgn="ctr"/>
                      <a:r>
                        <a:rPr lang="en-IE" sz="1050" b="0">
                          <a:effectLst/>
                        </a:rPr>
                        <a:t>4</a:t>
                      </a:r>
                    </a:p>
                  </a:txBody>
                  <a:tcPr marL="36111" marR="36111" marT="18055" marB="18055" anchor="ctr"/>
                </a:tc>
                <a:tc>
                  <a:txBody>
                    <a:bodyPr/>
                    <a:lstStyle/>
                    <a:p>
                      <a:r>
                        <a:rPr lang="en-IE" sz="1050">
                          <a:effectLst/>
                        </a:rPr>
                        <a:t>Canada</a:t>
                      </a:r>
                    </a:p>
                  </a:txBody>
                  <a:tcPr marL="36111" marR="36111" marT="18055" marB="18055" anchor="ctr"/>
                </a:tc>
                <a:tc>
                  <a:txBody>
                    <a:bodyPr/>
                    <a:lstStyle/>
                    <a:p>
                      <a:r>
                        <a:rPr lang="en-IE" sz="1050" dirty="0">
                          <a:effectLst/>
                        </a:rPr>
                        <a:t>40.19</a:t>
                      </a:r>
                    </a:p>
                  </a:txBody>
                  <a:tcPr marL="36111" marR="36111" marT="18055" marB="18055" anchor="ctr"/>
                </a:tc>
                <a:tc>
                  <a:txBody>
                    <a:bodyPr/>
                    <a:lstStyle/>
                    <a:p>
                      <a:r>
                        <a:rPr lang="en-IE" sz="1050">
                          <a:effectLst/>
                        </a:rPr>
                        <a:t>F</a:t>
                      </a:r>
                    </a:p>
                  </a:txBody>
                  <a:tcPr marL="36111" marR="36111" marT="18055" marB="18055" anchor="ctr"/>
                </a:tc>
                <a:extLst>
                  <a:ext uri="{0D108BD9-81ED-4DB2-BD59-A6C34878D82A}">
                    <a16:rowId xmlns:a16="http://schemas.microsoft.com/office/drawing/2014/main" val="750482395"/>
                  </a:ext>
                </a:extLst>
              </a:tr>
              <a:tr h="208032">
                <a:tc>
                  <a:txBody>
                    <a:bodyPr/>
                    <a:lstStyle/>
                    <a:p>
                      <a:pPr algn="r" fontAlgn="ctr"/>
                      <a:r>
                        <a:rPr lang="en-IE" sz="1050" b="0">
                          <a:effectLst/>
                        </a:rPr>
                        <a:t>5</a:t>
                      </a:r>
                    </a:p>
                  </a:txBody>
                  <a:tcPr marL="36111" marR="36111" marT="18055" marB="18055" anchor="ctr"/>
                </a:tc>
                <a:tc>
                  <a:txBody>
                    <a:bodyPr/>
                    <a:lstStyle/>
                    <a:p>
                      <a:r>
                        <a:rPr lang="en-IE" sz="1050">
                          <a:effectLst/>
                        </a:rPr>
                        <a:t>Israel</a:t>
                      </a:r>
                    </a:p>
                  </a:txBody>
                  <a:tcPr marL="36111" marR="36111" marT="18055" marB="18055" anchor="ctr"/>
                </a:tc>
                <a:tc>
                  <a:txBody>
                    <a:bodyPr/>
                    <a:lstStyle/>
                    <a:p>
                      <a:r>
                        <a:rPr lang="en-IE" sz="1050" dirty="0">
                          <a:effectLst/>
                        </a:rPr>
                        <a:t>39.89</a:t>
                      </a:r>
                    </a:p>
                  </a:txBody>
                  <a:tcPr marL="36111" marR="36111" marT="18055" marB="18055" anchor="ctr"/>
                </a:tc>
                <a:tc>
                  <a:txBody>
                    <a:bodyPr/>
                    <a:lstStyle/>
                    <a:p>
                      <a:r>
                        <a:rPr lang="en-IE" sz="1050">
                          <a:effectLst/>
                        </a:rPr>
                        <a:t>F</a:t>
                      </a:r>
                    </a:p>
                  </a:txBody>
                  <a:tcPr marL="36111" marR="36111" marT="18055" marB="18055" anchor="ctr"/>
                </a:tc>
                <a:extLst>
                  <a:ext uri="{0D108BD9-81ED-4DB2-BD59-A6C34878D82A}">
                    <a16:rowId xmlns:a16="http://schemas.microsoft.com/office/drawing/2014/main" val="400628074"/>
                  </a:ext>
                </a:extLst>
              </a:tr>
              <a:tr h="208032">
                <a:tc>
                  <a:txBody>
                    <a:bodyPr/>
                    <a:lstStyle/>
                    <a:p>
                      <a:pPr algn="r" fontAlgn="ctr"/>
                      <a:r>
                        <a:rPr lang="en-IE" sz="1050" b="0">
                          <a:effectLst/>
                        </a:rPr>
                        <a:t>6</a:t>
                      </a:r>
                    </a:p>
                  </a:txBody>
                  <a:tcPr marL="36111" marR="36111" marT="18055" marB="18055" anchor="ctr"/>
                </a:tc>
                <a:tc>
                  <a:txBody>
                    <a:bodyPr/>
                    <a:lstStyle/>
                    <a:p>
                      <a:r>
                        <a:rPr lang="en-IE" sz="1050">
                          <a:effectLst/>
                        </a:rPr>
                        <a:t>Singapore</a:t>
                      </a:r>
                    </a:p>
                  </a:txBody>
                  <a:tcPr marL="36111" marR="36111" marT="18055" marB="18055" anchor="ctr"/>
                </a:tc>
                <a:tc>
                  <a:txBody>
                    <a:bodyPr/>
                    <a:lstStyle/>
                    <a:p>
                      <a:r>
                        <a:rPr lang="en-IE" sz="1050">
                          <a:effectLst/>
                        </a:rPr>
                        <a:t>38.67</a:t>
                      </a:r>
                    </a:p>
                  </a:txBody>
                  <a:tcPr marL="36111" marR="36111" marT="18055" marB="18055" anchor="ctr"/>
                </a:tc>
                <a:tc>
                  <a:txBody>
                    <a:bodyPr/>
                    <a:lstStyle/>
                    <a:p>
                      <a:r>
                        <a:rPr lang="en-IE" sz="1050">
                          <a:effectLst/>
                        </a:rPr>
                        <a:t>PF</a:t>
                      </a:r>
                    </a:p>
                  </a:txBody>
                  <a:tcPr marL="36111" marR="36111" marT="18055" marB="18055" anchor="ctr"/>
                </a:tc>
                <a:extLst>
                  <a:ext uri="{0D108BD9-81ED-4DB2-BD59-A6C34878D82A}">
                    <a16:rowId xmlns:a16="http://schemas.microsoft.com/office/drawing/2014/main" val="1077977030"/>
                  </a:ext>
                </a:extLst>
              </a:tr>
              <a:tr h="208032">
                <a:tc>
                  <a:txBody>
                    <a:bodyPr/>
                    <a:lstStyle/>
                    <a:p>
                      <a:pPr algn="r" fontAlgn="ctr"/>
                      <a:r>
                        <a:rPr lang="en-IE" sz="1050" b="0">
                          <a:effectLst/>
                        </a:rPr>
                        <a:t>7</a:t>
                      </a:r>
                    </a:p>
                  </a:txBody>
                  <a:tcPr marL="36111" marR="36111" marT="18055" marB="18055" anchor="ctr"/>
                </a:tc>
                <a:tc>
                  <a:txBody>
                    <a:bodyPr/>
                    <a:lstStyle/>
                    <a:p>
                      <a:r>
                        <a:rPr lang="en-IE" sz="1050">
                          <a:effectLst/>
                        </a:rPr>
                        <a:t>South Korea</a:t>
                      </a:r>
                    </a:p>
                  </a:txBody>
                  <a:tcPr marL="36111" marR="36111" marT="18055" marB="18055" anchor="ctr"/>
                </a:tc>
                <a:tc>
                  <a:txBody>
                    <a:bodyPr/>
                    <a:lstStyle/>
                    <a:p>
                      <a:r>
                        <a:rPr lang="en-IE" sz="1050" dirty="0">
                          <a:effectLst/>
                        </a:rPr>
                        <a:t>38.60</a:t>
                      </a:r>
                    </a:p>
                  </a:txBody>
                  <a:tcPr marL="36111" marR="36111" marT="18055" marB="18055" anchor="ctr"/>
                </a:tc>
                <a:tc>
                  <a:txBody>
                    <a:bodyPr/>
                    <a:lstStyle/>
                    <a:p>
                      <a:r>
                        <a:rPr lang="en-IE" sz="1050" dirty="0">
                          <a:effectLst/>
                        </a:rPr>
                        <a:t>F</a:t>
                      </a:r>
                    </a:p>
                  </a:txBody>
                  <a:tcPr marL="36111" marR="36111" marT="18055" marB="18055" anchor="ctr"/>
                </a:tc>
                <a:extLst>
                  <a:ext uri="{0D108BD9-81ED-4DB2-BD59-A6C34878D82A}">
                    <a16:rowId xmlns:a16="http://schemas.microsoft.com/office/drawing/2014/main" val="1933934082"/>
                  </a:ext>
                </a:extLst>
              </a:tr>
              <a:tr h="208032">
                <a:tc>
                  <a:txBody>
                    <a:bodyPr/>
                    <a:lstStyle/>
                    <a:p>
                      <a:pPr algn="r" fontAlgn="ctr"/>
                      <a:r>
                        <a:rPr lang="en-IE" sz="1050" b="0">
                          <a:effectLst/>
                        </a:rPr>
                        <a:t>8</a:t>
                      </a:r>
                    </a:p>
                  </a:txBody>
                  <a:tcPr marL="36111" marR="36111" marT="18055" marB="18055" anchor="ctr"/>
                </a:tc>
                <a:tc>
                  <a:txBody>
                    <a:bodyPr/>
                    <a:lstStyle/>
                    <a:p>
                      <a:r>
                        <a:rPr lang="en-IE" sz="1050">
                          <a:effectLst/>
                        </a:rPr>
                        <a:t>The Netherlands</a:t>
                      </a:r>
                    </a:p>
                  </a:txBody>
                  <a:tcPr marL="36111" marR="36111" marT="18055" marB="18055" anchor="ctr"/>
                </a:tc>
                <a:tc>
                  <a:txBody>
                    <a:bodyPr/>
                    <a:lstStyle/>
                    <a:p>
                      <a:r>
                        <a:rPr lang="en-IE" sz="1050">
                          <a:effectLst/>
                        </a:rPr>
                        <a:t>36.35</a:t>
                      </a:r>
                    </a:p>
                  </a:txBody>
                  <a:tcPr marL="36111" marR="36111" marT="18055" marB="18055" anchor="ctr"/>
                </a:tc>
                <a:tc>
                  <a:txBody>
                    <a:bodyPr/>
                    <a:lstStyle/>
                    <a:p>
                      <a:r>
                        <a:rPr lang="en-IE" sz="1050" dirty="0">
                          <a:effectLst/>
                        </a:rPr>
                        <a:t>F</a:t>
                      </a:r>
                    </a:p>
                  </a:txBody>
                  <a:tcPr marL="36111" marR="36111" marT="18055" marB="18055" anchor="ctr"/>
                </a:tc>
                <a:extLst>
                  <a:ext uri="{0D108BD9-81ED-4DB2-BD59-A6C34878D82A}">
                    <a16:rowId xmlns:a16="http://schemas.microsoft.com/office/drawing/2014/main" val="3802168952"/>
                  </a:ext>
                </a:extLst>
              </a:tr>
              <a:tr h="208032">
                <a:tc>
                  <a:txBody>
                    <a:bodyPr/>
                    <a:lstStyle/>
                    <a:p>
                      <a:pPr algn="r" fontAlgn="ctr"/>
                      <a:r>
                        <a:rPr lang="en-IE" sz="1050" b="0">
                          <a:effectLst/>
                        </a:rPr>
                        <a:t>9</a:t>
                      </a:r>
                    </a:p>
                  </a:txBody>
                  <a:tcPr marL="36111" marR="36111" marT="18055" marB="18055" anchor="ctr"/>
                </a:tc>
                <a:tc>
                  <a:txBody>
                    <a:bodyPr/>
                    <a:lstStyle/>
                    <a:p>
                      <a:r>
                        <a:rPr lang="en-IE" sz="1050">
                          <a:effectLst/>
                        </a:rPr>
                        <a:t>Germany</a:t>
                      </a:r>
                    </a:p>
                  </a:txBody>
                  <a:tcPr marL="36111" marR="36111" marT="18055" marB="18055" anchor="ctr"/>
                </a:tc>
                <a:tc>
                  <a:txBody>
                    <a:bodyPr/>
                    <a:lstStyle/>
                    <a:p>
                      <a:r>
                        <a:rPr lang="en-IE" sz="1050">
                          <a:effectLst/>
                        </a:rPr>
                        <a:t>36.04</a:t>
                      </a:r>
                    </a:p>
                  </a:txBody>
                  <a:tcPr marL="36111" marR="36111" marT="18055" marB="18055" anchor="ctr"/>
                </a:tc>
                <a:tc>
                  <a:txBody>
                    <a:bodyPr/>
                    <a:lstStyle/>
                    <a:p>
                      <a:r>
                        <a:rPr lang="en-IE" sz="1050">
                          <a:effectLst/>
                        </a:rPr>
                        <a:t>F</a:t>
                      </a:r>
                    </a:p>
                  </a:txBody>
                  <a:tcPr marL="36111" marR="36111" marT="18055" marB="18055" anchor="ctr"/>
                </a:tc>
                <a:extLst>
                  <a:ext uri="{0D108BD9-81ED-4DB2-BD59-A6C34878D82A}">
                    <a16:rowId xmlns:a16="http://schemas.microsoft.com/office/drawing/2014/main" val="2626058118"/>
                  </a:ext>
                </a:extLst>
              </a:tr>
              <a:tr h="208032">
                <a:tc>
                  <a:txBody>
                    <a:bodyPr/>
                    <a:lstStyle/>
                    <a:p>
                      <a:pPr algn="r" fontAlgn="ctr"/>
                      <a:r>
                        <a:rPr lang="en-IE" sz="1050" b="0">
                          <a:effectLst/>
                        </a:rPr>
                        <a:t>10</a:t>
                      </a:r>
                    </a:p>
                  </a:txBody>
                  <a:tcPr marL="36111" marR="36111" marT="18055" marB="18055" anchor="ctr"/>
                </a:tc>
                <a:tc>
                  <a:txBody>
                    <a:bodyPr/>
                    <a:lstStyle/>
                    <a:p>
                      <a:r>
                        <a:rPr lang="en-IE" sz="1050">
                          <a:effectLst/>
                        </a:rPr>
                        <a:t>France</a:t>
                      </a:r>
                    </a:p>
                  </a:txBody>
                  <a:tcPr marL="36111" marR="36111" marT="18055" marB="18055" anchor="ctr"/>
                </a:tc>
                <a:tc>
                  <a:txBody>
                    <a:bodyPr/>
                    <a:lstStyle/>
                    <a:p>
                      <a:r>
                        <a:rPr lang="en-IE" sz="1050" dirty="0">
                          <a:effectLst/>
                        </a:rPr>
                        <a:t>34.42</a:t>
                      </a:r>
                    </a:p>
                  </a:txBody>
                  <a:tcPr marL="36111" marR="36111" marT="18055" marB="18055" anchor="ctr"/>
                </a:tc>
                <a:tc>
                  <a:txBody>
                    <a:bodyPr/>
                    <a:lstStyle/>
                    <a:p>
                      <a:r>
                        <a:rPr lang="en-IE" sz="1050" dirty="0">
                          <a:effectLst/>
                        </a:rPr>
                        <a:t>F</a:t>
                      </a:r>
                    </a:p>
                  </a:txBody>
                  <a:tcPr marL="36111" marR="36111" marT="18055" marB="18055" anchor="ctr"/>
                </a:tc>
                <a:extLst>
                  <a:ext uri="{0D108BD9-81ED-4DB2-BD59-A6C34878D82A}">
                    <a16:rowId xmlns:a16="http://schemas.microsoft.com/office/drawing/2014/main" val="3114071331"/>
                  </a:ext>
                </a:extLst>
              </a:tr>
              <a:tr h="208032">
                <a:tc>
                  <a:txBody>
                    <a:bodyPr/>
                    <a:lstStyle/>
                    <a:p>
                      <a:pPr algn="r" fontAlgn="ctr"/>
                      <a:r>
                        <a:rPr lang="en-IE" sz="1050" b="0">
                          <a:effectLst/>
                        </a:rPr>
                        <a:t>11</a:t>
                      </a:r>
                    </a:p>
                  </a:txBody>
                  <a:tcPr marL="36111" marR="36111" marT="18055" marB="18055" anchor="ctr"/>
                </a:tc>
                <a:tc>
                  <a:txBody>
                    <a:bodyPr/>
                    <a:lstStyle/>
                    <a:p>
                      <a:r>
                        <a:rPr lang="en-IE" sz="1050">
                          <a:effectLst/>
                        </a:rPr>
                        <a:t>Australia</a:t>
                      </a:r>
                    </a:p>
                  </a:txBody>
                  <a:tcPr marL="36111" marR="36111" marT="18055" marB="18055" anchor="ctr"/>
                </a:tc>
                <a:tc>
                  <a:txBody>
                    <a:bodyPr/>
                    <a:lstStyle/>
                    <a:p>
                      <a:r>
                        <a:rPr lang="en-IE" sz="1050">
                          <a:effectLst/>
                        </a:rPr>
                        <a:t>33.86</a:t>
                      </a:r>
                    </a:p>
                  </a:txBody>
                  <a:tcPr marL="36111" marR="36111" marT="18055" marB="18055" anchor="ctr"/>
                </a:tc>
                <a:tc>
                  <a:txBody>
                    <a:bodyPr/>
                    <a:lstStyle/>
                    <a:p>
                      <a:r>
                        <a:rPr lang="en-IE" sz="1050">
                          <a:effectLst/>
                        </a:rPr>
                        <a:t>F</a:t>
                      </a:r>
                    </a:p>
                  </a:txBody>
                  <a:tcPr marL="36111" marR="36111" marT="18055" marB="18055" anchor="ctr"/>
                </a:tc>
                <a:extLst>
                  <a:ext uri="{0D108BD9-81ED-4DB2-BD59-A6C34878D82A}">
                    <a16:rowId xmlns:a16="http://schemas.microsoft.com/office/drawing/2014/main" val="3318136333"/>
                  </a:ext>
                </a:extLst>
              </a:tr>
              <a:tr h="208032">
                <a:tc>
                  <a:txBody>
                    <a:bodyPr/>
                    <a:lstStyle/>
                    <a:p>
                      <a:pPr algn="r" fontAlgn="ctr"/>
                      <a:r>
                        <a:rPr lang="en-IE" sz="1050" b="0">
                          <a:effectLst/>
                        </a:rPr>
                        <a:t>12</a:t>
                      </a:r>
                    </a:p>
                  </a:txBody>
                  <a:tcPr marL="36111" marR="36111" marT="18055" marB="18055" anchor="ctr"/>
                </a:tc>
                <a:tc>
                  <a:txBody>
                    <a:bodyPr/>
                    <a:lstStyle/>
                    <a:p>
                      <a:r>
                        <a:rPr lang="en-IE" sz="1050">
                          <a:effectLst/>
                        </a:rPr>
                        <a:t>Ireland</a:t>
                      </a:r>
                    </a:p>
                  </a:txBody>
                  <a:tcPr marL="36111" marR="36111" marT="18055" marB="18055" anchor="ctr"/>
                </a:tc>
                <a:tc>
                  <a:txBody>
                    <a:bodyPr/>
                    <a:lstStyle/>
                    <a:p>
                      <a:r>
                        <a:rPr lang="en-IE" sz="1050" dirty="0">
                          <a:effectLst/>
                        </a:rPr>
                        <a:t>33.04</a:t>
                      </a:r>
                    </a:p>
                  </a:txBody>
                  <a:tcPr marL="36111" marR="36111" marT="18055" marB="18055" anchor="ctr"/>
                </a:tc>
                <a:tc>
                  <a:txBody>
                    <a:bodyPr/>
                    <a:lstStyle/>
                    <a:p>
                      <a:r>
                        <a:rPr lang="en-IE" sz="1050" dirty="0">
                          <a:effectLst/>
                        </a:rPr>
                        <a:t>F</a:t>
                      </a:r>
                    </a:p>
                  </a:txBody>
                  <a:tcPr marL="36111" marR="36111" marT="18055" marB="18055" anchor="ctr"/>
                </a:tc>
                <a:extLst>
                  <a:ext uri="{0D108BD9-81ED-4DB2-BD59-A6C34878D82A}">
                    <a16:rowId xmlns:a16="http://schemas.microsoft.com/office/drawing/2014/main" val="3309775296"/>
                  </a:ext>
                </a:extLst>
              </a:tr>
              <a:tr h="208032">
                <a:tc>
                  <a:txBody>
                    <a:bodyPr/>
                    <a:lstStyle/>
                    <a:p>
                      <a:pPr algn="r" fontAlgn="ctr"/>
                      <a:r>
                        <a:rPr lang="en-IE" sz="1050" b="0">
                          <a:effectLst/>
                        </a:rPr>
                        <a:t>13</a:t>
                      </a:r>
                    </a:p>
                  </a:txBody>
                  <a:tcPr marL="36111" marR="36111" marT="18055" marB="18055" anchor="ctr"/>
                </a:tc>
                <a:tc>
                  <a:txBody>
                    <a:bodyPr/>
                    <a:lstStyle/>
                    <a:p>
                      <a:r>
                        <a:rPr lang="en-IE" sz="1050">
                          <a:effectLst/>
                        </a:rPr>
                        <a:t>Finland</a:t>
                      </a:r>
                    </a:p>
                  </a:txBody>
                  <a:tcPr marL="36111" marR="36111" marT="18055" marB="18055" anchor="ctr"/>
                </a:tc>
                <a:tc>
                  <a:txBody>
                    <a:bodyPr/>
                    <a:lstStyle/>
                    <a:p>
                      <a:r>
                        <a:rPr lang="en-IE" sz="1050" dirty="0">
                          <a:effectLst/>
                        </a:rPr>
                        <a:t>31.36</a:t>
                      </a:r>
                    </a:p>
                  </a:txBody>
                  <a:tcPr marL="36111" marR="36111" marT="18055" marB="18055" anchor="ctr"/>
                </a:tc>
                <a:tc>
                  <a:txBody>
                    <a:bodyPr/>
                    <a:lstStyle/>
                    <a:p>
                      <a:r>
                        <a:rPr lang="en-IE" sz="1050" dirty="0">
                          <a:effectLst/>
                        </a:rPr>
                        <a:t>F</a:t>
                      </a:r>
                    </a:p>
                  </a:txBody>
                  <a:tcPr marL="36111" marR="36111" marT="18055" marB="18055" anchor="ctr"/>
                </a:tc>
                <a:extLst>
                  <a:ext uri="{0D108BD9-81ED-4DB2-BD59-A6C34878D82A}">
                    <a16:rowId xmlns:a16="http://schemas.microsoft.com/office/drawing/2014/main" val="2662095953"/>
                  </a:ext>
                </a:extLst>
              </a:tr>
              <a:tr h="208032">
                <a:tc>
                  <a:txBody>
                    <a:bodyPr/>
                    <a:lstStyle/>
                    <a:p>
                      <a:pPr algn="r" fontAlgn="ctr"/>
                      <a:r>
                        <a:rPr lang="en-IE" sz="1050" b="0">
                          <a:effectLst/>
                        </a:rPr>
                        <a:t>14</a:t>
                      </a:r>
                    </a:p>
                  </a:txBody>
                  <a:tcPr marL="36111" marR="36111" marT="18055" marB="18055" anchor="ctr"/>
                </a:tc>
                <a:tc>
                  <a:txBody>
                    <a:bodyPr/>
                    <a:lstStyle/>
                    <a:p>
                      <a:r>
                        <a:rPr lang="en-IE" sz="1050">
                          <a:effectLst/>
                        </a:rPr>
                        <a:t>Denmark</a:t>
                      </a:r>
                    </a:p>
                  </a:txBody>
                  <a:tcPr marL="36111" marR="36111" marT="18055" marB="18055" anchor="ctr"/>
                </a:tc>
                <a:tc>
                  <a:txBody>
                    <a:bodyPr/>
                    <a:lstStyle/>
                    <a:p>
                      <a:r>
                        <a:rPr lang="en-IE" sz="1050" dirty="0">
                          <a:effectLst/>
                        </a:rPr>
                        <a:t>30.87</a:t>
                      </a:r>
                    </a:p>
                  </a:txBody>
                  <a:tcPr marL="36111" marR="36111" marT="18055" marB="18055" anchor="ctr"/>
                </a:tc>
                <a:tc>
                  <a:txBody>
                    <a:bodyPr/>
                    <a:lstStyle/>
                    <a:p>
                      <a:r>
                        <a:rPr lang="en-IE" sz="1050" dirty="0">
                          <a:effectLst/>
                        </a:rPr>
                        <a:t>F</a:t>
                      </a:r>
                    </a:p>
                  </a:txBody>
                  <a:tcPr marL="36111" marR="36111" marT="18055" marB="18055" anchor="ctr"/>
                </a:tc>
                <a:extLst>
                  <a:ext uri="{0D108BD9-81ED-4DB2-BD59-A6C34878D82A}">
                    <a16:rowId xmlns:a16="http://schemas.microsoft.com/office/drawing/2014/main" val="2489578632"/>
                  </a:ext>
                </a:extLst>
              </a:tr>
              <a:tr h="208032">
                <a:tc>
                  <a:txBody>
                    <a:bodyPr/>
                    <a:lstStyle/>
                    <a:p>
                      <a:pPr algn="r" fontAlgn="ctr"/>
                      <a:r>
                        <a:rPr lang="en-IE" sz="1050" b="0">
                          <a:effectLst/>
                        </a:rPr>
                        <a:t>15</a:t>
                      </a:r>
                    </a:p>
                  </a:txBody>
                  <a:tcPr marL="36111" marR="36111" marT="18055" marB="18055" anchor="ctr"/>
                </a:tc>
                <a:tc>
                  <a:txBody>
                    <a:bodyPr/>
                    <a:lstStyle/>
                    <a:p>
                      <a:r>
                        <a:rPr lang="en-IE" sz="1050">
                          <a:effectLst/>
                        </a:rPr>
                        <a:t>Luxembourg</a:t>
                      </a:r>
                    </a:p>
                  </a:txBody>
                  <a:tcPr marL="36111" marR="36111" marT="18055" marB="18055" anchor="ctr"/>
                </a:tc>
                <a:tc>
                  <a:txBody>
                    <a:bodyPr/>
                    <a:lstStyle/>
                    <a:p>
                      <a:r>
                        <a:rPr lang="en-IE" sz="1050">
                          <a:effectLst/>
                        </a:rPr>
                        <a:t>30.73</a:t>
                      </a:r>
                    </a:p>
                  </a:txBody>
                  <a:tcPr marL="36111" marR="36111" marT="18055" marB="18055" anchor="ctr"/>
                </a:tc>
                <a:tc>
                  <a:txBody>
                    <a:bodyPr/>
                    <a:lstStyle/>
                    <a:p>
                      <a:r>
                        <a:rPr lang="en-IE" sz="1050" dirty="0">
                          <a:effectLst/>
                        </a:rPr>
                        <a:t>F</a:t>
                      </a:r>
                    </a:p>
                  </a:txBody>
                  <a:tcPr marL="36111" marR="36111" marT="18055" marB="18055" anchor="ctr"/>
                </a:tc>
                <a:extLst>
                  <a:ext uri="{0D108BD9-81ED-4DB2-BD59-A6C34878D82A}">
                    <a16:rowId xmlns:a16="http://schemas.microsoft.com/office/drawing/2014/main" val="3484604770"/>
                  </a:ext>
                </a:extLst>
              </a:tr>
              <a:tr h="208032">
                <a:tc>
                  <a:txBody>
                    <a:bodyPr/>
                    <a:lstStyle/>
                    <a:p>
                      <a:pPr algn="r" fontAlgn="ctr"/>
                      <a:r>
                        <a:rPr lang="en-IE" sz="1050" b="0">
                          <a:effectLst/>
                        </a:rPr>
                        <a:t>16</a:t>
                      </a:r>
                    </a:p>
                  </a:txBody>
                  <a:tcPr marL="36111" marR="36111" marT="18055" marB="18055" anchor="ctr"/>
                </a:tc>
                <a:tc>
                  <a:txBody>
                    <a:bodyPr/>
                    <a:lstStyle/>
                    <a:p>
                      <a:r>
                        <a:rPr lang="en-IE" sz="1050">
                          <a:effectLst/>
                        </a:rPr>
                        <a:t>Japan</a:t>
                      </a:r>
                    </a:p>
                  </a:txBody>
                  <a:tcPr marL="36111" marR="36111" marT="18055" marB="18055" anchor="ctr"/>
                </a:tc>
                <a:tc>
                  <a:txBody>
                    <a:bodyPr/>
                    <a:lstStyle/>
                    <a:p>
                      <a:r>
                        <a:rPr lang="en-IE" sz="1050" dirty="0">
                          <a:effectLst/>
                        </a:rPr>
                        <a:t>30.53</a:t>
                      </a:r>
                    </a:p>
                  </a:txBody>
                  <a:tcPr marL="36111" marR="36111" marT="18055" marB="18055" anchor="ctr"/>
                </a:tc>
                <a:tc>
                  <a:txBody>
                    <a:bodyPr/>
                    <a:lstStyle/>
                    <a:p>
                      <a:r>
                        <a:rPr lang="en-IE" sz="1050">
                          <a:effectLst/>
                        </a:rPr>
                        <a:t>F</a:t>
                      </a:r>
                    </a:p>
                  </a:txBody>
                  <a:tcPr marL="36111" marR="36111" marT="18055" marB="18055" anchor="ctr"/>
                </a:tc>
                <a:extLst>
                  <a:ext uri="{0D108BD9-81ED-4DB2-BD59-A6C34878D82A}">
                    <a16:rowId xmlns:a16="http://schemas.microsoft.com/office/drawing/2014/main" val="2187400344"/>
                  </a:ext>
                </a:extLst>
              </a:tr>
              <a:tr h="208032">
                <a:tc>
                  <a:txBody>
                    <a:bodyPr/>
                    <a:lstStyle/>
                    <a:p>
                      <a:pPr algn="r" fontAlgn="ctr"/>
                      <a:r>
                        <a:rPr lang="en-IE" sz="1050" b="0">
                          <a:effectLst/>
                        </a:rPr>
                        <a:t>17</a:t>
                      </a:r>
                    </a:p>
                  </a:txBody>
                  <a:tcPr marL="36111" marR="36111" marT="18055" marB="18055" anchor="ctr"/>
                </a:tc>
                <a:tc>
                  <a:txBody>
                    <a:bodyPr/>
                    <a:lstStyle/>
                    <a:p>
                      <a:r>
                        <a:rPr lang="en-IE" sz="1050">
                          <a:effectLst/>
                        </a:rPr>
                        <a:t>India</a:t>
                      </a:r>
                    </a:p>
                  </a:txBody>
                  <a:tcPr marL="36111" marR="36111" marT="18055" marB="18055" anchor="ctr"/>
                </a:tc>
                <a:tc>
                  <a:txBody>
                    <a:bodyPr/>
                    <a:lstStyle/>
                    <a:p>
                      <a:r>
                        <a:rPr lang="en-IE" sz="1050">
                          <a:effectLst/>
                        </a:rPr>
                        <a:t>30.36</a:t>
                      </a:r>
                    </a:p>
                  </a:txBody>
                  <a:tcPr marL="36111" marR="36111" marT="18055" marB="18055" anchor="ctr"/>
                </a:tc>
                <a:tc>
                  <a:txBody>
                    <a:bodyPr/>
                    <a:lstStyle/>
                    <a:p>
                      <a:r>
                        <a:rPr lang="en-IE" sz="1050" dirty="0">
                          <a:effectLst/>
                        </a:rPr>
                        <a:t>PF</a:t>
                      </a:r>
                    </a:p>
                  </a:txBody>
                  <a:tcPr marL="36111" marR="36111" marT="18055" marB="18055" anchor="ctr"/>
                </a:tc>
                <a:extLst>
                  <a:ext uri="{0D108BD9-81ED-4DB2-BD59-A6C34878D82A}">
                    <a16:rowId xmlns:a16="http://schemas.microsoft.com/office/drawing/2014/main" val="1351328953"/>
                  </a:ext>
                </a:extLst>
              </a:tr>
              <a:tr h="208032">
                <a:tc>
                  <a:txBody>
                    <a:bodyPr/>
                    <a:lstStyle/>
                    <a:p>
                      <a:pPr algn="r" fontAlgn="ctr"/>
                      <a:r>
                        <a:rPr lang="en-IE" sz="1050" b="0">
                          <a:effectLst/>
                        </a:rPr>
                        <a:t>18</a:t>
                      </a:r>
                    </a:p>
                  </a:txBody>
                  <a:tcPr marL="36111" marR="36111" marT="18055" marB="18055" anchor="ctr"/>
                </a:tc>
                <a:tc>
                  <a:txBody>
                    <a:bodyPr/>
                    <a:lstStyle/>
                    <a:p>
                      <a:r>
                        <a:rPr lang="en-IE" sz="1050">
                          <a:effectLst/>
                        </a:rPr>
                        <a:t>Switzerland</a:t>
                      </a:r>
                    </a:p>
                  </a:txBody>
                  <a:tcPr marL="36111" marR="36111" marT="18055" marB="18055" anchor="ctr"/>
                </a:tc>
                <a:tc>
                  <a:txBody>
                    <a:bodyPr/>
                    <a:lstStyle/>
                    <a:p>
                      <a:r>
                        <a:rPr lang="en-IE" sz="1050">
                          <a:effectLst/>
                        </a:rPr>
                        <a:t>30.25</a:t>
                      </a:r>
                    </a:p>
                  </a:txBody>
                  <a:tcPr marL="36111" marR="36111" marT="18055" marB="18055" anchor="ctr"/>
                </a:tc>
                <a:tc>
                  <a:txBody>
                    <a:bodyPr/>
                    <a:lstStyle/>
                    <a:p>
                      <a:r>
                        <a:rPr lang="en-IE" sz="1050" dirty="0">
                          <a:effectLst/>
                        </a:rPr>
                        <a:t>F</a:t>
                      </a:r>
                    </a:p>
                  </a:txBody>
                  <a:tcPr marL="36111" marR="36111" marT="18055" marB="18055" anchor="ctr"/>
                </a:tc>
                <a:extLst>
                  <a:ext uri="{0D108BD9-81ED-4DB2-BD59-A6C34878D82A}">
                    <a16:rowId xmlns:a16="http://schemas.microsoft.com/office/drawing/2014/main" val="847487461"/>
                  </a:ext>
                </a:extLst>
              </a:tr>
              <a:tr h="208032">
                <a:tc>
                  <a:txBody>
                    <a:bodyPr/>
                    <a:lstStyle/>
                    <a:p>
                      <a:pPr algn="r" fontAlgn="ctr"/>
                      <a:r>
                        <a:rPr lang="en-IE" sz="1050" b="0">
                          <a:effectLst/>
                        </a:rPr>
                        <a:t>19</a:t>
                      </a:r>
                    </a:p>
                  </a:txBody>
                  <a:tcPr marL="36111" marR="36111" marT="18055" marB="18055" anchor="ctr"/>
                </a:tc>
                <a:tc>
                  <a:txBody>
                    <a:bodyPr/>
                    <a:lstStyle/>
                    <a:p>
                      <a:r>
                        <a:rPr lang="en-IE" sz="1050">
                          <a:effectLst/>
                        </a:rPr>
                        <a:t>Sweden</a:t>
                      </a:r>
                    </a:p>
                  </a:txBody>
                  <a:tcPr marL="36111" marR="36111" marT="18055" marB="18055" anchor="ctr"/>
                </a:tc>
                <a:tc>
                  <a:txBody>
                    <a:bodyPr/>
                    <a:lstStyle/>
                    <a:p>
                      <a:r>
                        <a:rPr lang="en-IE" sz="1050">
                          <a:effectLst/>
                        </a:rPr>
                        <a:t>29.85</a:t>
                      </a:r>
                    </a:p>
                  </a:txBody>
                  <a:tcPr marL="36111" marR="36111" marT="18055" marB="18055" anchor="ctr"/>
                </a:tc>
                <a:tc>
                  <a:txBody>
                    <a:bodyPr/>
                    <a:lstStyle/>
                    <a:p>
                      <a:r>
                        <a:rPr lang="en-IE" sz="1050" dirty="0">
                          <a:effectLst/>
                        </a:rPr>
                        <a:t>F</a:t>
                      </a:r>
                    </a:p>
                  </a:txBody>
                  <a:tcPr marL="36111" marR="36111" marT="18055" marB="18055" anchor="ctr"/>
                </a:tc>
                <a:extLst>
                  <a:ext uri="{0D108BD9-81ED-4DB2-BD59-A6C34878D82A}">
                    <a16:rowId xmlns:a16="http://schemas.microsoft.com/office/drawing/2014/main" val="2602535489"/>
                  </a:ext>
                </a:extLst>
              </a:tr>
              <a:tr h="208032">
                <a:tc>
                  <a:txBody>
                    <a:bodyPr/>
                    <a:lstStyle/>
                    <a:p>
                      <a:pPr algn="r" fontAlgn="ctr"/>
                      <a:r>
                        <a:rPr lang="en-IE" sz="1050" b="0" dirty="0">
                          <a:effectLst/>
                        </a:rPr>
                        <a:t>20</a:t>
                      </a:r>
                    </a:p>
                  </a:txBody>
                  <a:tcPr marL="36111" marR="36111" marT="18055" marB="18055" anchor="ctr"/>
                </a:tc>
                <a:tc>
                  <a:txBody>
                    <a:bodyPr/>
                    <a:lstStyle/>
                    <a:p>
                      <a:r>
                        <a:rPr lang="en-IE" sz="1050" dirty="0">
                          <a:effectLst/>
                        </a:rPr>
                        <a:t>Hong Kong</a:t>
                      </a:r>
                    </a:p>
                  </a:txBody>
                  <a:tcPr marL="36111" marR="36111" marT="18055" marB="18055" anchor="ctr"/>
                </a:tc>
                <a:tc>
                  <a:txBody>
                    <a:bodyPr/>
                    <a:lstStyle/>
                    <a:p>
                      <a:r>
                        <a:rPr lang="en-IE" sz="1050">
                          <a:effectLst/>
                        </a:rPr>
                        <a:t>29.11</a:t>
                      </a:r>
                    </a:p>
                  </a:txBody>
                  <a:tcPr marL="36111" marR="36111" marT="18055" marB="18055" anchor="ctr"/>
                </a:tc>
                <a:tc>
                  <a:txBody>
                    <a:bodyPr/>
                    <a:lstStyle/>
                    <a:p>
                      <a:r>
                        <a:rPr lang="en-IE" sz="1050" dirty="0">
                          <a:effectLst/>
                        </a:rPr>
                        <a:t>PF</a:t>
                      </a:r>
                    </a:p>
                  </a:txBody>
                  <a:tcPr marL="36111" marR="36111" marT="18055" marB="18055" anchor="ctr"/>
                </a:tc>
                <a:extLst>
                  <a:ext uri="{0D108BD9-81ED-4DB2-BD59-A6C34878D82A}">
                    <a16:rowId xmlns:a16="http://schemas.microsoft.com/office/drawing/2014/main" val="1369023876"/>
                  </a:ext>
                </a:extLst>
              </a:tr>
            </a:tbl>
          </a:graphicData>
        </a:graphic>
      </p:graphicFrame>
      <p:sp>
        <p:nvSpPr>
          <p:cNvPr id="121" name="Text Placeholder 120">
            <a:extLst>
              <a:ext uri="{FF2B5EF4-FFF2-40B4-BE49-F238E27FC236}">
                <a16:creationId xmlns:a16="http://schemas.microsoft.com/office/drawing/2014/main" id="{A215FC1A-C6A7-52A9-76C9-88F7317E6F6E}"/>
              </a:ext>
            </a:extLst>
          </p:cNvPr>
          <p:cNvSpPr>
            <a:spLocks noGrp="1"/>
          </p:cNvSpPr>
          <p:nvPr>
            <p:ph type="body" sz="half" idx="2"/>
          </p:nvPr>
        </p:nvSpPr>
        <p:spPr>
          <a:xfrm>
            <a:off x="885458" y="1592565"/>
            <a:ext cx="3099816" cy="2752931"/>
          </a:xfrm>
        </p:spPr>
        <p:txBody>
          <a:bodyPr>
            <a:noAutofit/>
          </a:bodyPr>
          <a:lstStyle/>
          <a:p>
            <a:r>
              <a:rPr lang="en-GB" sz="3200" dirty="0"/>
              <a:t>Top 20 of countries with the highest AI development score</a:t>
            </a:r>
            <a:endParaRPr lang="en-IE" sz="3200" dirty="0"/>
          </a:p>
        </p:txBody>
      </p:sp>
      <p:sp>
        <p:nvSpPr>
          <p:cNvPr id="2" name="Slide Number Placeholder 1">
            <a:extLst>
              <a:ext uri="{FF2B5EF4-FFF2-40B4-BE49-F238E27FC236}">
                <a16:creationId xmlns:a16="http://schemas.microsoft.com/office/drawing/2014/main" id="{FEF64633-5DE3-0C97-786A-510490554D36}"/>
              </a:ext>
            </a:extLst>
          </p:cNvPr>
          <p:cNvSpPr>
            <a:spLocks noGrp="1"/>
          </p:cNvSpPr>
          <p:nvPr>
            <p:ph type="sldNum" sz="quarter" idx="12"/>
          </p:nvPr>
        </p:nvSpPr>
        <p:spPr/>
        <p:txBody>
          <a:bodyPr vert="horz" lIns="91440" tIns="45720" rIns="91440" bIns="45720" rtlCol="0" anchor="ctr">
            <a:normAutofit/>
          </a:bodyPr>
          <a:lstStyle/>
          <a:p>
            <a:pPr>
              <a:spcAft>
                <a:spcPts val="600"/>
              </a:spcAft>
            </a:pPr>
            <a:fld id="{B2DC25EE-239B-4C5F-AAD1-255A7D5F1EE2}" type="slidenum">
              <a:rPr lang="en-US">
                <a:solidFill>
                  <a:schemeClr val="tx2">
                    <a:lumMod val="50000"/>
                    <a:lumOff val="50000"/>
                  </a:schemeClr>
                </a:solidFill>
              </a:rPr>
              <a:pPr>
                <a:spcAft>
                  <a:spcPts val="600"/>
                </a:spcAft>
              </a:pPr>
              <a:t>11</a:t>
            </a:fld>
            <a:endParaRPr lang="en-US">
              <a:solidFill>
                <a:schemeClr val="tx2">
                  <a:lumMod val="50000"/>
                  <a:lumOff val="50000"/>
                </a:schemeClr>
              </a:solidFill>
            </a:endParaRPr>
          </a:p>
        </p:txBody>
      </p:sp>
    </p:spTree>
    <p:extLst>
      <p:ext uri="{BB962C8B-B14F-4D97-AF65-F5344CB8AC3E}">
        <p14:creationId xmlns:p14="http://schemas.microsoft.com/office/powerpoint/2010/main" val="4256981862"/>
      </p:ext>
    </p:extLst>
  </p:cSld>
  <p:clrMapOvr>
    <a:masterClrMapping/>
  </p:clrMapOvr>
  <mc:AlternateContent xmlns:mc="http://schemas.openxmlformats.org/markup-compatibility/2006" xmlns:p14="http://schemas.microsoft.com/office/powerpoint/2010/main">
    <mc:Choice Requires="p14">
      <p:transition spd="slow" p14:dur="2000" advTm="22874"/>
    </mc:Choice>
    <mc:Fallback xmlns="">
      <p:transition spd="slow" advTm="2287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E470369-3062-CABA-4B05-CBF5E027FD3B}"/>
              </a:ext>
            </a:extLst>
          </p:cNvPr>
          <p:cNvSpPr>
            <a:spLocks noGrp="1"/>
          </p:cNvSpPr>
          <p:nvPr>
            <p:ph type="body" sz="half" idx="2"/>
          </p:nvPr>
        </p:nvSpPr>
        <p:spPr>
          <a:xfrm>
            <a:off x="860291" y="1517065"/>
            <a:ext cx="3099816" cy="2057400"/>
          </a:xfrm>
        </p:spPr>
        <p:txBody>
          <a:bodyPr>
            <a:noAutofit/>
          </a:bodyPr>
          <a:lstStyle/>
          <a:p>
            <a:r>
              <a:rPr lang="en-US" sz="3200" dirty="0"/>
              <a:t>Countries in Top20 that experienced a drop in freedom </a:t>
            </a:r>
            <a:endParaRPr lang="en-IE" sz="3200" dirty="0"/>
          </a:p>
        </p:txBody>
      </p:sp>
      <p:sp>
        <p:nvSpPr>
          <p:cNvPr id="5" name="Slide Number Placeholder 4">
            <a:extLst>
              <a:ext uri="{FF2B5EF4-FFF2-40B4-BE49-F238E27FC236}">
                <a16:creationId xmlns:a16="http://schemas.microsoft.com/office/drawing/2014/main" id="{4567582E-3616-F5E9-0D9B-09ACC2BE3B3C}"/>
              </a:ext>
            </a:extLst>
          </p:cNvPr>
          <p:cNvSpPr>
            <a:spLocks noGrp="1"/>
          </p:cNvSpPr>
          <p:nvPr>
            <p:ph type="sldNum" sz="quarter" idx="12"/>
          </p:nvPr>
        </p:nvSpPr>
        <p:spPr/>
        <p:txBody>
          <a:bodyPr vert="horz" lIns="91440" tIns="45720" rIns="91440" bIns="45720" rtlCol="0" anchor="ctr">
            <a:normAutofit/>
          </a:bodyPr>
          <a:lstStyle/>
          <a:p>
            <a:pPr>
              <a:spcAft>
                <a:spcPts val="600"/>
              </a:spcAft>
            </a:pPr>
            <a:fld id="{B2DC25EE-239B-4C5F-AAD1-255A7D5F1EE2}" type="slidenum">
              <a:rPr lang="en-US">
                <a:solidFill>
                  <a:schemeClr val="tx2">
                    <a:lumMod val="50000"/>
                    <a:lumOff val="50000"/>
                  </a:schemeClr>
                </a:solidFill>
              </a:rPr>
              <a:pPr>
                <a:spcAft>
                  <a:spcPts val="600"/>
                </a:spcAft>
              </a:pPr>
              <a:t>12</a:t>
            </a:fld>
            <a:endParaRPr lang="en-US">
              <a:solidFill>
                <a:schemeClr val="tx2">
                  <a:lumMod val="50000"/>
                  <a:lumOff val="50000"/>
                </a:schemeClr>
              </a:solidFill>
            </a:endParaRPr>
          </a:p>
        </p:txBody>
      </p:sp>
      <p:graphicFrame>
        <p:nvGraphicFramePr>
          <p:cNvPr id="23" name="Table 22">
            <a:extLst>
              <a:ext uri="{FF2B5EF4-FFF2-40B4-BE49-F238E27FC236}">
                <a16:creationId xmlns:a16="http://schemas.microsoft.com/office/drawing/2014/main" id="{8DAAE8F4-E1F8-B729-9000-9B83BEB6ADED}"/>
              </a:ext>
            </a:extLst>
          </p:cNvPr>
          <p:cNvGraphicFramePr>
            <a:graphicFrameLocks noGrp="1"/>
          </p:cNvGraphicFramePr>
          <p:nvPr>
            <p:extLst>
              <p:ext uri="{D42A27DB-BD31-4B8C-83A1-F6EECF244321}">
                <p14:modId xmlns:p14="http://schemas.microsoft.com/office/powerpoint/2010/main" val="297466982"/>
              </p:ext>
            </p:extLst>
          </p:nvPr>
        </p:nvGraphicFramePr>
        <p:xfrm>
          <a:off x="6096000" y="1077717"/>
          <a:ext cx="4447241" cy="4206484"/>
        </p:xfrm>
        <a:graphic>
          <a:graphicData uri="http://schemas.openxmlformats.org/drawingml/2006/table">
            <a:tbl>
              <a:tblPr firstRow="1" bandRow="1">
                <a:effectLst>
                  <a:outerShdw blurRad="50800" dist="38100" dir="5400000" algn="t" rotWithShape="0">
                    <a:prstClr val="black">
                      <a:alpha val="40000"/>
                    </a:prstClr>
                  </a:outerShdw>
                </a:effectLst>
                <a:tableStyleId>{69CF1AB2-1976-4502-BF36-3FF5EA218861}</a:tableStyleId>
              </a:tblPr>
              <a:tblGrid>
                <a:gridCol w="875624">
                  <a:extLst>
                    <a:ext uri="{9D8B030D-6E8A-4147-A177-3AD203B41FA5}">
                      <a16:colId xmlns:a16="http://schemas.microsoft.com/office/drawing/2014/main" val="318953530"/>
                    </a:ext>
                  </a:extLst>
                </a:gridCol>
                <a:gridCol w="1836407">
                  <a:extLst>
                    <a:ext uri="{9D8B030D-6E8A-4147-A177-3AD203B41FA5}">
                      <a16:colId xmlns:a16="http://schemas.microsoft.com/office/drawing/2014/main" val="682988782"/>
                    </a:ext>
                  </a:extLst>
                </a:gridCol>
                <a:gridCol w="871144">
                  <a:extLst>
                    <a:ext uri="{9D8B030D-6E8A-4147-A177-3AD203B41FA5}">
                      <a16:colId xmlns:a16="http://schemas.microsoft.com/office/drawing/2014/main" val="1980270517"/>
                    </a:ext>
                  </a:extLst>
                </a:gridCol>
                <a:gridCol w="864066">
                  <a:extLst>
                    <a:ext uri="{9D8B030D-6E8A-4147-A177-3AD203B41FA5}">
                      <a16:colId xmlns:a16="http://schemas.microsoft.com/office/drawing/2014/main" val="3768763508"/>
                    </a:ext>
                  </a:extLst>
                </a:gridCol>
              </a:tblGrid>
              <a:tr h="298077">
                <a:tc>
                  <a:txBody>
                    <a:bodyPr/>
                    <a:lstStyle/>
                    <a:p>
                      <a:pPr algn="r" fontAlgn="ctr"/>
                      <a:endParaRPr lang="en-IE" sz="1050" dirty="0">
                        <a:effectLst/>
                      </a:endParaRPr>
                    </a:p>
                  </a:txBody>
                  <a:tcPr marL="41840" marR="41840" marT="20920" marB="20920" anchor="ctr"/>
                </a:tc>
                <a:tc>
                  <a:txBody>
                    <a:bodyPr/>
                    <a:lstStyle/>
                    <a:p>
                      <a:pPr algn="l" fontAlgn="ctr"/>
                      <a:r>
                        <a:rPr lang="en-IE" sz="1050" dirty="0">
                          <a:effectLst/>
                        </a:rPr>
                        <a:t>Country</a:t>
                      </a:r>
                    </a:p>
                  </a:txBody>
                  <a:tcPr marL="41840" marR="41840" marT="20920" marB="2092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E" sz="1050" dirty="0">
                          <a:effectLst/>
                        </a:rPr>
                        <a:t>Total score</a:t>
                      </a:r>
                    </a:p>
                  </a:txBody>
                  <a:tcPr marL="41840" marR="41840" marT="20920" marB="209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sz="1050" dirty="0">
                          <a:effectLst/>
                        </a:rPr>
                        <a:t>Status</a:t>
                      </a:r>
                    </a:p>
                  </a:txBody>
                  <a:tcPr marL="62760" marR="62760" marT="31380" marB="31380" anchor="ctr"/>
                </a:tc>
                <a:extLst>
                  <a:ext uri="{0D108BD9-81ED-4DB2-BD59-A6C34878D82A}">
                    <a16:rowId xmlns:a16="http://schemas.microsoft.com/office/drawing/2014/main" val="1706267424"/>
                  </a:ext>
                </a:extLst>
              </a:tr>
              <a:tr h="226503">
                <a:tc>
                  <a:txBody>
                    <a:bodyPr/>
                    <a:lstStyle/>
                    <a:p>
                      <a:pPr lvl="1" algn="r" fontAlgn="ctr"/>
                      <a:r>
                        <a:rPr lang="en-IE" sz="1050" b="0" dirty="0">
                          <a:effectLst/>
                        </a:rPr>
                        <a:t>1</a:t>
                      </a:r>
                    </a:p>
                  </a:txBody>
                  <a:tcPr marL="41840" marR="41840" marT="20920" marB="20920" anchor="b"/>
                </a:tc>
                <a:tc>
                  <a:txBody>
                    <a:bodyPr/>
                    <a:lstStyle/>
                    <a:p>
                      <a:pPr algn="l"/>
                      <a:r>
                        <a:rPr lang="en-IE" sz="1050" dirty="0">
                          <a:effectLst/>
                        </a:rPr>
                        <a:t>United States of America</a:t>
                      </a:r>
                    </a:p>
                  </a:txBody>
                  <a:tcPr marL="41840" marR="41840" marT="20920" marB="20920" anchor="b"/>
                </a:tc>
                <a:tc>
                  <a:txBody>
                    <a:bodyPr/>
                    <a:lstStyle/>
                    <a:p>
                      <a:pPr algn="l"/>
                      <a:r>
                        <a:rPr lang="en-IE" sz="1050">
                          <a:effectLst/>
                        </a:rPr>
                        <a:t>100.00</a:t>
                      </a:r>
                    </a:p>
                  </a:txBody>
                  <a:tcPr marL="41840" marR="41840" marT="20920" marB="20920" anchor="b"/>
                </a:tc>
                <a:tc>
                  <a:txBody>
                    <a:bodyPr/>
                    <a:lstStyle/>
                    <a:p>
                      <a:pPr algn="l"/>
                      <a:r>
                        <a:rPr lang="en-IE" sz="1050" dirty="0">
                          <a:effectLst/>
                        </a:rPr>
                        <a:t>F</a:t>
                      </a:r>
                    </a:p>
                  </a:txBody>
                  <a:tcPr marL="41840" marR="41840" marT="20920" marB="20920" anchor="b"/>
                </a:tc>
                <a:extLst>
                  <a:ext uri="{0D108BD9-81ED-4DB2-BD59-A6C34878D82A}">
                    <a16:rowId xmlns:a16="http://schemas.microsoft.com/office/drawing/2014/main" val="3914475409"/>
                  </a:ext>
                </a:extLst>
              </a:tr>
              <a:tr h="230119">
                <a:tc>
                  <a:txBody>
                    <a:bodyPr/>
                    <a:lstStyle/>
                    <a:p>
                      <a:pPr algn="r" fontAlgn="ctr"/>
                      <a:r>
                        <a:rPr lang="en-IE" sz="1050" b="0">
                          <a:effectLst/>
                        </a:rPr>
                        <a:t>2</a:t>
                      </a:r>
                    </a:p>
                  </a:txBody>
                  <a:tcPr marL="41840" marR="41840" marT="20920" marB="20920" anchor="ctr"/>
                </a:tc>
                <a:tc>
                  <a:txBody>
                    <a:bodyPr/>
                    <a:lstStyle/>
                    <a:p>
                      <a:r>
                        <a:rPr lang="en-IE" sz="1050">
                          <a:effectLst/>
                        </a:rPr>
                        <a:t>China</a:t>
                      </a:r>
                    </a:p>
                  </a:txBody>
                  <a:tcPr marL="41840" marR="41840" marT="20920" marB="20920" anchor="ctr"/>
                </a:tc>
                <a:tc>
                  <a:txBody>
                    <a:bodyPr/>
                    <a:lstStyle/>
                    <a:p>
                      <a:r>
                        <a:rPr lang="en-IE" sz="1050">
                          <a:effectLst/>
                        </a:rPr>
                        <a:t>62.92</a:t>
                      </a:r>
                    </a:p>
                  </a:txBody>
                  <a:tcPr marL="41840" marR="41840" marT="20920" marB="20920" anchor="ctr"/>
                </a:tc>
                <a:tc>
                  <a:txBody>
                    <a:bodyPr/>
                    <a:lstStyle/>
                    <a:p>
                      <a:r>
                        <a:rPr lang="en-IE" sz="1050">
                          <a:effectLst/>
                        </a:rPr>
                        <a:t>NF</a:t>
                      </a:r>
                    </a:p>
                  </a:txBody>
                  <a:tcPr marL="41840" marR="41840" marT="20920" marB="20920" anchor="ctr"/>
                </a:tc>
                <a:extLst>
                  <a:ext uri="{0D108BD9-81ED-4DB2-BD59-A6C34878D82A}">
                    <a16:rowId xmlns:a16="http://schemas.microsoft.com/office/drawing/2014/main" val="4240993705"/>
                  </a:ext>
                </a:extLst>
              </a:tr>
              <a:tr h="230119">
                <a:tc>
                  <a:txBody>
                    <a:bodyPr/>
                    <a:lstStyle/>
                    <a:p>
                      <a:pPr algn="r" fontAlgn="ctr"/>
                      <a:r>
                        <a:rPr lang="en-IE" sz="1050" b="0">
                          <a:effectLst/>
                        </a:rPr>
                        <a:t>3</a:t>
                      </a:r>
                    </a:p>
                  </a:txBody>
                  <a:tcPr marL="41840" marR="41840" marT="20920" marB="20920" anchor="ctr"/>
                </a:tc>
                <a:tc>
                  <a:txBody>
                    <a:bodyPr/>
                    <a:lstStyle/>
                    <a:p>
                      <a:r>
                        <a:rPr lang="en-IE" sz="1050">
                          <a:effectLst/>
                        </a:rPr>
                        <a:t>United Kingdom</a:t>
                      </a:r>
                    </a:p>
                  </a:txBody>
                  <a:tcPr marL="41840" marR="41840" marT="20920" marB="20920" anchor="ctr"/>
                </a:tc>
                <a:tc>
                  <a:txBody>
                    <a:bodyPr/>
                    <a:lstStyle/>
                    <a:p>
                      <a:r>
                        <a:rPr lang="en-IE" sz="1050">
                          <a:effectLst/>
                        </a:rPr>
                        <a:t>40.93</a:t>
                      </a:r>
                    </a:p>
                  </a:txBody>
                  <a:tcPr marL="41840" marR="41840" marT="20920" marB="20920" anchor="ctr"/>
                </a:tc>
                <a:tc>
                  <a:txBody>
                    <a:bodyPr/>
                    <a:lstStyle/>
                    <a:p>
                      <a:r>
                        <a:rPr lang="en-IE" sz="1050">
                          <a:effectLst/>
                        </a:rPr>
                        <a:t>F</a:t>
                      </a:r>
                    </a:p>
                  </a:txBody>
                  <a:tcPr marL="41840" marR="41840" marT="20920" marB="20920" anchor="ctr"/>
                </a:tc>
                <a:extLst>
                  <a:ext uri="{0D108BD9-81ED-4DB2-BD59-A6C34878D82A}">
                    <a16:rowId xmlns:a16="http://schemas.microsoft.com/office/drawing/2014/main" val="1082192763"/>
                  </a:ext>
                </a:extLst>
              </a:tr>
              <a:tr h="230119">
                <a:tc>
                  <a:txBody>
                    <a:bodyPr/>
                    <a:lstStyle/>
                    <a:p>
                      <a:pPr algn="r" fontAlgn="ctr"/>
                      <a:r>
                        <a:rPr lang="en-IE" sz="1050" b="0">
                          <a:effectLst/>
                        </a:rPr>
                        <a:t>4</a:t>
                      </a:r>
                    </a:p>
                  </a:txBody>
                  <a:tcPr marL="41840" marR="41840" marT="20920" marB="20920" anchor="ctr"/>
                </a:tc>
                <a:tc>
                  <a:txBody>
                    <a:bodyPr/>
                    <a:lstStyle/>
                    <a:p>
                      <a:r>
                        <a:rPr lang="en-IE" sz="1050">
                          <a:effectLst/>
                        </a:rPr>
                        <a:t>Canada</a:t>
                      </a:r>
                    </a:p>
                  </a:txBody>
                  <a:tcPr marL="41840" marR="41840" marT="20920" marB="20920" anchor="ctr"/>
                </a:tc>
                <a:tc>
                  <a:txBody>
                    <a:bodyPr/>
                    <a:lstStyle/>
                    <a:p>
                      <a:r>
                        <a:rPr lang="en-IE" sz="1050">
                          <a:effectLst/>
                        </a:rPr>
                        <a:t>40.19</a:t>
                      </a:r>
                    </a:p>
                  </a:txBody>
                  <a:tcPr marL="41840" marR="41840" marT="20920" marB="20920" anchor="ctr"/>
                </a:tc>
                <a:tc>
                  <a:txBody>
                    <a:bodyPr/>
                    <a:lstStyle/>
                    <a:p>
                      <a:r>
                        <a:rPr lang="en-IE" sz="1050">
                          <a:effectLst/>
                        </a:rPr>
                        <a:t>F</a:t>
                      </a:r>
                    </a:p>
                  </a:txBody>
                  <a:tcPr marL="41840" marR="41840" marT="20920" marB="20920" anchor="ctr"/>
                </a:tc>
                <a:extLst>
                  <a:ext uri="{0D108BD9-81ED-4DB2-BD59-A6C34878D82A}">
                    <a16:rowId xmlns:a16="http://schemas.microsoft.com/office/drawing/2014/main" val="2169835536"/>
                  </a:ext>
                </a:extLst>
              </a:tr>
              <a:tr h="230119">
                <a:tc>
                  <a:txBody>
                    <a:bodyPr/>
                    <a:lstStyle/>
                    <a:p>
                      <a:pPr algn="r" fontAlgn="ctr"/>
                      <a:r>
                        <a:rPr lang="en-IE" sz="1050" b="0">
                          <a:effectLst/>
                        </a:rPr>
                        <a:t>5</a:t>
                      </a:r>
                    </a:p>
                  </a:txBody>
                  <a:tcPr marL="41840" marR="41840" marT="20920" marB="20920" anchor="ctr"/>
                </a:tc>
                <a:tc>
                  <a:txBody>
                    <a:bodyPr/>
                    <a:lstStyle/>
                    <a:p>
                      <a:r>
                        <a:rPr lang="en-IE" sz="1050">
                          <a:effectLst/>
                        </a:rPr>
                        <a:t>Israel</a:t>
                      </a:r>
                    </a:p>
                  </a:txBody>
                  <a:tcPr marL="41840" marR="41840" marT="20920" marB="20920" anchor="ctr"/>
                </a:tc>
                <a:tc>
                  <a:txBody>
                    <a:bodyPr/>
                    <a:lstStyle/>
                    <a:p>
                      <a:r>
                        <a:rPr lang="en-IE" sz="1050">
                          <a:effectLst/>
                        </a:rPr>
                        <a:t>39.89</a:t>
                      </a:r>
                    </a:p>
                  </a:txBody>
                  <a:tcPr marL="41840" marR="41840" marT="20920" marB="20920" anchor="ctr"/>
                </a:tc>
                <a:tc>
                  <a:txBody>
                    <a:bodyPr/>
                    <a:lstStyle/>
                    <a:p>
                      <a:r>
                        <a:rPr lang="en-IE" sz="1050">
                          <a:effectLst/>
                        </a:rPr>
                        <a:t>F</a:t>
                      </a:r>
                    </a:p>
                  </a:txBody>
                  <a:tcPr marL="41840" marR="41840" marT="20920" marB="20920" anchor="ctr"/>
                </a:tc>
                <a:extLst>
                  <a:ext uri="{0D108BD9-81ED-4DB2-BD59-A6C34878D82A}">
                    <a16:rowId xmlns:a16="http://schemas.microsoft.com/office/drawing/2014/main" val="1857099510"/>
                  </a:ext>
                </a:extLst>
              </a:tr>
              <a:tr h="230119">
                <a:tc>
                  <a:txBody>
                    <a:bodyPr/>
                    <a:lstStyle/>
                    <a:p>
                      <a:pPr algn="r" fontAlgn="ctr"/>
                      <a:r>
                        <a:rPr lang="en-IE" sz="1050" b="0">
                          <a:effectLst/>
                        </a:rPr>
                        <a:t>6</a:t>
                      </a:r>
                    </a:p>
                  </a:txBody>
                  <a:tcPr marL="41840" marR="41840" marT="20920" marB="20920" anchor="ctr"/>
                </a:tc>
                <a:tc>
                  <a:txBody>
                    <a:bodyPr/>
                    <a:lstStyle/>
                    <a:p>
                      <a:r>
                        <a:rPr lang="en-IE" sz="1050">
                          <a:effectLst/>
                        </a:rPr>
                        <a:t>Singapore</a:t>
                      </a:r>
                    </a:p>
                  </a:txBody>
                  <a:tcPr marL="41840" marR="41840" marT="20920" marB="20920" anchor="ctr"/>
                </a:tc>
                <a:tc>
                  <a:txBody>
                    <a:bodyPr/>
                    <a:lstStyle/>
                    <a:p>
                      <a:r>
                        <a:rPr lang="en-IE" sz="1050">
                          <a:effectLst/>
                        </a:rPr>
                        <a:t>38.67</a:t>
                      </a:r>
                    </a:p>
                  </a:txBody>
                  <a:tcPr marL="41840" marR="41840" marT="20920" marB="20920" anchor="ctr"/>
                </a:tc>
                <a:tc>
                  <a:txBody>
                    <a:bodyPr/>
                    <a:lstStyle/>
                    <a:p>
                      <a:r>
                        <a:rPr lang="en-IE" sz="1050">
                          <a:effectLst/>
                        </a:rPr>
                        <a:t>PF</a:t>
                      </a:r>
                    </a:p>
                  </a:txBody>
                  <a:tcPr marL="41840" marR="41840" marT="20920" marB="20920" anchor="ctr"/>
                </a:tc>
                <a:extLst>
                  <a:ext uri="{0D108BD9-81ED-4DB2-BD59-A6C34878D82A}">
                    <a16:rowId xmlns:a16="http://schemas.microsoft.com/office/drawing/2014/main" val="3218271116"/>
                  </a:ext>
                </a:extLst>
              </a:tr>
              <a:tr h="230119">
                <a:tc>
                  <a:txBody>
                    <a:bodyPr/>
                    <a:lstStyle/>
                    <a:p>
                      <a:pPr algn="r" fontAlgn="ctr"/>
                      <a:r>
                        <a:rPr lang="en-IE" sz="1050" b="0">
                          <a:effectLst/>
                        </a:rPr>
                        <a:t>7</a:t>
                      </a:r>
                    </a:p>
                  </a:txBody>
                  <a:tcPr marL="41840" marR="41840" marT="20920" marB="20920" anchor="ctr"/>
                </a:tc>
                <a:tc>
                  <a:txBody>
                    <a:bodyPr/>
                    <a:lstStyle/>
                    <a:p>
                      <a:r>
                        <a:rPr lang="en-IE" sz="1050">
                          <a:effectLst/>
                        </a:rPr>
                        <a:t>South Korea</a:t>
                      </a:r>
                    </a:p>
                  </a:txBody>
                  <a:tcPr marL="41840" marR="41840" marT="20920" marB="20920" anchor="ctr"/>
                </a:tc>
                <a:tc>
                  <a:txBody>
                    <a:bodyPr/>
                    <a:lstStyle/>
                    <a:p>
                      <a:r>
                        <a:rPr lang="en-IE" sz="1050">
                          <a:effectLst/>
                        </a:rPr>
                        <a:t>38.60</a:t>
                      </a:r>
                    </a:p>
                  </a:txBody>
                  <a:tcPr marL="41840" marR="41840" marT="20920" marB="20920" anchor="ctr"/>
                </a:tc>
                <a:tc>
                  <a:txBody>
                    <a:bodyPr/>
                    <a:lstStyle/>
                    <a:p>
                      <a:r>
                        <a:rPr lang="en-IE" sz="1050">
                          <a:effectLst/>
                        </a:rPr>
                        <a:t>F</a:t>
                      </a:r>
                    </a:p>
                  </a:txBody>
                  <a:tcPr marL="41840" marR="41840" marT="20920" marB="20920" anchor="ctr"/>
                </a:tc>
                <a:extLst>
                  <a:ext uri="{0D108BD9-81ED-4DB2-BD59-A6C34878D82A}">
                    <a16:rowId xmlns:a16="http://schemas.microsoft.com/office/drawing/2014/main" val="2033809019"/>
                  </a:ext>
                </a:extLst>
              </a:tr>
              <a:tr h="230119">
                <a:tc>
                  <a:txBody>
                    <a:bodyPr/>
                    <a:lstStyle/>
                    <a:p>
                      <a:pPr algn="r" fontAlgn="ctr"/>
                      <a:r>
                        <a:rPr lang="en-IE" sz="1050" b="0">
                          <a:effectLst/>
                        </a:rPr>
                        <a:t>8</a:t>
                      </a:r>
                    </a:p>
                  </a:txBody>
                  <a:tcPr marL="41840" marR="41840" marT="20920" marB="20920" anchor="ctr"/>
                </a:tc>
                <a:tc>
                  <a:txBody>
                    <a:bodyPr/>
                    <a:lstStyle/>
                    <a:p>
                      <a:r>
                        <a:rPr lang="en-IE" sz="1050">
                          <a:effectLst/>
                        </a:rPr>
                        <a:t>The Netherlands</a:t>
                      </a:r>
                    </a:p>
                  </a:txBody>
                  <a:tcPr marL="41840" marR="41840" marT="20920" marB="20920" anchor="ctr"/>
                </a:tc>
                <a:tc>
                  <a:txBody>
                    <a:bodyPr/>
                    <a:lstStyle/>
                    <a:p>
                      <a:r>
                        <a:rPr lang="en-IE" sz="1050">
                          <a:effectLst/>
                        </a:rPr>
                        <a:t>36.35</a:t>
                      </a:r>
                    </a:p>
                  </a:txBody>
                  <a:tcPr marL="41840" marR="41840" marT="20920" marB="20920" anchor="ctr"/>
                </a:tc>
                <a:tc>
                  <a:txBody>
                    <a:bodyPr/>
                    <a:lstStyle/>
                    <a:p>
                      <a:r>
                        <a:rPr lang="en-IE" sz="1050">
                          <a:effectLst/>
                        </a:rPr>
                        <a:t>F</a:t>
                      </a:r>
                    </a:p>
                  </a:txBody>
                  <a:tcPr marL="41840" marR="41840" marT="20920" marB="20920" anchor="ctr"/>
                </a:tc>
                <a:extLst>
                  <a:ext uri="{0D108BD9-81ED-4DB2-BD59-A6C34878D82A}">
                    <a16:rowId xmlns:a16="http://schemas.microsoft.com/office/drawing/2014/main" val="2249694018"/>
                  </a:ext>
                </a:extLst>
              </a:tr>
              <a:tr h="230119">
                <a:tc>
                  <a:txBody>
                    <a:bodyPr/>
                    <a:lstStyle/>
                    <a:p>
                      <a:pPr algn="r" fontAlgn="ctr"/>
                      <a:r>
                        <a:rPr lang="en-IE" sz="1050" b="0">
                          <a:effectLst/>
                        </a:rPr>
                        <a:t>9</a:t>
                      </a:r>
                    </a:p>
                  </a:txBody>
                  <a:tcPr marL="41840" marR="41840" marT="20920" marB="20920" anchor="ctr"/>
                </a:tc>
                <a:tc>
                  <a:txBody>
                    <a:bodyPr/>
                    <a:lstStyle/>
                    <a:p>
                      <a:r>
                        <a:rPr lang="en-IE" sz="1050">
                          <a:effectLst/>
                        </a:rPr>
                        <a:t>Germany</a:t>
                      </a:r>
                    </a:p>
                  </a:txBody>
                  <a:tcPr marL="41840" marR="41840" marT="20920" marB="20920" anchor="ctr"/>
                </a:tc>
                <a:tc>
                  <a:txBody>
                    <a:bodyPr/>
                    <a:lstStyle/>
                    <a:p>
                      <a:r>
                        <a:rPr lang="en-IE" sz="1050">
                          <a:effectLst/>
                        </a:rPr>
                        <a:t>36.04</a:t>
                      </a:r>
                    </a:p>
                  </a:txBody>
                  <a:tcPr marL="41840" marR="41840" marT="20920" marB="20920" anchor="ctr"/>
                </a:tc>
                <a:tc>
                  <a:txBody>
                    <a:bodyPr/>
                    <a:lstStyle/>
                    <a:p>
                      <a:r>
                        <a:rPr lang="en-IE" sz="1050">
                          <a:effectLst/>
                        </a:rPr>
                        <a:t>F</a:t>
                      </a:r>
                    </a:p>
                  </a:txBody>
                  <a:tcPr marL="41840" marR="41840" marT="20920" marB="20920" anchor="ctr"/>
                </a:tc>
                <a:extLst>
                  <a:ext uri="{0D108BD9-81ED-4DB2-BD59-A6C34878D82A}">
                    <a16:rowId xmlns:a16="http://schemas.microsoft.com/office/drawing/2014/main" val="3805597697"/>
                  </a:ext>
                </a:extLst>
              </a:tr>
              <a:tr h="230119">
                <a:tc>
                  <a:txBody>
                    <a:bodyPr/>
                    <a:lstStyle/>
                    <a:p>
                      <a:pPr algn="r" fontAlgn="ctr"/>
                      <a:r>
                        <a:rPr lang="en-IE" sz="1050" b="0">
                          <a:effectLst/>
                        </a:rPr>
                        <a:t>10</a:t>
                      </a:r>
                    </a:p>
                  </a:txBody>
                  <a:tcPr marL="41840" marR="41840" marT="20920" marB="20920" anchor="ctr"/>
                </a:tc>
                <a:tc>
                  <a:txBody>
                    <a:bodyPr/>
                    <a:lstStyle/>
                    <a:p>
                      <a:r>
                        <a:rPr lang="en-IE" sz="1050">
                          <a:effectLst/>
                        </a:rPr>
                        <a:t>France</a:t>
                      </a:r>
                    </a:p>
                  </a:txBody>
                  <a:tcPr marL="41840" marR="41840" marT="20920" marB="20920" anchor="ctr"/>
                </a:tc>
                <a:tc>
                  <a:txBody>
                    <a:bodyPr/>
                    <a:lstStyle/>
                    <a:p>
                      <a:r>
                        <a:rPr lang="en-IE" sz="1050">
                          <a:effectLst/>
                        </a:rPr>
                        <a:t>34.42</a:t>
                      </a:r>
                    </a:p>
                  </a:txBody>
                  <a:tcPr marL="41840" marR="41840" marT="20920" marB="20920" anchor="ctr"/>
                </a:tc>
                <a:tc>
                  <a:txBody>
                    <a:bodyPr/>
                    <a:lstStyle/>
                    <a:p>
                      <a:r>
                        <a:rPr lang="en-IE" sz="1050">
                          <a:effectLst/>
                        </a:rPr>
                        <a:t>F</a:t>
                      </a:r>
                    </a:p>
                  </a:txBody>
                  <a:tcPr marL="41840" marR="41840" marT="20920" marB="20920" anchor="ctr"/>
                </a:tc>
                <a:extLst>
                  <a:ext uri="{0D108BD9-81ED-4DB2-BD59-A6C34878D82A}">
                    <a16:rowId xmlns:a16="http://schemas.microsoft.com/office/drawing/2014/main" val="2411141900"/>
                  </a:ext>
                </a:extLst>
              </a:tr>
              <a:tr h="230119">
                <a:tc>
                  <a:txBody>
                    <a:bodyPr/>
                    <a:lstStyle/>
                    <a:p>
                      <a:pPr algn="r" fontAlgn="ctr"/>
                      <a:r>
                        <a:rPr lang="en-IE" sz="1050" b="0">
                          <a:effectLst/>
                        </a:rPr>
                        <a:t>11</a:t>
                      </a:r>
                    </a:p>
                  </a:txBody>
                  <a:tcPr marL="41840" marR="41840" marT="20920" marB="20920" anchor="ctr"/>
                </a:tc>
                <a:tc>
                  <a:txBody>
                    <a:bodyPr/>
                    <a:lstStyle/>
                    <a:p>
                      <a:r>
                        <a:rPr lang="en-IE" sz="1050">
                          <a:effectLst/>
                        </a:rPr>
                        <a:t>Australia</a:t>
                      </a:r>
                    </a:p>
                  </a:txBody>
                  <a:tcPr marL="41840" marR="41840" marT="20920" marB="20920" anchor="ctr"/>
                </a:tc>
                <a:tc>
                  <a:txBody>
                    <a:bodyPr/>
                    <a:lstStyle/>
                    <a:p>
                      <a:r>
                        <a:rPr lang="en-IE" sz="1050">
                          <a:effectLst/>
                        </a:rPr>
                        <a:t>33.86</a:t>
                      </a:r>
                    </a:p>
                  </a:txBody>
                  <a:tcPr marL="41840" marR="41840" marT="20920" marB="20920" anchor="ctr"/>
                </a:tc>
                <a:tc>
                  <a:txBody>
                    <a:bodyPr/>
                    <a:lstStyle/>
                    <a:p>
                      <a:r>
                        <a:rPr lang="en-IE" sz="1050" dirty="0">
                          <a:effectLst/>
                        </a:rPr>
                        <a:t>F</a:t>
                      </a:r>
                    </a:p>
                  </a:txBody>
                  <a:tcPr marL="41840" marR="41840" marT="20920" marB="20920" anchor="ctr"/>
                </a:tc>
                <a:extLst>
                  <a:ext uri="{0D108BD9-81ED-4DB2-BD59-A6C34878D82A}">
                    <a16:rowId xmlns:a16="http://schemas.microsoft.com/office/drawing/2014/main" val="1657088784"/>
                  </a:ext>
                </a:extLst>
              </a:tr>
              <a:tr h="230119">
                <a:tc>
                  <a:txBody>
                    <a:bodyPr/>
                    <a:lstStyle/>
                    <a:p>
                      <a:pPr algn="r" fontAlgn="ctr"/>
                      <a:r>
                        <a:rPr lang="en-IE" sz="1050" b="0">
                          <a:effectLst/>
                        </a:rPr>
                        <a:t>12</a:t>
                      </a:r>
                    </a:p>
                  </a:txBody>
                  <a:tcPr marL="41840" marR="41840" marT="20920" marB="20920" anchor="ctr"/>
                </a:tc>
                <a:tc>
                  <a:txBody>
                    <a:bodyPr/>
                    <a:lstStyle/>
                    <a:p>
                      <a:r>
                        <a:rPr lang="en-IE" sz="1050">
                          <a:effectLst/>
                        </a:rPr>
                        <a:t>Ireland</a:t>
                      </a:r>
                    </a:p>
                  </a:txBody>
                  <a:tcPr marL="41840" marR="41840" marT="20920" marB="20920" anchor="ctr"/>
                </a:tc>
                <a:tc>
                  <a:txBody>
                    <a:bodyPr/>
                    <a:lstStyle/>
                    <a:p>
                      <a:r>
                        <a:rPr lang="en-IE" sz="1050">
                          <a:effectLst/>
                        </a:rPr>
                        <a:t>33.04</a:t>
                      </a:r>
                    </a:p>
                  </a:txBody>
                  <a:tcPr marL="41840" marR="41840" marT="20920" marB="20920" anchor="ctr"/>
                </a:tc>
                <a:tc>
                  <a:txBody>
                    <a:bodyPr/>
                    <a:lstStyle/>
                    <a:p>
                      <a:r>
                        <a:rPr lang="en-IE" sz="1050">
                          <a:effectLst/>
                        </a:rPr>
                        <a:t>F</a:t>
                      </a:r>
                    </a:p>
                  </a:txBody>
                  <a:tcPr marL="41840" marR="41840" marT="20920" marB="20920" anchor="ctr"/>
                </a:tc>
                <a:extLst>
                  <a:ext uri="{0D108BD9-81ED-4DB2-BD59-A6C34878D82A}">
                    <a16:rowId xmlns:a16="http://schemas.microsoft.com/office/drawing/2014/main" val="2522970507"/>
                  </a:ext>
                </a:extLst>
              </a:tr>
              <a:tr h="230119">
                <a:tc>
                  <a:txBody>
                    <a:bodyPr/>
                    <a:lstStyle/>
                    <a:p>
                      <a:pPr algn="r" fontAlgn="ctr"/>
                      <a:r>
                        <a:rPr lang="en-IE" sz="1050" b="0">
                          <a:effectLst/>
                        </a:rPr>
                        <a:t>13</a:t>
                      </a:r>
                    </a:p>
                  </a:txBody>
                  <a:tcPr marL="41840" marR="41840" marT="20920" marB="20920" anchor="ctr"/>
                </a:tc>
                <a:tc>
                  <a:txBody>
                    <a:bodyPr/>
                    <a:lstStyle/>
                    <a:p>
                      <a:r>
                        <a:rPr lang="en-IE" sz="1050">
                          <a:effectLst/>
                        </a:rPr>
                        <a:t>Denmark</a:t>
                      </a:r>
                    </a:p>
                  </a:txBody>
                  <a:tcPr marL="41840" marR="41840" marT="20920" marB="20920" anchor="ctr"/>
                </a:tc>
                <a:tc>
                  <a:txBody>
                    <a:bodyPr/>
                    <a:lstStyle/>
                    <a:p>
                      <a:r>
                        <a:rPr lang="en-IE" sz="1050">
                          <a:effectLst/>
                        </a:rPr>
                        <a:t>30.87</a:t>
                      </a:r>
                    </a:p>
                  </a:txBody>
                  <a:tcPr marL="41840" marR="41840" marT="20920" marB="20920" anchor="ctr"/>
                </a:tc>
                <a:tc>
                  <a:txBody>
                    <a:bodyPr/>
                    <a:lstStyle/>
                    <a:p>
                      <a:r>
                        <a:rPr lang="en-IE" sz="1050" dirty="0">
                          <a:effectLst/>
                        </a:rPr>
                        <a:t>F</a:t>
                      </a:r>
                    </a:p>
                  </a:txBody>
                  <a:tcPr marL="41840" marR="41840" marT="20920" marB="20920" anchor="ctr"/>
                </a:tc>
                <a:extLst>
                  <a:ext uri="{0D108BD9-81ED-4DB2-BD59-A6C34878D82A}">
                    <a16:rowId xmlns:a16="http://schemas.microsoft.com/office/drawing/2014/main" val="1877499528"/>
                  </a:ext>
                </a:extLst>
              </a:tr>
              <a:tr h="230119">
                <a:tc>
                  <a:txBody>
                    <a:bodyPr/>
                    <a:lstStyle/>
                    <a:p>
                      <a:pPr algn="r" fontAlgn="ctr"/>
                      <a:r>
                        <a:rPr lang="en-IE" sz="1050" b="0">
                          <a:effectLst/>
                        </a:rPr>
                        <a:t>14</a:t>
                      </a:r>
                    </a:p>
                  </a:txBody>
                  <a:tcPr marL="41840" marR="41840" marT="20920" marB="20920" anchor="ctr"/>
                </a:tc>
                <a:tc>
                  <a:txBody>
                    <a:bodyPr/>
                    <a:lstStyle/>
                    <a:p>
                      <a:r>
                        <a:rPr lang="en-IE" sz="1050">
                          <a:effectLst/>
                        </a:rPr>
                        <a:t>Luxembourg</a:t>
                      </a:r>
                    </a:p>
                  </a:txBody>
                  <a:tcPr marL="41840" marR="41840" marT="20920" marB="20920" anchor="ctr"/>
                </a:tc>
                <a:tc>
                  <a:txBody>
                    <a:bodyPr/>
                    <a:lstStyle/>
                    <a:p>
                      <a:r>
                        <a:rPr lang="en-IE" sz="1050">
                          <a:effectLst/>
                        </a:rPr>
                        <a:t>30.73</a:t>
                      </a:r>
                    </a:p>
                  </a:txBody>
                  <a:tcPr marL="41840" marR="41840" marT="20920" marB="20920" anchor="ctr"/>
                </a:tc>
                <a:tc>
                  <a:txBody>
                    <a:bodyPr/>
                    <a:lstStyle/>
                    <a:p>
                      <a:r>
                        <a:rPr lang="en-IE" sz="1050" dirty="0">
                          <a:effectLst/>
                        </a:rPr>
                        <a:t>F</a:t>
                      </a:r>
                    </a:p>
                  </a:txBody>
                  <a:tcPr marL="41840" marR="41840" marT="20920" marB="20920" anchor="ctr"/>
                </a:tc>
                <a:extLst>
                  <a:ext uri="{0D108BD9-81ED-4DB2-BD59-A6C34878D82A}">
                    <a16:rowId xmlns:a16="http://schemas.microsoft.com/office/drawing/2014/main" val="3056024614"/>
                  </a:ext>
                </a:extLst>
              </a:tr>
              <a:tr h="230119">
                <a:tc>
                  <a:txBody>
                    <a:bodyPr/>
                    <a:lstStyle/>
                    <a:p>
                      <a:pPr algn="r" fontAlgn="ctr"/>
                      <a:r>
                        <a:rPr lang="en-IE" sz="1050" b="0">
                          <a:effectLst/>
                        </a:rPr>
                        <a:t>15</a:t>
                      </a:r>
                    </a:p>
                  </a:txBody>
                  <a:tcPr marL="41840" marR="41840" marT="20920" marB="20920" anchor="ctr"/>
                </a:tc>
                <a:tc>
                  <a:txBody>
                    <a:bodyPr/>
                    <a:lstStyle/>
                    <a:p>
                      <a:r>
                        <a:rPr lang="en-IE" sz="1050">
                          <a:effectLst/>
                        </a:rPr>
                        <a:t>India</a:t>
                      </a:r>
                    </a:p>
                  </a:txBody>
                  <a:tcPr marL="41840" marR="41840" marT="20920" marB="20920" anchor="ctr"/>
                </a:tc>
                <a:tc>
                  <a:txBody>
                    <a:bodyPr/>
                    <a:lstStyle/>
                    <a:p>
                      <a:r>
                        <a:rPr lang="en-IE" sz="1050">
                          <a:effectLst/>
                        </a:rPr>
                        <a:t>30.36</a:t>
                      </a:r>
                    </a:p>
                  </a:txBody>
                  <a:tcPr marL="41840" marR="41840" marT="20920" marB="20920" anchor="ctr"/>
                </a:tc>
                <a:tc>
                  <a:txBody>
                    <a:bodyPr/>
                    <a:lstStyle/>
                    <a:p>
                      <a:r>
                        <a:rPr lang="en-IE" sz="1050">
                          <a:effectLst/>
                        </a:rPr>
                        <a:t>PF</a:t>
                      </a:r>
                    </a:p>
                  </a:txBody>
                  <a:tcPr marL="41840" marR="41840" marT="20920" marB="20920" anchor="ctr"/>
                </a:tc>
                <a:extLst>
                  <a:ext uri="{0D108BD9-81ED-4DB2-BD59-A6C34878D82A}">
                    <a16:rowId xmlns:a16="http://schemas.microsoft.com/office/drawing/2014/main" val="1453849789"/>
                  </a:ext>
                </a:extLst>
              </a:tr>
              <a:tr h="230119">
                <a:tc>
                  <a:txBody>
                    <a:bodyPr/>
                    <a:lstStyle/>
                    <a:p>
                      <a:pPr algn="r" fontAlgn="ctr"/>
                      <a:r>
                        <a:rPr lang="en-IE" sz="1050" b="0">
                          <a:effectLst/>
                        </a:rPr>
                        <a:t>16</a:t>
                      </a:r>
                    </a:p>
                  </a:txBody>
                  <a:tcPr marL="41840" marR="41840" marT="20920" marB="20920" anchor="ctr"/>
                </a:tc>
                <a:tc>
                  <a:txBody>
                    <a:bodyPr/>
                    <a:lstStyle/>
                    <a:p>
                      <a:r>
                        <a:rPr lang="en-IE" sz="1050">
                          <a:effectLst/>
                        </a:rPr>
                        <a:t>Sweden</a:t>
                      </a:r>
                    </a:p>
                  </a:txBody>
                  <a:tcPr marL="41840" marR="41840" marT="20920" marB="20920" anchor="ctr"/>
                </a:tc>
                <a:tc>
                  <a:txBody>
                    <a:bodyPr/>
                    <a:lstStyle/>
                    <a:p>
                      <a:r>
                        <a:rPr lang="en-IE" sz="1050">
                          <a:effectLst/>
                        </a:rPr>
                        <a:t>29.85</a:t>
                      </a:r>
                    </a:p>
                  </a:txBody>
                  <a:tcPr marL="41840" marR="41840" marT="20920" marB="20920" anchor="ctr"/>
                </a:tc>
                <a:tc>
                  <a:txBody>
                    <a:bodyPr/>
                    <a:lstStyle/>
                    <a:p>
                      <a:r>
                        <a:rPr lang="en-IE" sz="1050">
                          <a:effectLst/>
                        </a:rPr>
                        <a:t>F</a:t>
                      </a:r>
                    </a:p>
                  </a:txBody>
                  <a:tcPr marL="41840" marR="41840" marT="20920" marB="20920" anchor="ctr"/>
                </a:tc>
                <a:extLst>
                  <a:ext uri="{0D108BD9-81ED-4DB2-BD59-A6C34878D82A}">
                    <a16:rowId xmlns:a16="http://schemas.microsoft.com/office/drawing/2014/main" val="2988760104"/>
                  </a:ext>
                </a:extLst>
              </a:tr>
              <a:tr h="230119">
                <a:tc>
                  <a:txBody>
                    <a:bodyPr/>
                    <a:lstStyle/>
                    <a:p>
                      <a:pPr algn="r" fontAlgn="ctr"/>
                      <a:r>
                        <a:rPr lang="en-IE" sz="1050" b="0" dirty="0">
                          <a:effectLst/>
                        </a:rPr>
                        <a:t>17</a:t>
                      </a:r>
                    </a:p>
                  </a:txBody>
                  <a:tcPr marL="41840" marR="41840" marT="20920" marB="20920" anchor="ctr"/>
                </a:tc>
                <a:tc>
                  <a:txBody>
                    <a:bodyPr/>
                    <a:lstStyle/>
                    <a:p>
                      <a:r>
                        <a:rPr lang="en-IE" sz="1050">
                          <a:effectLst/>
                        </a:rPr>
                        <a:t>Hong Kong</a:t>
                      </a:r>
                    </a:p>
                  </a:txBody>
                  <a:tcPr marL="41840" marR="41840" marT="20920" marB="20920" anchor="ctr"/>
                </a:tc>
                <a:tc>
                  <a:txBody>
                    <a:bodyPr/>
                    <a:lstStyle/>
                    <a:p>
                      <a:r>
                        <a:rPr lang="en-IE" sz="1050" dirty="0">
                          <a:effectLst/>
                        </a:rPr>
                        <a:t>29.11</a:t>
                      </a:r>
                    </a:p>
                  </a:txBody>
                  <a:tcPr marL="41840" marR="41840" marT="20920" marB="20920" anchor="ctr"/>
                </a:tc>
                <a:tc>
                  <a:txBody>
                    <a:bodyPr/>
                    <a:lstStyle/>
                    <a:p>
                      <a:r>
                        <a:rPr lang="en-IE" sz="1050" dirty="0">
                          <a:effectLst/>
                        </a:rPr>
                        <a:t>PF</a:t>
                      </a:r>
                    </a:p>
                  </a:txBody>
                  <a:tcPr marL="41840" marR="41840" marT="20920" marB="20920" anchor="ctr"/>
                </a:tc>
                <a:extLst>
                  <a:ext uri="{0D108BD9-81ED-4DB2-BD59-A6C34878D82A}">
                    <a16:rowId xmlns:a16="http://schemas.microsoft.com/office/drawing/2014/main" val="3342661075"/>
                  </a:ext>
                </a:extLst>
              </a:tr>
            </a:tbl>
          </a:graphicData>
        </a:graphic>
      </p:graphicFrame>
    </p:spTree>
    <p:extLst>
      <p:ext uri="{BB962C8B-B14F-4D97-AF65-F5344CB8AC3E}">
        <p14:creationId xmlns:p14="http://schemas.microsoft.com/office/powerpoint/2010/main" val="1785943576"/>
      </p:ext>
    </p:extLst>
  </p:cSld>
  <p:clrMapOvr>
    <a:masterClrMapping/>
  </p:clrMapOvr>
  <mc:AlternateContent xmlns:mc="http://schemas.openxmlformats.org/markup-compatibility/2006" xmlns:p14="http://schemas.microsoft.com/office/powerpoint/2010/main">
    <mc:Choice Requires="p14">
      <p:transition spd="slow" p14:dur="2000" advTm="26858"/>
    </mc:Choice>
    <mc:Fallback xmlns="">
      <p:transition spd="slow" advTm="26858"/>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C9DFB1C-1400-F81E-EDE9-0A9DE2C839DA}"/>
              </a:ext>
            </a:extLst>
          </p:cNvPr>
          <p:cNvSpPr>
            <a:spLocks noGrp="1"/>
          </p:cNvSpPr>
          <p:nvPr>
            <p:ph type="title"/>
          </p:nvPr>
        </p:nvSpPr>
        <p:spPr>
          <a:xfrm>
            <a:off x="868680" y="1709927"/>
            <a:ext cx="3099816" cy="3449301"/>
          </a:xfrm>
        </p:spPr>
        <p:txBody>
          <a:bodyPr>
            <a:normAutofit fontScale="90000"/>
          </a:bodyPr>
          <a:lstStyle/>
          <a:p>
            <a:r>
              <a:rPr lang="en-GB" dirty="0"/>
              <a:t>How has the economic status changed within the past ten years for these countries? </a:t>
            </a:r>
            <a:endParaRPr lang="en-IE" dirty="0"/>
          </a:p>
        </p:txBody>
      </p:sp>
      <p:pic>
        <p:nvPicPr>
          <p:cNvPr id="14" name="Content Placeholder 13">
            <a:extLst>
              <a:ext uri="{FF2B5EF4-FFF2-40B4-BE49-F238E27FC236}">
                <a16:creationId xmlns:a16="http://schemas.microsoft.com/office/drawing/2014/main" id="{D1869F6F-B59B-2704-1FC5-DDFCA0FCE942}"/>
              </a:ext>
            </a:extLst>
          </p:cNvPr>
          <p:cNvPicPr>
            <a:picLocks noGrp="1" noChangeAspect="1"/>
          </p:cNvPicPr>
          <p:nvPr>
            <p:ph idx="1"/>
          </p:nvPr>
        </p:nvPicPr>
        <p:blipFill rotWithShape="1">
          <a:blip r:embed="rId3"/>
          <a:srcRect l="781" t="1672" r="-781" b="51767"/>
          <a:stretch/>
        </p:blipFill>
        <p:spPr>
          <a:xfrm>
            <a:off x="4329200" y="0"/>
            <a:ext cx="3894306" cy="6858000"/>
          </a:xfrm>
        </p:spPr>
      </p:pic>
      <p:sp>
        <p:nvSpPr>
          <p:cNvPr id="5" name="Slide Number Placeholder 4">
            <a:extLst>
              <a:ext uri="{FF2B5EF4-FFF2-40B4-BE49-F238E27FC236}">
                <a16:creationId xmlns:a16="http://schemas.microsoft.com/office/drawing/2014/main" id="{E6ABB206-9A20-8FBD-82FF-2D434EE7D054}"/>
              </a:ext>
            </a:extLst>
          </p:cNvPr>
          <p:cNvSpPr>
            <a:spLocks noGrp="1"/>
          </p:cNvSpPr>
          <p:nvPr>
            <p:ph type="sldNum" sz="quarter" idx="12"/>
          </p:nvPr>
        </p:nvSpPr>
        <p:spPr/>
        <p:txBody>
          <a:bodyPr/>
          <a:lstStyle/>
          <a:p>
            <a:fld id="{B2DC25EE-239B-4C5F-AAD1-255A7D5F1EE2}" type="slidenum">
              <a:rPr lang="en-US" smtClean="0"/>
              <a:t>13</a:t>
            </a:fld>
            <a:endParaRPr lang="en-US"/>
          </a:p>
        </p:txBody>
      </p:sp>
      <p:pic>
        <p:nvPicPr>
          <p:cNvPr id="16" name="Picture 15">
            <a:extLst>
              <a:ext uri="{FF2B5EF4-FFF2-40B4-BE49-F238E27FC236}">
                <a16:creationId xmlns:a16="http://schemas.microsoft.com/office/drawing/2014/main" id="{A7119BBC-A7E9-9D52-6E18-7D72FE1216BA}"/>
              </a:ext>
            </a:extLst>
          </p:cNvPr>
          <p:cNvPicPr>
            <a:picLocks noChangeAspect="1"/>
          </p:cNvPicPr>
          <p:nvPr/>
        </p:nvPicPr>
        <p:blipFill rotWithShape="1">
          <a:blip r:embed="rId3"/>
          <a:srcRect t="48227"/>
          <a:stretch/>
        </p:blipFill>
        <p:spPr>
          <a:xfrm>
            <a:off x="8297694" y="1"/>
            <a:ext cx="3894306" cy="6858000"/>
          </a:xfrm>
          <a:prstGeom prst="rect">
            <a:avLst/>
          </a:prstGeom>
        </p:spPr>
      </p:pic>
    </p:spTree>
    <p:extLst>
      <p:ext uri="{BB962C8B-B14F-4D97-AF65-F5344CB8AC3E}">
        <p14:creationId xmlns:p14="http://schemas.microsoft.com/office/powerpoint/2010/main" val="315828409"/>
      </p:ext>
    </p:extLst>
  </p:cSld>
  <p:clrMapOvr>
    <a:masterClrMapping/>
  </p:clrMapOvr>
  <mc:AlternateContent xmlns:mc="http://schemas.openxmlformats.org/markup-compatibility/2006" xmlns:p14="http://schemas.microsoft.com/office/powerpoint/2010/main">
    <mc:Choice Requires="p14">
      <p:transition spd="slow" p14:dur="2000" advTm="24928"/>
    </mc:Choice>
    <mc:Fallback xmlns="">
      <p:transition spd="slow" advTm="24928"/>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Rectangle 15">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A1FE9C-BEF4-6959-27FD-45D9A93B327E}"/>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3700" dirty="0"/>
              <a:t>"Is there a correlation between freedom change to economic change?"</a:t>
            </a:r>
          </a:p>
        </p:txBody>
      </p:sp>
      <p:sp>
        <p:nvSpPr>
          <p:cNvPr id="3" name="Content Placeholder 2">
            <a:extLst>
              <a:ext uri="{FF2B5EF4-FFF2-40B4-BE49-F238E27FC236}">
                <a16:creationId xmlns:a16="http://schemas.microsoft.com/office/drawing/2014/main" id="{BE922678-AC3E-64EE-FFA2-27BA69E24213}"/>
              </a:ext>
            </a:extLst>
          </p:cNvPr>
          <p:cNvSpPr>
            <a:spLocks noGrp="1"/>
          </p:cNvSpPr>
          <p:nvPr>
            <p:ph sz="half" idx="1"/>
          </p:nvPr>
        </p:nvSpPr>
        <p:spPr>
          <a:xfrm>
            <a:off x="477981" y="4872922"/>
            <a:ext cx="3933306" cy="1208141"/>
          </a:xfrm>
        </p:spPr>
        <p:txBody>
          <a:bodyPr vert="horz" lIns="91440" tIns="45720" rIns="91440" bIns="45720" rtlCol="0">
            <a:normAutofit/>
          </a:bodyPr>
          <a:lstStyle/>
          <a:p>
            <a:pPr marL="0" indent="0">
              <a:buNone/>
            </a:pPr>
            <a:r>
              <a:rPr lang="en-US" sz="2000" b="0" i="0" dirty="0">
                <a:effectLst/>
              </a:rPr>
              <a:t>Correlation between Per capita GNI and Total score for the year 2022: </a:t>
            </a:r>
            <a:r>
              <a:rPr lang="en-US" sz="2000" b="1" i="0" dirty="0">
                <a:effectLst/>
              </a:rPr>
              <a:t>0.44</a:t>
            </a:r>
            <a:endParaRPr lang="en-US" sz="2000" b="1" dirty="0"/>
          </a:p>
        </p:txBody>
      </p:sp>
      <p:sp>
        <p:nvSpPr>
          <p:cNvPr id="18" name="Rectangle 17">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Content Placeholder 6">
            <a:extLst>
              <a:ext uri="{FF2B5EF4-FFF2-40B4-BE49-F238E27FC236}">
                <a16:creationId xmlns:a16="http://schemas.microsoft.com/office/drawing/2014/main" id="{1E5FCF6F-B6B8-0A0C-CF5B-B29EC6848E54}"/>
              </a:ext>
            </a:extLst>
          </p:cNvPr>
          <p:cNvPicPr>
            <a:picLocks noGrp="1" noChangeAspect="1"/>
          </p:cNvPicPr>
          <p:nvPr>
            <p:ph sz="half" idx="2"/>
          </p:nvPr>
        </p:nvPicPr>
        <p:blipFill>
          <a:blip r:embed="rId3"/>
          <a:stretch>
            <a:fillRect/>
          </a:stretch>
        </p:blipFill>
        <p:spPr>
          <a:xfrm>
            <a:off x="4867488" y="625683"/>
            <a:ext cx="6840602" cy="5455380"/>
          </a:xfrm>
          <a:prstGeom prst="rect">
            <a:avLst/>
          </a:prstGeom>
        </p:spPr>
      </p:pic>
      <p:sp>
        <p:nvSpPr>
          <p:cNvPr id="5" name="Slide Number Placeholder 4">
            <a:extLst>
              <a:ext uri="{FF2B5EF4-FFF2-40B4-BE49-F238E27FC236}">
                <a16:creationId xmlns:a16="http://schemas.microsoft.com/office/drawing/2014/main" id="{FB82A7AF-D208-7A6A-A8C3-A953FA3609D0}"/>
              </a:ext>
            </a:extLst>
          </p:cNvPr>
          <p:cNvSpPr>
            <a:spLocks noGrp="1"/>
          </p:cNvSpPr>
          <p:nvPr>
            <p:ph type="sldNum" sz="quarter" idx="12"/>
          </p:nvPr>
        </p:nvSpPr>
        <p:spPr>
          <a:xfrm>
            <a:off x="9926319" y="6356350"/>
            <a:ext cx="1787699" cy="365125"/>
          </a:xfrm>
        </p:spPr>
        <p:txBody>
          <a:bodyPr vert="horz" lIns="91440" tIns="45720" rIns="91440" bIns="45720" rtlCol="0" anchor="ctr">
            <a:normAutofit/>
          </a:bodyPr>
          <a:lstStyle/>
          <a:p>
            <a:pPr>
              <a:spcAft>
                <a:spcPts val="600"/>
              </a:spcAft>
            </a:pPr>
            <a:fld id="{B2DC25EE-239B-4C5F-AAD1-255A7D5F1EE2}" type="slidenum">
              <a:rPr lang="en-US">
                <a:solidFill>
                  <a:schemeClr val="tx2">
                    <a:lumMod val="50000"/>
                    <a:lumOff val="50000"/>
                  </a:schemeClr>
                </a:solidFill>
              </a:rPr>
              <a:pPr>
                <a:spcAft>
                  <a:spcPts val="600"/>
                </a:spcAft>
              </a:pPr>
              <a:t>14</a:t>
            </a:fld>
            <a:endParaRPr lang="en-US">
              <a:solidFill>
                <a:schemeClr val="tx2">
                  <a:lumMod val="50000"/>
                  <a:lumOff val="50000"/>
                </a:schemeClr>
              </a:solidFill>
            </a:endParaRPr>
          </a:p>
        </p:txBody>
      </p:sp>
    </p:spTree>
    <p:extLst>
      <p:ext uri="{BB962C8B-B14F-4D97-AF65-F5344CB8AC3E}">
        <p14:creationId xmlns:p14="http://schemas.microsoft.com/office/powerpoint/2010/main" val="378717829"/>
      </p:ext>
    </p:extLst>
  </p:cSld>
  <p:clrMapOvr>
    <a:masterClrMapping/>
  </p:clrMapOvr>
  <mc:AlternateContent xmlns:mc="http://schemas.openxmlformats.org/markup-compatibility/2006" xmlns:p14="http://schemas.microsoft.com/office/powerpoint/2010/main">
    <mc:Choice Requires="p14">
      <p:transition spd="slow" p14:dur="2000" advTm="46679"/>
    </mc:Choice>
    <mc:Fallback xmlns="">
      <p:transition spd="slow" advTm="46679"/>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Rectangle 15">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CE53A38-797F-21A9-380E-57D2E9D97F9A}"/>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2800" dirty="0"/>
              <a:t>"What political regime is showing the most economic progress?" </a:t>
            </a:r>
          </a:p>
        </p:txBody>
      </p:sp>
      <p:sp>
        <p:nvSpPr>
          <p:cNvPr id="20" name="Rectangle: Rounded Corners 19">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a:ea typeface="+mn-ea"/>
              <a:cs typeface="+mn-cs"/>
            </a:endParaRPr>
          </a:p>
        </p:txBody>
      </p:sp>
      <p:pic>
        <p:nvPicPr>
          <p:cNvPr id="7" name="Content Placeholder 6">
            <a:extLst>
              <a:ext uri="{FF2B5EF4-FFF2-40B4-BE49-F238E27FC236}">
                <a16:creationId xmlns:a16="http://schemas.microsoft.com/office/drawing/2014/main" id="{4EC82288-37A9-8ED6-FA8E-BD834FF00848}"/>
              </a:ext>
            </a:extLst>
          </p:cNvPr>
          <p:cNvPicPr>
            <a:picLocks noGrp="1" noChangeAspect="1"/>
          </p:cNvPicPr>
          <p:nvPr>
            <p:ph sz="half" idx="2"/>
          </p:nvPr>
        </p:nvPicPr>
        <p:blipFill>
          <a:blip r:embed="rId3"/>
          <a:stretch>
            <a:fillRect/>
          </a:stretch>
        </p:blipFill>
        <p:spPr>
          <a:xfrm>
            <a:off x="1544319" y="2139484"/>
            <a:ext cx="9103362" cy="4096512"/>
          </a:xfrm>
          <a:prstGeom prst="rect">
            <a:avLst/>
          </a:prstGeom>
        </p:spPr>
      </p:pic>
      <p:sp>
        <p:nvSpPr>
          <p:cNvPr id="5" name="Slide Number Placeholder 4">
            <a:extLst>
              <a:ext uri="{FF2B5EF4-FFF2-40B4-BE49-F238E27FC236}">
                <a16:creationId xmlns:a16="http://schemas.microsoft.com/office/drawing/2014/main" id="{D1EB88A1-4AB1-542B-2CB3-9577D2E4DD26}"/>
              </a:ext>
            </a:extLst>
          </p:cNvPr>
          <p:cNvSpPr>
            <a:spLocks noGrp="1"/>
          </p:cNvSpPr>
          <p:nvPr>
            <p:ph type="sldNum" sz="quarter" idx="12"/>
          </p:nvPr>
        </p:nvSpPr>
        <p:spPr>
          <a:xfrm>
            <a:off x="8869680" y="6356350"/>
            <a:ext cx="2743200" cy="365125"/>
          </a:xfrm>
        </p:spPr>
        <p:txBody>
          <a:bodyPr vert="horz" lIns="91440" tIns="45720" rIns="91440" bIns="45720" rtlCol="0" anchor="ctr">
            <a:normAutofit/>
          </a:bodyPr>
          <a:lstStyle/>
          <a:p>
            <a:pPr>
              <a:spcAft>
                <a:spcPts val="600"/>
              </a:spcAft>
            </a:pPr>
            <a:fld id="{B2DC25EE-239B-4C5F-AAD1-255A7D5F1EE2}" type="slidenum">
              <a:rPr lang="en-US">
                <a:solidFill>
                  <a:schemeClr val="tx2">
                    <a:lumMod val="50000"/>
                    <a:lumOff val="50000"/>
                  </a:schemeClr>
                </a:solidFill>
              </a:rPr>
              <a:pPr>
                <a:spcAft>
                  <a:spcPts val="600"/>
                </a:spcAft>
              </a:pPr>
              <a:t>15</a:t>
            </a:fld>
            <a:endParaRPr lang="en-US">
              <a:solidFill>
                <a:schemeClr val="tx2">
                  <a:lumMod val="50000"/>
                  <a:lumOff val="50000"/>
                </a:schemeClr>
              </a:solidFill>
            </a:endParaRPr>
          </a:p>
        </p:txBody>
      </p:sp>
    </p:spTree>
    <p:extLst>
      <p:ext uri="{BB962C8B-B14F-4D97-AF65-F5344CB8AC3E}">
        <p14:creationId xmlns:p14="http://schemas.microsoft.com/office/powerpoint/2010/main" val="3856675272"/>
      </p:ext>
    </p:extLst>
  </p:cSld>
  <p:clrMapOvr>
    <a:masterClrMapping/>
  </p:clrMapOvr>
  <mc:AlternateContent xmlns:mc="http://schemas.openxmlformats.org/markup-compatibility/2006" xmlns:p14="http://schemas.microsoft.com/office/powerpoint/2010/main">
    <mc:Choice Requires="p14">
      <p:transition spd="slow" p14:dur="2000" advTm="25630"/>
    </mc:Choice>
    <mc:Fallback xmlns="">
      <p:transition spd="slow" advTm="2563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Rectangle 15">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1F6E04-8DEE-E92A-D01E-A97563D810A7}"/>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3700" dirty="0"/>
              <a:t>"Is there a correlation between per capita GNI and AI development?" </a:t>
            </a:r>
          </a:p>
        </p:txBody>
      </p:sp>
      <p:sp>
        <p:nvSpPr>
          <p:cNvPr id="3" name="Content Placeholder 2">
            <a:extLst>
              <a:ext uri="{FF2B5EF4-FFF2-40B4-BE49-F238E27FC236}">
                <a16:creationId xmlns:a16="http://schemas.microsoft.com/office/drawing/2014/main" id="{B3892439-681C-1452-7D01-D10A8A738069}"/>
              </a:ext>
            </a:extLst>
          </p:cNvPr>
          <p:cNvSpPr>
            <a:spLocks noGrp="1"/>
          </p:cNvSpPr>
          <p:nvPr>
            <p:ph sz="half" idx="1"/>
          </p:nvPr>
        </p:nvSpPr>
        <p:spPr>
          <a:xfrm>
            <a:off x="477981" y="4872922"/>
            <a:ext cx="3933306" cy="1208141"/>
          </a:xfrm>
        </p:spPr>
        <p:txBody>
          <a:bodyPr vert="horz" lIns="91440" tIns="45720" rIns="91440" bIns="45720" rtlCol="0">
            <a:normAutofit/>
          </a:bodyPr>
          <a:lstStyle/>
          <a:p>
            <a:pPr marL="0" indent="0">
              <a:buNone/>
            </a:pPr>
            <a:r>
              <a:rPr lang="en-US" sz="2000" b="0" i="0" dirty="0">
                <a:effectLst/>
              </a:rPr>
              <a:t>Correlation between Per capita GNI and Total score for the year 2021: </a:t>
            </a:r>
            <a:r>
              <a:rPr lang="en-US" sz="2000" b="1" i="0" dirty="0">
                <a:effectLst/>
              </a:rPr>
              <a:t>0.55</a:t>
            </a:r>
            <a:endParaRPr lang="en-US" sz="2000" b="1" dirty="0"/>
          </a:p>
        </p:txBody>
      </p:sp>
      <p:sp>
        <p:nvSpPr>
          <p:cNvPr id="18" name="Rectangle 17">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Content Placeholder 6">
            <a:extLst>
              <a:ext uri="{FF2B5EF4-FFF2-40B4-BE49-F238E27FC236}">
                <a16:creationId xmlns:a16="http://schemas.microsoft.com/office/drawing/2014/main" id="{4FE8A85E-66E6-3A69-4218-E7B50DF8ED68}"/>
              </a:ext>
            </a:extLst>
          </p:cNvPr>
          <p:cNvPicPr>
            <a:picLocks noGrp="1" noChangeAspect="1"/>
          </p:cNvPicPr>
          <p:nvPr>
            <p:ph sz="half" idx="2"/>
          </p:nvPr>
        </p:nvPicPr>
        <p:blipFill>
          <a:blip r:embed="rId3"/>
          <a:stretch>
            <a:fillRect/>
          </a:stretch>
        </p:blipFill>
        <p:spPr>
          <a:xfrm>
            <a:off x="4867488" y="625683"/>
            <a:ext cx="6840602" cy="5455380"/>
          </a:xfrm>
          <a:prstGeom prst="rect">
            <a:avLst/>
          </a:prstGeom>
        </p:spPr>
      </p:pic>
      <p:sp>
        <p:nvSpPr>
          <p:cNvPr id="5" name="Slide Number Placeholder 4">
            <a:extLst>
              <a:ext uri="{FF2B5EF4-FFF2-40B4-BE49-F238E27FC236}">
                <a16:creationId xmlns:a16="http://schemas.microsoft.com/office/drawing/2014/main" id="{F0C57A20-460F-4DC8-DE3C-4B84202F65FF}"/>
              </a:ext>
            </a:extLst>
          </p:cNvPr>
          <p:cNvSpPr>
            <a:spLocks noGrp="1"/>
          </p:cNvSpPr>
          <p:nvPr>
            <p:ph type="sldNum" sz="quarter" idx="12"/>
          </p:nvPr>
        </p:nvSpPr>
        <p:spPr>
          <a:xfrm>
            <a:off x="9926319" y="6356350"/>
            <a:ext cx="1787699" cy="365125"/>
          </a:xfrm>
        </p:spPr>
        <p:txBody>
          <a:bodyPr vert="horz" lIns="91440" tIns="45720" rIns="91440" bIns="45720" rtlCol="0" anchor="ctr">
            <a:normAutofit/>
          </a:bodyPr>
          <a:lstStyle/>
          <a:p>
            <a:pPr>
              <a:spcAft>
                <a:spcPts val="600"/>
              </a:spcAft>
            </a:pPr>
            <a:fld id="{B2DC25EE-239B-4C5F-AAD1-255A7D5F1EE2}" type="slidenum">
              <a:rPr lang="en-US">
                <a:solidFill>
                  <a:schemeClr val="tx2">
                    <a:lumMod val="50000"/>
                    <a:lumOff val="50000"/>
                  </a:schemeClr>
                </a:solidFill>
              </a:rPr>
              <a:pPr>
                <a:spcAft>
                  <a:spcPts val="600"/>
                </a:spcAft>
              </a:pPr>
              <a:t>16</a:t>
            </a:fld>
            <a:endParaRPr lang="en-US">
              <a:solidFill>
                <a:schemeClr val="tx2">
                  <a:lumMod val="50000"/>
                  <a:lumOff val="50000"/>
                </a:schemeClr>
              </a:solidFill>
            </a:endParaRPr>
          </a:p>
        </p:txBody>
      </p:sp>
    </p:spTree>
    <p:extLst>
      <p:ext uri="{BB962C8B-B14F-4D97-AF65-F5344CB8AC3E}">
        <p14:creationId xmlns:p14="http://schemas.microsoft.com/office/powerpoint/2010/main" val="1351114592"/>
      </p:ext>
    </p:extLst>
  </p:cSld>
  <p:clrMapOvr>
    <a:masterClrMapping/>
  </p:clrMapOvr>
  <mc:AlternateContent xmlns:mc="http://schemas.openxmlformats.org/markup-compatibility/2006" xmlns:p14="http://schemas.microsoft.com/office/powerpoint/2010/main">
    <mc:Choice Requires="p14">
      <p:transition spd="slow" p14:dur="2000" advTm="28377"/>
    </mc:Choice>
    <mc:Fallback xmlns="">
      <p:transition spd="slow" advTm="28377"/>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17416-AAF9-5D9C-BE0F-073604B89E00}"/>
              </a:ext>
            </a:extLst>
          </p:cNvPr>
          <p:cNvSpPr>
            <a:spLocks noGrp="1"/>
          </p:cNvSpPr>
          <p:nvPr>
            <p:ph type="title"/>
          </p:nvPr>
        </p:nvSpPr>
        <p:spPr/>
        <p:txBody>
          <a:bodyPr/>
          <a:lstStyle/>
          <a:p>
            <a:r>
              <a:rPr lang="en-GB" dirty="0"/>
              <a:t>Conclusion</a:t>
            </a:r>
            <a:endParaRPr lang="en-IE" dirty="0"/>
          </a:p>
        </p:txBody>
      </p:sp>
      <p:sp>
        <p:nvSpPr>
          <p:cNvPr id="6" name="Content Placeholder 5">
            <a:extLst>
              <a:ext uri="{FF2B5EF4-FFF2-40B4-BE49-F238E27FC236}">
                <a16:creationId xmlns:a16="http://schemas.microsoft.com/office/drawing/2014/main" id="{D52EB7F9-D6B4-E58D-74CC-456350209A4D}"/>
              </a:ext>
            </a:extLst>
          </p:cNvPr>
          <p:cNvSpPr>
            <a:spLocks noGrp="1"/>
          </p:cNvSpPr>
          <p:nvPr>
            <p:ph idx="1"/>
          </p:nvPr>
        </p:nvSpPr>
        <p:spPr/>
        <p:txBody>
          <a:bodyPr>
            <a:normAutofit fontScale="25000" lnSpcReduction="20000"/>
          </a:bodyPr>
          <a:lstStyle/>
          <a:p>
            <a:pPr marL="0" indent="0">
              <a:buNone/>
            </a:pPr>
            <a:r>
              <a:rPr lang="en-GB" sz="6400" dirty="0"/>
              <a:t>If we acknowledge that our freedom is fragile, does that make AI developed in countries that enjoy higher levels of freedom less safe or equally unsafe? Throughout this extensive analysis, we reached several conclusions that confirmed a high indication of AI emerging around very vague freedom lines for humanity in all political regimes. However, liberal democracy exhibits the highest level of oscillations in all segments. This can be attributed, in part, to the concept of relatively less rigorous control over the population. The idea here is that less rigid control might suggest a more unstable political and economic society, potentially shaping a dynamic future for the free world.</a:t>
            </a:r>
          </a:p>
          <a:p>
            <a:pPr marL="0" indent="0">
              <a:buNone/>
            </a:pPr>
            <a:r>
              <a:rPr lang="en-GB" sz="6400" dirty="0"/>
              <a:t>Despite enjoying our freedom in the Western world and desiring more control over our lives, advancing rapidly in technologies without sufficient knowledge and readiness can pose dangers.</a:t>
            </a:r>
          </a:p>
          <a:p>
            <a:pPr marL="0" indent="0">
              <a:buNone/>
            </a:pPr>
            <a:r>
              <a:rPr lang="en-GB" sz="6400" dirty="0"/>
              <a:t>Throughout this analysis, it becomes apparent that our freedoms may not align with our expectations. To address this issue, education in emerging technologies is crucial. If people in countries where this is possible, take control of information, we can better safeguard our freedom.</a:t>
            </a:r>
          </a:p>
          <a:p>
            <a:pPr marL="0" indent="0">
              <a:buNone/>
            </a:pPr>
            <a:endParaRPr lang="en-IE" dirty="0"/>
          </a:p>
        </p:txBody>
      </p:sp>
      <p:sp>
        <p:nvSpPr>
          <p:cNvPr id="5" name="Slide Number Placeholder 4">
            <a:extLst>
              <a:ext uri="{FF2B5EF4-FFF2-40B4-BE49-F238E27FC236}">
                <a16:creationId xmlns:a16="http://schemas.microsoft.com/office/drawing/2014/main" id="{2C0D9A1F-83F9-3E97-326A-4E1E24CA716C}"/>
              </a:ext>
            </a:extLst>
          </p:cNvPr>
          <p:cNvSpPr>
            <a:spLocks noGrp="1"/>
          </p:cNvSpPr>
          <p:nvPr>
            <p:ph type="sldNum" sz="quarter" idx="12"/>
          </p:nvPr>
        </p:nvSpPr>
        <p:spPr/>
        <p:txBody>
          <a:bodyPr/>
          <a:lstStyle/>
          <a:p>
            <a:fld id="{B2DC25EE-239B-4C5F-AAD1-255A7D5F1EE2}" type="slidenum">
              <a:rPr lang="en-US" smtClean="0"/>
              <a:t>17</a:t>
            </a:fld>
            <a:endParaRPr lang="en-US"/>
          </a:p>
        </p:txBody>
      </p:sp>
    </p:spTree>
    <p:extLst>
      <p:ext uri="{BB962C8B-B14F-4D97-AF65-F5344CB8AC3E}">
        <p14:creationId xmlns:p14="http://schemas.microsoft.com/office/powerpoint/2010/main" val="2850446174"/>
      </p:ext>
    </p:extLst>
  </p:cSld>
  <p:clrMapOvr>
    <a:masterClrMapping/>
  </p:clrMapOvr>
  <mc:AlternateContent xmlns:mc="http://schemas.openxmlformats.org/markup-compatibility/2006" xmlns:p14="http://schemas.microsoft.com/office/powerpoint/2010/main">
    <mc:Choice Requires="p14">
      <p:transition spd="slow" p14:dur="2000" advTm="67737"/>
    </mc:Choice>
    <mc:Fallback xmlns="">
      <p:transition spd="slow" advTm="67737"/>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EDA9C-EECD-9E51-2D84-9AA8C370DABB}"/>
              </a:ext>
            </a:extLst>
          </p:cNvPr>
          <p:cNvSpPr>
            <a:spLocks noGrp="1"/>
          </p:cNvSpPr>
          <p:nvPr>
            <p:ph type="title"/>
          </p:nvPr>
        </p:nvSpPr>
        <p:spPr/>
        <p:txBody>
          <a:bodyPr/>
          <a:lstStyle/>
          <a:p>
            <a:r>
              <a:rPr lang="en-GB" dirty="0"/>
              <a:t>Extended research</a:t>
            </a:r>
            <a:endParaRPr lang="en-IE" dirty="0"/>
          </a:p>
        </p:txBody>
      </p:sp>
      <p:sp>
        <p:nvSpPr>
          <p:cNvPr id="3" name="Content Placeholder 2">
            <a:extLst>
              <a:ext uri="{FF2B5EF4-FFF2-40B4-BE49-F238E27FC236}">
                <a16:creationId xmlns:a16="http://schemas.microsoft.com/office/drawing/2014/main" id="{CD74EB17-E694-E878-07AD-B54DECD83891}"/>
              </a:ext>
            </a:extLst>
          </p:cNvPr>
          <p:cNvSpPr>
            <a:spLocks noGrp="1"/>
          </p:cNvSpPr>
          <p:nvPr>
            <p:ph idx="1"/>
          </p:nvPr>
        </p:nvSpPr>
        <p:spPr/>
        <p:txBody>
          <a:bodyPr>
            <a:normAutofit fontScale="77500" lnSpcReduction="20000"/>
          </a:bodyPr>
          <a:lstStyle/>
          <a:p>
            <a:r>
              <a:rPr lang="en-GB" dirty="0"/>
              <a:t>While our analysis involves a relatively modest number of countries, limiting the importance of our conclusions, a more exhaustive examination of a larger sample would be imperative for more robust insights.</a:t>
            </a:r>
          </a:p>
          <a:p>
            <a:endParaRPr lang="en-GB" dirty="0"/>
          </a:p>
          <a:p>
            <a:r>
              <a:rPr lang="en-GB" dirty="0"/>
              <a:t>Exploring political regimes more comprehensively across historical contexts and diverse leadership would be highly advisable. This approach is essential for gaining a better understanding of how predictions regarding political regimes can be formulated, and whether this specific subject is relevant only when examined from an individual perspective.</a:t>
            </a:r>
          </a:p>
          <a:p>
            <a:endParaRPr lang="en-IE" dirty="0"/>
          </a:p>
        </p:txBody>
      </p:sp>
      <p:sp>
        <p:nvSpPr>
          <p:cNvPr id="5" name="Slide Number Placeholder 4">
            <a:extLst>
              <a:ext uri="{FF2B5EF4-FFF2-40B4-BE49-F238E27FC236}">
                <a16:creationId xmlns:a16="http://schemas.microsoft.com/office/drawing/2014/main" id="{0CCFF22C-AB35-C3EC-2DA9-C324A1AFFCDB}"/>
              </a:ext>
            </a:extLst>
          </p:cNvPr>
          <p:cNvSpPr>
            <a:spLocks noGrp="1"/>
          </p:cNvSpPr>
          <p:nvPr>
            <p:ph type="sldNum" sz="quarter" idx="12"/>
          </p:nvPr>
        </p:nvSpPr>
        <p:spPr/>
        <p:txBody>
          <a:bodyPr/>
          <a:lstStyle/>
          <a:p>
            <a:fld id="{B2DC25EE-239B-4C5F-AAD1-255A7D5F1EE2}" type="slidenum">
              <a:rPr lang="en-US" smtClean="0"/>
              <a:t>18</a:t>
            </a:fld>
            <a:endParaRPr lang="en-US"/>
          </a:p>
        </p:txBody>
      </p:sp>
    </p:spTree>
    <p:extLst>
      <p:ext uri="{BB962C8B-B14F-4D97-AF65-F5344CB8AC3E}">
        <p14:creationId xmlns:p14="http://schemas.microsoft.com/office/powerpoint/2010/main" val="2678293498"/>
      </p:ext>
    </p:extLst>
  </p:cSld>
  <p:clrMapOvr>
    <a:masterClrMapping/>
  </p:clrMapOvr>
  <mc:AlternateContent xmlns:mc="http://schemas.openxmlformats.org/markup-compatibility/2006" xmlns:p14="http://schemas.microsoft.com/office/powerpoint/2010/main">
    <mc:Choice Requires="p14">
      <p:transition spd="slow" p14:dur="2000" advTm="52765"/>
    </mc:Choice>
    <mc:Fallback xmlns="">
      <p:transition spd="slow" advTm="52765"/>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288E0C8-99A8-6DA5-4A4F-E0B09ADAAD49}"/>
              </a:ext>
            </a:extLst>
          </p:cNvPr>
          <p:cNvSpPr>
            <a:spLocks noGrp="1"/>
          </p:cNvSpPr>
          <p:nvPr>
            <p:ph type="title"/>
          </p:nvPr>
        </p:nvSpPr>
        <p:spPr/>
        <p:txBody>
          <a:bodyPr/>
          <a:lstStyle/>
          <a:p>
            <a:r>
              <a:rPr lang="en-GB" dirty="0"/>
              <a:t>References</a:t>
            </a:r>
            <a:endParaRPr lang="en-IE" dirty="0"/>
          </a:p>
        </p:txBody>
      </p:sp>
      <p:sp>
        <p:nvSpPr>
          <p:cNvPr id="4" name="Slide Number Placeholder 3">
            <a:extLst>
              <a:ext uri="{FF2B5EF4-FFF2-40B4-BE49-F238E27FC236}">
                <a16:creationId xmlns:a16="http://schemas.microsoft.com/office/drawing/2014/main" id="{C40147DE-E4A5-C819-B06A-C81703422364}"/>
              </a:ext>
            </a:extLst>
          </p:cNvPr>
          <p:cNvSpPr>
            <a:spLocks noGrp="1"/>
          </p:cNvSpPr>
          <p:nvPr>
            <p:ph type="sldNum" sz="quarter" idx="12"/>
          </p:nvPr>
        </p:nvSpPr>
        <p:spPr/>
        <p:txBody>
          <a:bodyPr/>
          <a:lstStyle/>
          <a:p>
            <a:fld id="{B2DC25EE-239B-4C5F-AAD1-255A7D5F1EE2}" type="slidenum">
              <a:rPr lang="en-US" smtClean="0"/>
              <a:t>19</a:t>
            </a:fld>
            <a:endParaRPr lang="en-US"/>
          </a:p>
        </p:txBody>
      </p:sp>
      <p:sp>
        <p:nvSpPr>
          <p:cNvPr id="14" name="Content Placeholder 13">
            <a:extLst>
              <a:ext uri="{FF2B5EF4-FFF2-40B4-BE49-F238E27FC236}">
                <a16:creationId xmlns:a16="http://schemas.microsoft.com/office/drawing/2014/main" id="{F6F5D628-10BE-C837-64A6-C378D30F4B37}"/>
              </a:ext>
            </a:extLst>
          </p:cNvPr>
          <p:cNvSpPr txBox="1">
            <a:spLocks noGrp="1"/>
          </p:cNvSpPr>
          <p:nvPr>
            <p:ph idx="1"/>
          </p:nvPr>
        </p:nvSpPr>
        <p:spPr>
          <a:xfrm>
            <a:off x="1115759" y="2058660"/>
            <a:ext cx="10167937" cy="4662815"/>
          </a:xfrm>
          <a:prstGeom prst="rect">
            <a:avLst/>
          </a:prstGeom>
          <a:noFill/>
        </p:spPr>
        <p:txBody>
          <a:bodyPr wrap="square" rtlCol="0">
            <a:spAutoFit/>
          </a:bodyPr>
          <a:lstStyle/>
          <a:p>
            <a:pPr marL="0" indent="0">
              <a:lnSpc>
                <a:spcPct val="100000"/>
              </a:lnSpc>
              <a:spcAft>
                <a:spcPts val="800"/>
              </a:spcAft>
              <a:buNone/>
            </a:pPr>
            <a:r>
              <a:rPr lang="en-IE" sz="900"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en-IE" sz="900" kern="100" dirty="0">
                <a:effectLst/>
                <a:latin typeface="Calibri" panose="020F0502020204030204" pitchFamily="34" charset="0"/>
                <a:ea typeface="Calibri" panose="020F0502020204030204" pitchFamily="34" charset="0"/>
                <a:cs typeface="Times New Roman" panose="02020603050405020304" pitchFamily="18" charset="0"/>
              </a:rPr>
              <a:t> Global AI Index Insights </a:t>
            </a:r>
            <a:r>
              <a:rPr lang="en-IE" sz="900" kern="100" dirty="0">
                <a:effectLst/>
                <a:latin typeface="Segoe UI Emoji" panose="020B0502040204020203" pitchFamily="34" charset="0"/>
                <a:ea typeface="Calibri" panose="020F0502020204030204" pitchFamily="34" charset="0"/>
                <a:cs typeface="Segoe UI Emoji" panose="020B0502040204020203" pitchFamily="34" charset="0"/>
              </a:rPr>
              <a:t>💥</a:t>
            </a:r>
            <a:r>
              <a:rPr lang="en-IE" sz="900" kern="100" dirty="0">
                <a:effectLst/>
                <a:latin typeface="Calibri" panose="020F0502020204030204" pitchFamily="34" charset="0"/>
                <a:ea typeface="Calibri" panose="020F0502020204030204" pitchFamily="34" charset="0"/>
                <a:cs typeface="Times New Roman" panose="02020603050405020304" pitchFamily="18" charset="0"/>
              </a:rPr>
              <a:t> [online] (2024) available: </a:t>
            </a:r>
            <a:r>
              <a:rPr lang="en-IE" sz="9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https://kaggle.com/code/gvyshnya/global-ai-index-insights</a:t>
            </a:r>
            <a:r>
              <a:rPr lang="en-IE" sz="900" kern="100" dirty="0">
                <a:effectLst/>
                <a:latin typeface="Calibri" panose="020F0502020204030204" pitchFamily="34" charset="0"/>
                <a:ea typeface="Calibri" panose="020F0502020204030204" pitchFamily="34" charset="0"/>
                <a:cs typeface="Times New Roman" panose="02020603050405020304" pitchFamily="18" charset="0"/>
              </a:rPr>
              <a:t> [accessed 25 Jan 2024].</a:t>
            </a:r>
          </a:p>
          <a:p>
            <a:pPr marL="0" indent="0">
              <a:lnSpc>
                <a:spcPct val="100000"/>
              </a:lnSpc>
              <a:spcAft>
                <a:spcPts val="800"/>
              </a:spcAft>
              <a:buNone/>
            </a:pPr>
            <a:r>
              <a:rPr lang="en-IE" sz="900" kern="100" dirty="0">
                <a:effectLst/>
                <a:latin typeface="Calibri" panose="020F0502020204030204" pitchFamily="34" charset="0"/>
                <a:ea typeface="Calibri" panose="020F0502020204030204" pitchFamily="34" charset="0"/>
                <a:cs typeface="Times New Roman" panose="02020603050405020304" pitchFamily="18" charset="0"/>
              </a:rPr>
              <a:t>Freedom in the World [online] (2024) </a:t>
            </a:r>
            <a:r>
              <a:rPr lang="en-IE" sz="900" i="1" kern="100" dirty="0">
                <a:effectLst/>
                <a:latin typeface="Calibri" panose="020F0502020204030204" pitchFamily="34" charset="0"/>
                <a:ea typeface="Calibri" panose="020F0502020204030204" pitchFamily="34" charset="0"/>
                <a:cs typeface="Times New Roman" panose="02020603050405020304" pitchFamily="18" charset="0"/>
              </a:rPr>
              <a:t>Freedom House</a:t>
            </a:r>
            <a:r>
              <a:rPr lang="en-IE" sz="900" kern="100" dirty="0">
                <a:effectLst/>
                <a:latin typeface="Calibri" panose="020F0502020204030204" pitchFamily="34" charset="0"/>
                <a:ea typeface="Calibri" panose="020F0502020204030204" pitchFamily="34" charset="0"/>
                <a:cs typeface="Times New Roman" panose="02020603050405020304" pitchFamily="18" charset="0"/>
              </a:rPr>
              <a:t>, available: </a:t>
            </a:r>
            <a:r>
              <a:rPr lang="en-IE" sz="9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4"/>
              </a:rPr>
              <a:t>https://freedomhouse.org/report/freedom-world</a:t>
            </a:r>
            <a:r>
              <a:rPr lang="en-IE" sz="900" kern="100" dirty="0">
                <a:effectLst/>
                <a:latin typeface="Calibri" panose="020F0502020204030204" pitchFamily="34" charset="0"/>
                <a:ea typeface="Calibri" panose="020F0502020204030204" pitchFamily="34" charset="0"/>
                <a:cs typeface="Times New Roman" panose="02020603050405020304" pitchFamily="18" charset="0"/>
              </a:rPr>
              <a:t> [accessed 11 Jan 2024].</a:t>
            </a:r>
          </a:p>
          <a:p>
            <a:pPr marL="0" indent="0">
              <a:lnSpc>
                <a:spcPct val="100000"/>
              </a:lnSpc>
              <a:spcAft>
                <a:spcPts val="800"/>
              </a:spcAft>
              <a:buNone/>
            </a:pPr>
            <a:r>
              <a:rPr lang="en-IE" sz="900" kern="100" dirty="0">
                <a:effectLst/>
                <a:latin typeface="Calibri" panose="020F0502020204030204" pitchFamily="34" charset="0"/>
                <a:ea typeface="Calibri" panose="020F0502020204030204" pitchFamily="34" charset="0"/>
                <a:cs typeface="Times New Roman" panose="02020603050405020304" pitchFamily="18" charset="0"/>
              </a:rPr>
              <a:t>Freedom Rankings Per Country (2013-2022) [online] (2024) available: </a:t>
            </a:r>
            <a:r>
              <a:rPr lang="en-IE" sz="9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5"/>
              </a:rPr>
              <a:t>https://www.kaggle.com/datasets/justin2028/freedom-in-the-world-2013-2022</a:t>
            </a:r>
            <a:r>
              <a:rPr lang="en-IE" sz="900" kern="100" dirty="0">
                <a:effectLst/>
                <a:latin typeface="Calibri" panose="020F0502020204030204" pitchFamily="34" charset="0"/>
                <a:ea typeface="Calibri" panose="020F0502020204030204" pitchFamily="34" charset="0"/>
                <a:cs typeface="Times New Roman" panose="02020603050405020304" pitchFamily="18" charset="0"/>
              </a:rPr>
              <a:t> [accessed 25 Jan 2024].</a:t>
            </a:r>
          </a:p>
          <a:p>
            <a:pPr marL="0" indent="0">
              <a:lnSpc>
                <a:spcPct val="100000"/>
              </a:lnSpc>
              <a:spcAft>
                <a:spcPts val="800"/>
              </a:spcAft>
              <a:buNone/>
            </a:pPr>
            <a:r>
              <a:rPr lang="en-IE" sz="900" kern="100" dirty="0">
                <a:effectLst/>
                <a:latin typeface="Calibri" panose="020F0502020204030204" pitchFamily="34" charset="0"/>
                <a:ea typeface="Calibri" panose="020F0502020204030204" pitchFamily="34" charset="0"/>
                <a:cs typeface="Times New Roman" panose="02020603050405020304" pitchFamily="18" charset="0"/>
              </a:rPr>
              <a:t>Global Economy Indicators [online] (2024) available: </a:t>
            </a:r>
            <a:r>
              <a:rPr lang="en-IE" sz="9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6"/>
              </a:rPr>
              <a:t>https://www.kaggle.com/datasets/prasad22/global-economy-indicators</a:t>
            </a:r>
            <a:r>
              <a:rPr lang="en-IE" sz="900" kern="100" dirty="0">
                <a:effectLst/>
                <a:latin typeface="Calibri" panose="020F0502020204030204" pitchFamily="34" charset="0"/>
                <a:ea typeface="Calibri" panose="020F0502020204030204" pitchFamily="34" charset="0"/>
                <a:cs typeface="Times New Roman" panose="02020603050405020304" pitchFamily="18" charset="0"/>
              </a:rPr>
              <a:t> [accessed 25 Jan 2024].</a:t>
            </a:r>
          </a:p>
          <a:p>
            <a:pPr marL="0" indent="0">
              <a:lnSpc>
                <a:spcPct val="100000"/>
              </a:lnSpc>
              <a:spcAft>
                <a:spcPts val="800"/>
              </a:spcAft>
              <a:buNone/>
            </a:pPr>
            <a:r>
              <a:rPr lang="en-IE" sz="900" kern="100" dirty="0">
                <a:effectLst/>
                <a:latin typeface="Calibri" panose="020F0502020204030204" pitchFamily="34" charset="0"/>
                <a:ea typeface="Calibri" panose="020F0502020204030204" pitchFamily="34" charset="0"/>
                <a:cs typeface="Times New Roman" panose="02020603050405020304" pitchFamily="18" charset="0"/>
              </a:rPr>
              <a:t>Global Risks Report 2023 [online] (2024) </a:t>
            </a:r>
            <a:r>
              <a:rPr lang="en-IE" sz="900" i="1" kern="100" dirty="0">
                <a:effectLst/>
                <a:latin typeface="Calibri" panose="020F0502020204030204" pitchFamily="34" charset="0"/>
                <a:ea typeface="Calibri" panose="020F0502020204030204" pitchFamily="34" charset="0"/>
                <a:cs typeface="Times New Roman" panose="02020603050405020304" pitchFamily="18" charset="0"/>
              </a:rPr>
              <a:t>World Economic Forum</a:t>
            </a:r>
            <a:r>
              <a:rPr lang="en-IE" sz="900" kern="100" dirty="0">
                <a:effectLst/>
                <a:latin typeface="Calibri" panose="020F0502020204030204" pitchFamily="34" charset="0"/>
                <a:ea typeface="Calibri" panose="020F0502020204030204" pitchFamily="34" charset="0"/>
                <a:cs typeface="Times New Roman" panose="02020603050405020304" pitchFamily="18" charset="0"/>
              </a:rPr>
              <a:t>, available: </a:t>
            </a:r>
            <a:r>
              <a:rPr lang="en-IE" sz="9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7"/>
              </a:rPr>
              <a:t>https://www.weforum.org/publications/global-risks-report-2023/digest/</a:t>
            </a:r>
            <a:r>
              <a:rPr lang="en-IE" sz="900" kern="100" dirty="0">
                <a:effectLst/>
                <a:latin typeface="Calibri" panose="020F0502020204030204" pitchFamily="34" charset="0"/>
                <a:ea typeface="Calibri" panose="020F0502020204030204" pitchFamily="34" charset="0"/>
                <a:cs typeface="Times New Roman" panose="02020603050405020304" pitchFamily="18" charset="0"/>
              </a:rPr>
              <a:t> [accessed 7 Jan 2024].</a:t>
            </a:r>
          </a:p>
          <a:p>
            <a:pPr marL="0" indent="0">
              <a:lnSpc>
                <a:spcPct val="100000"/>
              </a:lnSpc>
              <a:spcAft>
                <a:spcPts val="800"/>
              </a:spcAft>
              <a:buNone/>
            </a:pPr>
            <a:r>
              <a:rPr lang="en-IE" sz="900" kern="100" dirty="0">
                <a:effectLst/>
                <a:latin typeface="Calibri" panose="020F0502020204030204" pitchFamily="34" charset="0"/>
                <a:ea typeface="Calibri" panose="020F0502020204030204" pitchFamily="34" charset="0"/>
                <a:cs typeface="Times New Roman" panose="02020603050405020304" pitchFamily="18" charset="0"/>
              </a:rPr>
              <a:t>Kaggle: Your Machine Learning and Data Science Community [online] (2024) available: </a:t>
            </a:r>
            <a:r>
              <a:rPr lang="en-IE" sz="9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8"/>
              </a:rPr>
              <a:t>https://www.kaggle.com/</a:t>
            </a:r>
            <a:r>
              <a:rPr lang="en-IE" sz="900" kern="100" dirty="0">
                <a:effectLst/>
                <a:latin typeface="Calibri" panose="020F0502020204030204" pitchFamily="34" charset="0"/>
                <a:ea typeface="Calibri" panose="020F0502020204030204" pitchFamily="34" charset="0"/>
                <a:cs typeface="Times New Roman" panose="02020603050405020304" pitchFamily="18" charset="0"/>
              </a:rPr>
              <a:t> [accessed 25 Jan 2024].</a:t>
            </a:r>
          </a:p>
          <a:p>
            <a:pPr marL="0" indent="0">
              <a:lnSpc>
                <a:spcPct val="100000"/>
              </a:lnSpc>
              <a:spcAft>
                <a:spcPts val="800"/>
              </a:spcAft>
              <a:buNone/>
            </a:pPr>
            <a:r>
              <a:rPr lang="en-IE" sz="900" kern="100" dirty="0">
                <a:effectLst/>
                <a:latin typeface="Calibri" panose="020F0502020204030204" pitchFamily="34" charset="0"/>
                <a:ea typeface="Calibri" panose="020F0502020204030204" pitchFamily="34" charset="0"/>
                <a:cs typeface="Times New Roman" panose="02020603050405020304" pitchFamily="18" charset="0"/>
              </a:rPr>
              <a:t>Our World in Data [online] (2024) available: </a:t>
            </a:r>
            <a:r>
              <a:rPr lang="en-IE" sz="9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9"/>
              </a:rPr>
              <a:t>https://ourworldindata.org/</a:t>
            </a:r>
            <a:r>
              <a:rPr lang="en-IE" sz="900" kern="100" dirty="0">
                <a:effectLst/>
                <a:latin typeface="Calibri" panose="020F0502020204030204" pitchFamily="34" charset="0"/>
                <a:ea typeface="Calibri" panose="020F0502020204030204" pitchFamily="34" charset="0"/>
                <a:cs typeface="Times New Roman" panose="02020603050405020304" pitchFamily="18" charset="0"/>
              </a:rPr>
              <a:t> [accessed 11 Jan 2024].</a:t>
            </a:r>
          </a:p>
          <a:p>
            <a:pPr marL="0" indent="0">
              <a:lnSpc>
                <a:spcPct val="100000"/>
              </a:lnSpc>
              <a:spcAft>
                <a:spcPts val="800"/>
              </a:spcAft>
              <a:buNone/>
            </a:pPr>
            <a:r>
              <a:rPr lang="en-IE" sz="900" kern="100" dirty="0">
                <a:effectLst/>
                <a:latin typeface="Calibri" panose="020F0502020204030204" pitchFamily="34" charset="0"/>
                <a:ea typeface="Calibri" panose="020F0502020204030204" pitchFamily="34" charset="0"/>
                <a:cs typeface="Times New Roman" panose="02020603050405020304" pitchFamily="18" charset="0"/>
              </a:rPr>
              <a:t>Prasad Patil | Expert [online] (2024) available: </a:t>
            </a:r>
            <a:r>
              <a:rPr lang="en-IE" sz="9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10"/>
              </a:rPr>
              <a:t>https://www.kaggle.com/prasad22/competitions</a:t>
            </a:r>
            <a:r>
              <a:rPr lang="en-IE" sz="900" kern="100" dirty="0">
                <a:effectLst/>
                <a:latin typeface="Calibri" panose="020F0502020204030204" pitchFamily="34" charset="0"/>
                <a:ea typeface="Calibri" panose="020F0502020204030204" pitchFamily="34" charset="0"/>
                <a:cs typeface="Times New Roman" panose="02020603050405020304" pitchFamily="18" charset="0"/>
              </a:rPr>
              <a:t> [accessed 11 Jan 2024].</a:t>
            </a:r>
          </a:p>
          <a:p>
            <a:pPr marL="0" indent="0">
              <a:lnSpc>
                <a:spcPct val="100000"/>
              </a:lnSpc>
              <a:spcAft>
                <a:spcPts val="800"/>
              </a:spcAft>
              <a:buNone/>
            </a:pPr>
            <a:r>
              <a:rPr lang="en-IE" sz="900" kern="100" dirty="0" err="1">
                <a:effectLst/>
                <a:latin typeface="Calibri" panose="020F0502020204030204" pitchFamily="34" charset="0"/>
                <a:ea typeface="Calibri" panose="020F0502020204030204" pitchFamily="34" charset="0"/>
                <a:cs typeface="Times New Roman" panose="02020603050405020304" pitchFamily="18" charset="0"/>
              </a:rPr>
              <a:t>Przeworski</a:t>
            </a:r>
            <a:r>
              <a:rPr lang="en-IE" sz="900" kern="100" dirty="0">
                <a:effectLst/>
                <a:latin typeface="Calibri" panose="020F0502020204030204" pitchFamily="34" charset="0"/>
                <a:ea typeface="Calibri" panose="020F0502020204030204" pitchFamily="34" charset="0"/>
                <a:cs typeface="Times New Roman" panose="02020603050405020304" pitchFamily="18" charset="0"/>
              </a:rPr>
              <a:t>, A. and </a:t>
            </a:r>
            <a:r>
              <a:rPr lang="en-IE" sz="900" kern="100" dirty="0" err="1">
                <a:effectLst/>
                <a:latin typeface="Calibri" panose="020F0502020204030204" pitchFamily="34" charset="0"/>
                <a:ea typeface="Calibri" panose="020F0502020204030204" pitchFamily="34" charset="0"/>
                <a:cs typeface="Times New Roman" panose="02020603050405020304" pitchFamily="18" charset="0"/>
              </a:rPr>
              <a:t>Limongi</a:t>
            </a:r>
            <a:r>
              <a:rPr lang="en-IE" sz="900" kern="100" dirty="0">
                <a:effectLst/>
                <a:latin typeface="Calibri" panose="020F0502020204030204" pitchFamily="34" charset="0"/>
                <a:ea typeface="Calibri" panose="020F0502020204030204" pitchFamily="34" charset="0"/>
                <a:cs typeface="Times New Roman" panose="02020603050405020304" pitchFamily="18" charset="0"/>
              </a:rPr>
              <a:t>, F. (1993) ‘Political Regimes and Economic Growth’, </a:t>
            </a:r>
            <a:r>
              <a:rPr lang="en-IE" sz="900" i="1" kern="100" dirty="0">
                <a:effectLst/>
                <a:latin typeface="Calibri" panose="020F0502020204030204" pitchFamily="34" charset="0"/>
                <a:ea typeface="Calibri" panose="020F0502020204030204" pitchFamily="34" charset="0"/>
                <a:cs typeface="Times New Roman" panose="02020603050405020304" pitchFamily="18" charset="0"/>
              </a:rPr>
              <a:t>Journal of Economic Perspectives</a:t>
            </a:r>
            <a:r>
              <a:rPr lang="en-IE" sz="900" kern="100" dirty="0">
                <a:effectLst/>
                <a:latin typeface="Calibri" panose="020F0502020204030204" pitchFamily="34" charset="0"/>
                <a:ea typeface="Calibri" panose="020F0502020204030204" pitchFamily="34" charset="0"/>
                <a:cs typeface="Times New Roman" panose="02020603050405020304" pitchFamily="18" charset="0"/>
              </a:rPr>
              <a:t>, 7(3), 51–69, available: </a:t>
            </a:r>
            <a:r>
              <a:rPr lang="en-IE" sz="9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11"/>
              </a:rPr>
              <a:t>https://doi.org/10.1257/jep.7.3.51</a:t>
            </a:r>
            <a:r>
              <a:rPr lang="en-IE" sz="900" kern="100" dirty="0">
                <a:effectLst/>
                <a:latin typeface="Calibri" panose="020F0502020204030204" pitchFamily="34" charset="0"/>
                <a:ea typeface="Calibri" panose="020F0502020204030204" pitchFamily="34" charset="0"/>
                <a:cs typeface="Times New Roman" panose="02020603050405020304" pitchFamily="18" charset="0"/>
              </a:rPr>
              <a:t>.</a:t>
            </a:r>
          </a:p>
          <a:p>
            <a:pPr marL="0" indent="0">
              <a:lnSpc>
                <a:spcPct val="100000"/>
              </a:lnSpc>
              <a:spcAft>
                <a:spcPts val="800"/>
              </a:spcAft>
              <a:buNone/>
            </a:pPr>
            <a:r>
              <a:rPr lang="en-IE" sz="900" kern="100" dirty="0">
                <a:effectLst/>
                <a:latin typeface="Calibri" panose="020F0502020204030204" pitchFamily="34" charset="0"/>
                <a:ea typeface="Calibri" panose="020F0502020204030204" pitchFamily="34" charset="0"/>
                <a:cs typeface="Times New Roman" panose="02020603050405020304" pitchFamily="18" charset="0"/>
              </a:rPr>
              <a:t>The Data Wrangler | Grandmaster [online] (2024) available: </a:t>
            </a:r>
            <a:r>
              <a:rPr lang="en-IE" sz="9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12"/>
              </a:rPr>
              <a:t>https://www.kaggle.com/justin2028/competitions</a:t>
            </a:r>
            <a:r>
              <a:rPr lang="en-IE" sz="900" kern="100" dirty="0">
                <a:effectLst/>
                <a:latin typeface="Calibri" panose="020F0502020204030204" pitchFamily="34" charset="0"/>
                <a:ea typeface="Calibri" panose="020F0502020204030204" pitchFamily="34" charset="0"/>
                <a:cs typeface="Times New Roman" panose="02020603050405020304" pitchFamily="18" charset="0"/>
              </a:rPr>
              <a:t> [accessed 11 Jan 2024].</a:t>
            </a:r>
          </a:p>
          <a:p>
            <a:pPr marL="0" indent="0">
              <a:lnSpc>
                <a:spcPct val="100000"/>
              </a:lnSpc>
              <a:spcAft>
                <a:spcPts val="800"/>
              </a:spcAft>
              <a:buNone/>
            </a:pPr>
            <a:r>
              <a:rPr lang="en-IE" sz="900" kern="100" dirty="0">
                <a:effectLst/>
                <a:latin typeface="Calibri" panose="020F0502020204030204" pitchFamily="34" charset="0"/>
                <a:ea typeface="Calibri" panose="020F0502020204030204" pitchFamily="34" charset="0"/>
                <a:cs typeface="Times New Roman" panose="02020603050405020304" pitchFamily="18" charset="0"/>
              </a:rPr>
              <a:t>The Global AI Index [online] (2024) </a:t>
            </a:r>
            <a:r>
              <a:rPr lang="en-IE" sz="900" i="1" kern="100" dirty="0">
                <a:effectLst/>
                <a:latin typeface="Calibri" panose="020F0502020204030204" pitchFamily="34" charset="0"/>
                <a:ea typeface="Calibri" panose="020F0502020204030204" pitchFamily="34" charset="0"/>
                <a:cs typeface="Times New Roman" panose="02020603050405020304" pitchFamily="18" charset="0"/>
              </a:rPr>
              <a:t>Tortoise</a:t>
            </a:r>
            <a:r>
              <a:rPr lang="en-IE" sz="900" kern="100" dirty="0">
                <a:effectLst/>
                <a:latin typeface="Calibri" panose="020F0502020204030204" pitchFamily="34" charset="0"/>
                <a:ea typeface="Calibri" panose="020F0502020204030204" pitchFamily="34" charset="0"/>
                <a:cs typeface="Times New Roman" panose="02020603050405020304" pitchFamily="18" charset="0"/>
              </a:rPr>
              <a:t>, available: </a:t>
            </a:r>
            <a:r>
              <a:rPr lang="en-IE" sz="9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13"/>
              </a:rPr>
              <a:t>https://www.tortoisemedia.com/intelligence/global-ai/</a:t>
            </a:r>
            <a:r>
              <a:rPr lang="en-IE" sz="900" kern="100" dirty="0">
                <a:effectLst/>
                <a:latin typeface="Calibri" panose="020F0502020204030204" pitchFamily="34" charset="0"/>
                <a:ea typeface="Calibri" panose="020F0502020204030204" pitchFamily="34" charset="0"/>
                <a:cs typeface="Times New Roman" panose="02020603050405020304" pitchFamily="18" charset="0"/>
              </a:rPr>
              <a:t> [accessed 11 Jan 2024].</a:t>
            </a:r>
          </a:p>
          <a:p>
            <a:pPr marL="0" indent="0">
              <a:lnSpc>
                <a:spcPct val="100000"/>
              </a:lnSpc>
              <a:spcAft>
                <a:spcPts val="800"/>
              </a:spcAft>
              <a:buNone/>
            </a:pPr>
            <a:r>
              <a:rPr lang="en-IE" sz="900" kern="100" dirty="0">
                <a:effectLst/>
                <a:latin typeface="Calibri" panose="020F0502020204030204" pitchFamily="34" charset="0"/>
                <a:ea typeface="Calibri" panose="020F0502020204030204" pitchFamily="34" charset="0"/>
                <a:cs typeface="Times New Roman" panose="02020603050405020304" pitchFamily="18" charset="0"/>
              </a:rPr>
              <a:t>Vásquez, I. and </a:t>
            </a:r>
            <a:r>
              <a:rPr lang="en-IE" sz="900" kern="100" dirty="0" err="1">
                <a:effectLst/>
                <a:latin typeface="Calibri" panose="020F0502020204030204" pitchFamily="34" charset="0"/>
                <a:ea typeface="Calibri" panose="020F0502020204030204" pitchFamily="34" charset="0"/>
                <a:cs typeface="Times New Roman" panose="02020603050405020304" pitchFamily="18" charset="0"/>
              </a:rPr>
              <a:t>Porčnik</a:t>
            </a:r>
            <a:r>
              <a:rPr lang="en-IE" sz="900" kern="100" dirty="0">
                <a:effectLst/>
                <a:latin typeface="Calibri" panose="020F0502020204030204" pitchFamily="34" charset="0"/>
                <a:ea typeface="Calibri" panose="020F0502020204030204" pitchFamily="34" charset="0"/>
                <a:cs typeface="Times New Roman" panose="02020603050405020304" pitchFamily="18" charset="0"/>
              </a:rPr>
              <a:t>, T. (2013) ‘An Index of Freedom in the World’, 55–112.</a:t>
            </a:r>
            <a:r>
              <a:rPr lang="en-IE" sz="9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14"/>
              </a:rPr>
              <a:t>https://www.fraserinstitute.org/sites/default/files/human-freedom-index-preliminary-report.pdf</a:t>
            </a:r>
            <a:endParaRPr lang="en-IE" sz="9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Aft>
                <a:spcPts val="800"/>
              </a:spcAft>
              <a:buNone/>
            </a:pPr>
            <a:r>
              <a:rPr lang="en-IE" sz="900" kern="100" dirty="0">
                <a:effectLst/>
                <a:latin typeface="Calibri" panose="020F0502020204030204" pitchFamily="34" charset="0"/>
                <a:ea typeface="Calibri" panose="020F0502020204030204" pitchFamily="34" charset="0"/>
                <a:cs typeface="Times New Roman" panose="02020603050405020304" pitchFamily="18" charset="0"/>
              </a:rPr>
              <a:t>World Bank Group - International Development, Poverty, &amp; Sustainability [online] (2024) </a:t>
            </a:r>
            <a:r>
              <a:rPr lang="en-IE" sz="900" i="1" kern="100" dirty="0">
                <a:effectLst/>
                <a:latin typeface="Calibri" panose="020F0502020204030204" pitchFamily="34" charset="0"/>
                <a:ea typeface="Calibri" panose="020F0502020204030204" pitchFamily="34" charset="0"/>
                <a:cs typeface="Times New Roman" panose="02020603050405020304" pitchFamily="18" charset="0"/>
              </a:rPr>
              <a:t>World Bank</a:t>
            </a:r>
            <a:r>
              <a:rPr lang="en-IE" sz="900" kern="100" dirty="0">
                <a:effectLst/>
                <a:latin typeface="Calibri" panose="020F0502020204030204" pitchFamily="34" charset="0"/>
                <a:ea typeface="Calibri" panose="020F0502020204030204" pitchFamily="34" charset="0"/>
                <a:cs typeface="Times New Roman" panose="02020603050405020304" pitchFamily="18" charset="0"/>
              </a:rPr>
              <a:t>, available: </a:t>
            </a:r>
            <a:r>
              <a:rPr lang="en-IE" sz="9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15"/>
              </a:rPr>
              <a:t>https://www.worldbank.org/en/home</a:t>
            </a:r>
            <a:r>
              <a:rPr lang="en-IE" sz="900" kern="100" dirty="0">
                <a:effectLst/>
                <a:latin typeface="Calibri" panose="020F0502020204030204" pitchFamily="34" charset="0"/>
                <a:ea typeface="Calibri" panose="020F0502020204030204" pitchFamily="34" charset="0"/>
                <a:cs typeface="Times New Roman" panose="02020603050405020304" pitchFamily="18" charset="0"/>
              </a:rPr>
              <a:t> [accessed 11 Jan 2024].</a:t>
            </a:r>
          </a:p>
        </p:txBody>
      </p:sp>
    </p:spTree>
    <p:extLst>
      <p:ext uri="{BB962C8B-B14F-4D97-AF65-F5344CB8AC3E}">
        <p14:creationId xmlns:p14="http://schemas.microsoft.com/office/powerpoint/2010/main" val="618549433"/>
      </p:ext>
    </p:extLst>
  </p:cSld>
  <p:clrMapOvr>
    <a:masterClrMapping/>
  </p:clrMapOvr>
  <mc:AlternateContent xmlns:mc="http://schemas.openxmlformats.org/markup-compatibility/2006" xmlns:p14="http://schemas.microsoft.com/office/powerpoint/2010/main">
    <mc:Choice Requires="p14">
      <p:transition spd="slow" p14:dur="2000" advTm="8411"/>
    </mc:Choice>
    <mc:Fallback xmlns="">
      <p:transition spd="slow" advTm="8411"/>
    </mc:Fallback>
  </mc:AlternateContent>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934</TotalTime>
  <Words>2631</Words>
  <Application>Microsoft Office PowerPoint</Application>
  <PresentationFormat>Widescreen</PresentationFormat>
  <Paragraphs>302</Paragraphs>
  <Slides>19</Slides>
  <Notes>19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Arial</vt:lpstr>
      <vt:lpstr>Avenir Next LT Pro</vt:lpstr>
      <vt:lpstr>Calibri</vt:lpstr>
      <vt:lpstr>Century Schoolbook</vt:lpstr>
      <vt:lpstr>Consolas</vt:lpstr>
      <vt:lpstr>Lucida Sans</vt:lpstr>
      <vt:lpstr>Segoe UI Emoji</vt:lpstr>
      <vt:lpstr>Segoe UI Symbol</vt:lpstr>
      <vt:lpstr>Söhne</vt:lpstr>
      <vt:lpstr>AccentBoxVTI</vt:lpstr>
      <vt:lpstr>Navigating Tomorrow: The Interconnected Realms of AI Evolution, Politics, and Societal Liberty </vt:lpstr>
      <vt:lpstr>Table of content</vt:lpstr>
      <vt:lpstr>Introduction</vt:lpstr>
      <vt:lpstr>Datasetes</vt:lpstr>
      <vt:lpstr>Cleaning and Transformation</vt:lpstr>
      <vt:lpstr>What political regime is most prominent in AI development?</vt:lpstr>
      <vt:lpstr>How did the freedom status change in the observed countries over the past 10 years? </vt:lpstr>
      <vt:lpstr>What tendencies are emerging for the future?</vt:lpstr>
      <vt:lpstr>PowerPoint Presentation</vt:lpstr>
      <vt:lpstr>Are there countries that are on the trajectory to lose freedom or are already not free that rank high in AI development?</vt:lpstr>
      <vt:lpstr>PowerPoint Presentation</vt:lpstr>
      <vt:lpstr>PowerPoint Presentation</vt:lpstr>
      <vt:lpstr>How has the economic status changed within the past ten years for these countries? </vt:lpstr>
      <vt:lpstr>"Is there a correlation between freedom change to economic change?"</vt:lpstr>
      <vt:lpstr>"What political regime is showing the most economic progress?" </vt:lpstr>
      <vt:lpstr>"Is there a correlation between per capita GNI and AI development?" </vt:lpstr>
      <vt:lpstr>Conclusion</vt:lpstr>
      <vt:lpstr>Extended research</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Navigating Tomorrow: The Interconnected Realms of AI Evolution, Politics, and Societal Liberty </dc:title>
  <dc:creator>Marina Pavlovic</dc:creator>
  <cp:lastModifiedBy>Marina Pavlovic</cp:lastModifiedBy>
  <cp:revision>1</cp:revision>
  <dcterms:created xsi:type="dcterms:W3CDTF">2024-01-24T11:27:05Z</dcterms:created>
  <dcterms:modified xsi:type="dcterms:W3CDTF">2024-05-05T10:03:20Z</dcterms:modified>
</cp:coreProperties>
</file>